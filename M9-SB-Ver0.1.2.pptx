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2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sldIdLst>
    <p:sldId id="256" r:id="rId3"/>
    <p:sldId id="258" r:id="rId4"/>
    <p:sldId id="317" r:id="rId5"/>
    <p:sldId id="259" r:id="rId6"/>
    <p:sldId id="275" r:id="rId7"/>
    <p:sldId id="318" r:id="rId8"/>
    <p:sldId id="276" r:id="rId9"/>
    <p:sldId id="283" r:id="rId10"/>
    <p:sldId id="278" r:id="rId11"/>
    <p:sldId id="385" r:id="rId12"/>
    <p:sldId id="386" r:id="rId13"/>
    <p:sldId id="387" r:id="rId14"/>
    <p:sldId id="277" r:id="rId15"/>
    <p:sldId id="284" r:id="rId16"/>
    <p:sldId id="380" r:id="rId17"/>
    <p:sldId id="381" r:id="rId18"/>
    <p:sldId id="280" r:id="rId19"/>
    <p:sldId id="282" r:id="rId20"/>
    <p:sldId id="271" r:id="rId21"/>
    <p:sldId id="319" r:id="rId22"/>
    <p:sldId id="286" r:id="rId23"/>
    <p:sldId id="320" r:id="rId24"/>
    <p:sldId id="287" r:id="rId25"/>
    <p:sldId id="290" r:id="rId26"/>
    <p:sldId id="322" r:id="rId27"/>
    <p:sldId id="292" r:id="rId28"/>
    <p:sldId id="306" r:id="rId29"/>
    <p:sldId id="293" r:id="rId30"/>
    <p:sldId id="307" r:id="rId31"/>
    <p:sldId id="310" r:id="rId32"/>
    <p:sldId id="311" r:id="rId33"/>
    <p:sldId id="312" r:id="rId34"/>
    <p:sldId id="313" r:id="rId35"/>
    <p:sldId id="314" r:id="rId36"/>
    <p:sldId id="315" r:id="rId37"/>
    <p:sldId id="316" r:id="rId38"/>
    <p:sldId id="309" r:id="rId39"/>
    <p:sldId id="325" r:id="rId40"/>
    <p:sldId id="326" r:id="rId41"/>
    <p:sldId id="388" r:id="rId42"/>
    <p:sldId id="327" r:id="rId43"/>
    <p:sldId id="332" r:id="rId44"/>
    <p:sldId id="333" r:id="rId45"/>
    <p:sldId id="389" r:id="rId46"/>
    <p:sldId id="390" r:id="rId47"/>
    <p:sldId id="334" r:id="rId48"/>
    <p:sldId id="391" r:id="rId49"/>
    <p:sldId id="392" r:id="rId50"/>
    <p:sldId id="330" r:id="rId51"/>
    <p:sldId id="328" r:id="rId52"/>
    <p:sldId id="336" r:id="rId53"/>
    <p:sldId id="337" r:id="rId54"/>
    <p:sldId id="321" r:id="rId55"/>
    <p:sldId id="299" r:id="rId56"/>
    <p:sldId id="298" r:id="rId57"/>
    <p:sldId id="341" r:id="rId58"/>
    <p:sldId id="288" r:id="rId59"/>
    <p:sldId id="289" r:id="rId60"/>
    <p:sldId id="291" r:id="rId61"/>
    <p:sldId id="405" r:id="rId62"/>
    <p:sldId id="302" r:id="rId63"/>
    <p:sldId id="303" r:id="rId64"/>
    <p:sldId id="406" r:id="rId65"/>
    <p:sldId id="304" r:id="rId66"/>
    <p:sldId id="305" r:id="rId67"/>
    <p:sldId id="338" r:id="rId68"/>
    <p:sldId id="339" r:id="rId69"/>
    <p:sldId id="340" r:id="rId70"/>
    <p:sldId id="342" r:id="rId71"/>
    <p:sldId id="343" r:id="rId72"/>
    <p:sldId id="308" r:id="rId73"/>
    <p:sldId id="323" r:id="rId74"/>
    <p:sldId id="324" r:id="rId75"/>
    <p:sldId id="384" r:id="rId76"/>
    <p:sldId id="382" r:id="rId77"/>
    <p:sldId id="383" r:id="rId78"/>
    <p:sldId id="393" r:id="rId79"/>
    <p:sldId id="410" r:id="rId80"/>
    <p:sldId id="411" r:id="rId81"/>
    <p:sldId id="412" r:id="rId82"/>
    <p:sldId id="394" r:id="rId83"/>
    <p:sldId id="395" r:id="rId84"/>
    <p:sldId id="396" r:id="rId85"/>
    <p:sldId id="397" r:id="rId86"/>
    <p:sldId id="398" r:id="rId87"/>
    <p:sldId id="399" r:id="rId88"/>
    <p:sldId id="400" r:id="rId89"/>
    <p:sldId id="401" r:id="rId90"/>
    <p:sldId id="403" r:id="rId91"/>
    <p:sldId id="402" r:id="rId92"/>
    <p:sldId id="404" r:id="rId93"/>
    <p:sldId id="407" r:id="rId94"/>
    <p:sldId id="408" r:id="rId95"/>
    <p:sldId id="409" r:id="rId96"/>
    <p:sldId id="266" r:id="rId97"/>
    <p:sldId id="344" r:id="rId98"/>
    <p:sldId id="285" r:id="rId99"/>
    <p:sldId id="345" r:id="rId100"/>
    <p:sldId id="346" r:id="rId101"/>
    <p:sldId id="348" r:id="rId102"/>
    <p:sldId id="349" r:id="rId103"/>
    <p:sldId id="350" r:id="rId104"/>
    <p:sldId id="378" r:id="rId105"/>
    <p:sldId id="353" r:id="rId106"/>
    <p:sldId id="354" r:id="rId107"/>
    <p:sldId id="355" r:id="rId108"/>
    <p:sldId id="356" r:id="rId109"/>
    <p:sldId id="357" r:id="rId110"/>
    <p:sldId id="358" r:id="rId111"/>
    <p:sldId id="359" r:id="rId112"/>
    <p:sldId id="360" r:id="rId113"/>
    <p:sldId id="361" r:id="rId114"/>
    <p:sldId id="362" r:id="rId115"/>
    <p:sldId id="363" r:id="rId116"/>
    <p:sldId id="379" r:id="rId117"/>
    <p:sldId id="364" r:id="rId118"/>
    <p:sldId id="365" r:id="rId119"/>
    <p:sldId id="368" r:id="rId120"/>
    <p:sldId id="367" r:id="rId121"/>
    <p:sldId id="375" r:id="rId122"/>
    <p:sldId id="376" r:id="rId123"/>
    <p:sldId id="377" r:id="rId124"/>
    <p:sldId id="366" r:id="rId125"/>
    <p:sldId id="369" r:id="rId126"/>
    <p:sldId id="370" r:id="rId127"/>
    <p:sldId id="372" r:id="rId128"/>
    <p:sldId id="351" r:id="rId129"/>
    <p:sldId id="373" r:id="rId130"/>
    <p:sldId id="374" r:id="rId131"/>
    <p:sldId id="260" r:id="rId132"/>
    <p:sldId id="352" r:id="rId133"/>
  </p:sldIdLst>
  <p:sldSz cx="12192000" cy="6858000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  <a:srgbClr val="FFFFFF"/>
    <a:srgbClr val="7F7F7F"/>
    <a:srgbClr val="4B525D"/>
    <a:srgbClr val="212429"/>
    <a:srgbClr val="D4DBE4"/>
    <a:srgbClr val="F5F9FD"/>
    <a:srgbClr val="ECF3FA"/>
    <a:srgbClr val="B2BEC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스타일 없음, 눈금 없음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2384" autoAdjust="0"/>
    <p:restoredTop sz="94660"/>
  </p:normalViewPr>
  <p:slideViewPr>
    <p:cSldViewPr snapToGrid="0">
      <p:cViewPr>
        <p:scale>
          <a:sx n="140" d="100"/>
          <a:sy n="140" d="100"/>
        </p:scale>
        <p:origin x="3618" y="-76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63" Type="http://schemas.openxmlformats.org/officeDocument/2006/relationships/slide" Target="slides/slide61.xml"/><Relationship Id="rId84" Type="http://schemas.openxmlformats.org/officeDocument/2006/relationships/slide" Target="slides/slide82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28" Type="http://schemas.openxmlformats.org/officeDocument/2006/relationships/slide" Target="slides/slide126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18" Type="http://schemas.openxmlformats.org/officeDocument/2006/relationships/slide" Target="slides/slide116.xml"/><Relationship Id="rId134" Type="http://schemas.openxmlformats.org/officeDocument/2006/relationships/presProps" Target="presProps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24" Type="http://schemas.openxmlformats.org/officeDocument/2006/relationships/slide" Target="slides/slide122.xml"/><Relationship Id="rId129" Type="http://schemas.openxmlformats.org/officeDocument/2006/relationships/slide" Target="slides/slide127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44" Type="http://schemas.openxmlformats.org/officeDocument/2006/relationships/slide" Target="slides/slide42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130" Type="http://schemas.openxmlformats.org/officeDocument/2006/relationships/slide" Target="slides/slide128.xml"/><Relationship Id="rId135" Type="http://schemas.openxmlformats.org/officeDocument/2006/relationships/viewProps" Target="viewProps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slide" Target="slides/slide123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131" Type="http://schemas.openxmlformats.org/officeDocument/2006/relationships/slide" Target="slides/slide129.xml"/><Relationship Id="rId136" Type="http://schemas.openxmlformats.org/officeDocument/2006/relationships/theme" Target="theme/theme1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slide" Target="slides/slide114.xml"/><Relationship Id="rId137" Type="http://schemas.openxmlformats.org/officeDocument/2006/relationships/tableStyles" Target="tableStyles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32" Type="http://schemas.openxmlformats.org/officeDocument/2006/relationships/slide" Target="slides/slide130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27" Type="http://schemas.openxmlformats.org/officeDocument/2006/relationships/slide" Target="slides/slide12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26" Type="http://schemas.openxmlformats.org/officeDocument/2006/relationships/slide" Target="slides/slide24.xml"/><Relationship Id="rId47" Type="http://schemas.openxmlformats.org/officeDocument/2006/relationships/slide" Target="slides/slide45.xml"/><Relationship Id="rId68" Type="http://schemas.openxmlformats.org/officeDocument/2006/relationships/slide" Target="slides/slide66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slide" Target="slides/slide13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altLang="ko-KR" sz="800" dirty="0"/>
              <a:t>Shop</a:t>
            </a:r>
            <a:r>
              <a:rPr lang="en-US" altLang="ko-KR" sz="800" baseline="0" dirty="0"/>
              <a:t> </a:t>
            </a:r>
            <a:r>
              <a:rPr lang="ko-KR" altLang="en-US" sz="800" baseline="0" dirty="0"/>
              <a:t>채널 판매현황</a:t>
            </a:r>
            <a:endParaRPr lang="ko-KR" altLang="en-US" sz="800" dirty="0"/>
          </a:p>
        </c:rich>
      </c:tx>
      <c:layout>
        <c:manualLayout>
          <c:xMode val="edge"/>
          <c:yMode val="edge"/>
          <c:x val="0.29846422903943448"/>
          <c:y val="0.79716037072724777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title>
    <c:autoTitleDeleted val="0"/>
    <c:plotArea>
      <c:layout>
        <c:manualLayout>
          <c:layoutTarget val="inner"/>
          <c:xMode val="edge"/>
          <c:yMode val="edge"/>
          <c:x val="0.17454462163797008"/>
          <c:y val="2.9391485424523706E-2"/>
          <c:w val="0.640196467996757"/>
          <c:h val="0.72720076778853038"/>
        </c:manualLayout>
      </c:layout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0AC3-4B9E-B553-1FDFB9645C0D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0AC3-4B9E-B553-1FDFB9645C0D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0AC3-4B9E-B553-1FDFB9645C0D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0AC3-4B9E-B553-1FDFB9645C0D}"/>
              </c:ext>
            </c:extLst>
          </c:dPt>
          <c:dPt>
            <c:idx val="4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0AC3-4B9E-B553-1FDFB9645C0D}"/>
              </c:ext>
            </c:extLst>
          </c:dPt>
          <c:dPt>
            <c:idx val="5"/>
            <c:bubble3D val="0"/>
            <c:spPr>
              <a:solidFill>
                <a:schemeClr val="accent6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0AC3-4B9E-B553-1FDFB9645C0D}"/>
              </c:ext>
            </c:extLst>
          </c:dPt>
          <c:dPt>
            <c:idx val="6"/>
            <c:bubble3D val="0"/>
            <c:spPr>
              <a:solidFill>
                <a:schemeClr val="accent1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D-0AC3-4B9E-B553-1FDFB9645C0D}"/>
              </c:ext>
            </c:extLst>
          </c:dPt>
          <c:cat>
            <c:strRef>
              <c:f>Sheet1!$A$2:$A$8</c:f>
              <c:strCache>
                <c:ptCount val="7"/>
                <c:pt idx="0">
                  <c:v>shop1</c:v>
                </c:pt>
                <c:pt idx="1">
                  <c:v>shop2</c:v>
                </c:pt>
                <c:pt idx="2">
                  <c:v>shop3</c:v>
                </c:pt>
                <c:pt idx="3">
                  <c:v>shop4</c:v>
                </c:pt>
                <c:pt idx="4">
                  <c:v>shop5</c:v>
                </c:pt>
                <c:pt idx="5">
                  <c:v>shop6</c:v>
                </c:pt>
                <c:pt idx="6">
                  <c:v>shop7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  <c:pt idx="4">
                  <c:v>3.4</c:v>
                </c:pt>
                <c:pt idx="5">
                  <c:v>2.2999999999999998</c:v>
                </c:pt>
                <c:pt idx="6">
                  <c:v>5.3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E-0AC3-4B9E-B553-1FDFB9645C0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ko-KR" altLang="en-US" sz="800" dirty="0"/>
              <a:t>품목별 판매현황</a:t>
            </a:r>
          </a:p>
        </c:rich>
      </c:tx>
      <c:layout>
        <c:manualLayout>
          <c:xMode val="edge"/>
          <c:yMode val="edge"/>
          <c:x val="0.39360649982446461"/>
          <c:y val="0.8666666666666665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title>
    <c:autoTitleDeleted val="0"/>
    <c:plotArea>
      <c:layout>
        <c:manualLayout>
          <c:layoutTarget val="inner"/>
          <c:xMode val="edge"/>
          <c:yMode val="edge"/>
          <c:x val="6.0913034756005818E-2"/>
          <c:y val="0.18794444444444444"/>
          <c:w val="0.87220798435227431"/>
          <c:h val="0.54168372703412071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의류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  <c:pt idx="7">
                  <c:v>8월</c:v>
                </c:pt>
                <c:pt idx="8">
                  <c:v>9월</c:v>
                </c:pt>
                <c:pt idx="9">
                  <c:v>10월</c:v>
                </c:pt>
                <c:pt idx="10">
                  <c:v>11월</c:v>
                </c:pt>
                <c:pt idx="11">
                  <c:v>12월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4.3</c:v>
                </c:pt>
                <c:pt idx="5">
                  <c:v>2.5</c:v>
                </c:pt>
                <c:pt idx="6">
                  <c:v>3.5</c:v>
                </c:pt>
                <c:pt idx="7">
                  <c:v>4.5</c:v>
                </c:pt>
                <c:pt idx="8">
                  <c:v>2.4</c:v>
                </c:pt>
                <c:pt idx="9">
                  <c:v>4.4000000000000004</c:v>
                </c:pt>
                <c:pt idx="10">
                  <c:v>1.8</c:v>
                </c:pt>
                <c:pt idx="11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954-417A-895E-2771A374A09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공산품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  <c:pt idx="7">
                  <c:v>8월</c:v>
                </c:pt>
                <c:pt idx="8">
                  <c:v>9월</c:v>
                </c:pt>
                <c:pt idx="9">
                  <c:v>10월</c:v>
                </c:pt>
                <c:pt idx="10">
                  <c:v>11월</c:v>
                </c:pt>
                <c:pt idx="11">
                  <c:v>12월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2</c:v>
                </c:pt>
                <c:pt idx="5">
                  <c:v>2</c:v>
                </c:pt>
                <c:pt idx="6">
                  <c:v>3</c:v>
                </c:pt>
                <c:pt idx="7">
                  <c:v>5</c:v>
                </c:pt>
                <c:pt idx="8">
                  <c:v>3.5</c:v>
                </c:pt>
                <c:pt idx="9">
                  <c:v>4.5</c:v>
                </c:pt>
                <c:pt idx="10">
                  <c:v>4.3</c:v>
                </c:pt>
                <c:pt idx="11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954-417A-895E-2771A374A09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비료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  <c:pt idx="7">
                  <c:v>8월</c:v>
                </c:pt>
                <c:pt idx="8">
                  <c:v>9월</c:v>
                </c:pt>
                <c:pt idx="9">
                  <c:v>10월</c:v>
                </c:pt>
                <c:pt idx="10">
                  <c:v>11월</c:v>
                </c:pt>
                <c:pt idx="11">
                  <c:v>12월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2.4</c:v>
                </c:pt>
                <c:pt idx="5">
                  <c:v>4.4000000000000004</c:v>
                </c:pt>
                <c:pt idx="6">
                  <c:v>1.8</c:v>
                </c:pt>
                <c:pt idx="7">
                  <c:v>2.8</c:v>
                </c:pt>
                <c:pt idx="8">
                  <c:v>3.5</c:v>
                </c:pt>
                <c:pt idx="9">
                  <c:v>4.5</c:v>
                </c:pt>
                <c:pt idx="10">
                  <c:v>3</c:v>
                </c:pt>
                <c:pt idx="11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954-417A-895E-2771A374A09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43952191"/>
        <c:axId val="243950527"/>
      </c:lineChart>
      <c:catAx>
        <c:axId val="24395219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243950527"/>
        <c:crosses val="autoZero"/>
        <c:auto val="1"/>
        <c:lblAlgn val="ctr"/>
        <c:lblOffset val="100"/>
        <c:noMultiLvlLbl val="0"/>
      </c:catAx>
      <c:valAx>
        <c:axId val="24395052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24395219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51019108280254766"/>
          <c:y val="2.4813210848643921E-2"/>
          <c:w val="0.44777070063694269"/>
          <c:h val="0.11407567804024497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8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13" Type="http://schemas.openxmlformats.org/officeDocument/2006/relationships/image" Target="../media/image19.svg"/><Relationship Id="rId3" Type="http://schemas.openxmlformats.org/officeDocument/2006/relationships/image" Target="../media/image9.svg"/><Relationship Id="rId7" Type="http://schemas.openxmlformats.org/officeDocument/2006/relationships/image" Target="../media/image13.svg"/><Relationship Id="rId12" Type="http://schemas.openxmlformats.org/officeDocument/2006/relationships/image" Target="../media/image18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2.png"/><Relationship Id="rId11" Type="http://schemas.openxmlformats.org/officeDocument/2006/relationships/image" Target="../media/image17.svg"/><Relationship Id="rId5" Type="http://schemas.openxmlformats.org/officeDocument/2006/relationships/image" Target="../media/image11.svg"/><Relationship Id="rId10" Type="http://schemas.openxmlformats.org/officeDocument/2006/relationships/image" Target="../media/image16.png"/><Relationship Id="rId4" Type="http://schemas.openxmlformats.org/officeDocument/2006/relationships/image" Target="../media/image10.png"/><Relationship Id="rId9" Type="http://schemas.openxmlformats.org/officeDocument/2006/relationships/image" Target="../media/image15.svg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13" Type="http://schemas.openxmlformats.org/officeDocument/2006/relationships/image" Target="../media/image19.svg"/><Relationship Id="rId3" Type="http://schemas.openxmlformats.org/officeDocument/2006/relationships/image" Target="../media/image9.svg"/><Relationship Id="rId7" Type="http://schemas.openxmlformats.org/officeDocument/2006/relationships/image" Target="../media/image13.svg"/><Relationship Id="rId12" Type="http://schemas.openxmlformats.org/officeDocument/2006/relationships/image" Target="../media/image18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2.png"/><Relationship Id="rId11" Type="http://schemas.openxmlformats.org/officeDocument/2006/relationships/image" Target="../media/image17.svg"/><Relationship Id="rId5" Type="http://schemas.openxmlformats.org/officeDocument/2006/relationships/image" Target="../media/image11.svg"/><Relationship Id="rId15" Type="http://schemas.openxmlformats.org/officeDocument/2006/relationships/chart" Target="../charts/chart2.xml"/><Relationship Id="rId10" Type="http://schemas.openxmlformats.org/officeDocument/2006/relationships/image" Target="../media/image16.png"/><Relationship Id="rId4" Type="http://schemas.openxmlformats.org/officeDocument/2006/relationships/image" Target="../media/image10.png"/><Relationship Id="rId9" Type="http://schemas.openxmlformats.org/officeDocument/2006/relationships/image" Target="../media/image15.svg"/><Relationship Id="rId14" Type="http://schemas.openxmlformats.org/officeDocument/2006/relationships/chart" Target="../charts/chart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20.png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28.png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28.png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28.png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hyperlink" Target="mailto:test1234@naver.com" TargetMode="External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5B01861B-1BFC-45DF-A260-D7E10AB872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7076652" cy="6861976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441478B-B742-56BD-361A-ED170788B8BF}"/>
              </a:ext>
            </a:extLst>
          </p:cNvPr>
          <p:cNvSpPr txBox="1"/>
          <p:nvPr userDrawn="1"/>
        </p:nvSpPr>
        <p:spPr>
          <a:xfrm>
            <a:off x="10471177" y="1681517"/>
            <a:ext cx="135485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800" b="1" dirty="0">
                <a:solidFill>
                  <a:schemeClr val="bg1">
                    <a:lumMod val="75000"/>
                  </a:schemeClr>
                </a:solidFill>
                <a:latin typeface="Yu Gothic UI" panose="020B0500000000000000" pitchFamily="34" charset="-128"/>
                <a:ea typeface="Yu Gothic UI" panose="020B0500000000000000" pitchFamily="34" charset="-128"/>
              </a:rPr>
              <a:t>Storyboard</a:t>
            </a:r>
            <a:endParaRPr lang="ko-KR" altLang="en-US" sz="1800" b="1" dirty="0">
              <a:solidFill>
                <a:schemeClr val="bg1">
                  <a:lumMod val="75000"/>
                </a:schemeClr>
              </a:solidFill>
              <a:latin typeface="Yu Gothic UI" panose="020B0500000000000000" pitchFamily="34" charset="-128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EB20BD9-F4A0-1157-22A1-20D61473453C}"/>
              </a:ext>
            </a:extLst>
          </p:cNvPr>
          <p:cNvSpPr/>
          <p:nvPr userDrawn="1"/>
        </p:nvSpPr>
        <p:spPr>
          <a:xfrm>
            <a:off x="4365266" y="2050849"/>
            <a:ext cx="7360929" cy="45719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4B995D93-7831-4711-9BFA-A08266F89DD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712818" y="6199613"/>
            <a:ext cx="1013377" cy="2722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685784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C35F5AF3-3968-40F5-93A3-FDDEF005F29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7076652" cy="6861976"/>
          </a:xfrm>
          <a:prstGeom prst="rect">
            <a:avLst/>
          </a:prstGeom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E23BE330-774B-47A4-97AE-69FE1F63A2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5115348" y="0"/>
            <a:ext cx="7076652" cy="6861976"/>
          </a:xfrm>
          <a:prstGeom prst="rect">
            <a:avLst/>
          </a:prstGeom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E213F7E3-0F82-4EEC-8E39-4E43C0CB166A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4931C9E-E7E4-4664-9006-E194BBA86FEC}"/>
              </a:ext>
            </a:extLst>
          </p:cNvPr>
          <p:cNvSpPr/>
          <p:nvPr userDrawn="1"/>
        </p:nvSpPr>
        <p:spPr>
          <a:xfrm>
            <a:off x="0" y="2726266"/>
            <a:ext cx="12192000" cy="1405467"/>
          </a:xfrm>
          <a:prstGeom prst="rect">
            <a:avLst/>
          </a:prstGeom>
          <a:solidFill>
            <a:srgbClr val="7F7F7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endParaRPr lang="en-US" altLang="ko-KR" sz="1400" b="1" dirty="0"/>
          </a:p>
        </p:txBody>
      </p:sp>
    </p:spTree>
    <p:extLst>
      <p:ext uri="{BB962C8B-B14F-4D97-AF65-F5344CB8AC3E}">
        <p14:creationId xmlns:p14="http://schemas.microsoft.com/office/powerpoint/2010/main" val="326107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F595AD05-5801-4A48-97A1-8B54526081F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B965F3B1-863D-4635-8616-FBE8A64F16C9}"/>
              </a:ext>
            </a:extLst>
          </p:cNvPr>
          <p:cNvSpPr/>
          <p:nvPr userDrawn="1"/>
        </p:nvSpPr>
        <p:spPr>
          <a:xfrm>
            <a:off x="0" y="1"/>
            <a:ext cx="8102379" cy="6858000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1">
                  <a:alpha val="50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ED02496-CC42-4637-AA2E-480C30DFD661}"/>
              </a:ext>
            </a:extLst>
          </p:cNvPr>
          <p:cNvSpPr/>
          <p:nvPr userDrawn="1"/>
        </p:nvSpPr>
        <p:spPr>
          <a:xfrm>
            <a:off x="1029694" y="787178"/>
            <a:ext cx="67586" cy="549435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9190780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홈페이지 속지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F595AD05-5801-4A48-97A1-8B54526081F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B965F3B1-863D-4635-8616-FBE8A64F16C9}"/>
              </a:ext>
            </a:extLst>
          </p:cNvPr>
          <p:cNvSpPr/>
          <p:nvPr userDrawn="1"/>
        </p:nvSpPr>
        <p:spPr>
          <a:xfrm>
            <a:off x="0" y="1"/>
            <a:ext cx="12191999" cy="6858000"/>
          </a:xfrm>
          <a:prstGeom prst="rect">
            <a:avLst/>
          </a:prstGeom>
          <a:solidFill>
            <a:schemeClr val="bg1">
              <a:lumMod val="9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ED02496-CC42-4637-AA2E-480C30DFD661}"/>
              </a:ext>
            </a:extLst>
          </p:cNvPr>
          <p:cNvSpPr/>
          <p:nvPr userDrawn="1"/>
        </p:nvSpPr>
        <p:spPr>
          <a:xfrm>
            <a:off x="1029694" y="787178"/>
            <a:ext cx="67586" cy="549435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49251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채널관리자 속지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F595AD05-5801-4A48-97A1-8B54526081F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B965F3B1-863D-4635-8616-FBE8A64F16C9}"/>
              </a:ext>
            </a:extLst>
          </p:cNvPr>
          <p:cNvSpPr/>
          <p:nvPr userDrawn="1"/>
        </p:nvSpPr>
        <p:spPr>
          <a:xfrm>
            <a:off x="0" y="1"/>
            <a:ext cx="12191999" cy="6858000"/>
          </a:xfrm>
          <a:prstGeom prst="rect">
            <a:avLst/>
          </a:prstGeom>
          <a:solidFill>
            <a:schemeClr val="bg1">
              <a:lumMod val="9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ED02496-CC42-4637-AA2E-480C30DFD661}"/>
              </a:ext>
            </a:extLst>
          </p:cNvPr>
          <p:cNvSpPr/>
          <p:nvPr userDrawn="1"/>
        </p:nvSpPr>
        <p:spPr>
          <a:xfrm>
            <a:off x="1029694" y="787178"/>
            <a:ext cx="67586" cy="549435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5" name="표 6">
            <a:extLst>
              <a:ext uri="{FF2B5EF4-FFF2-40B4-BE49-F238E27FC236}">
                <a16:creationId xmlns:a16="http://schemas.microsoft.com/office/drawing/2014/main" id="{E187B385-88DF-4973-B0ED-8686C47F4F83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54861010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로그인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정보관리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대시보드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서브관리자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발주담당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상품관리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포인트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공동구매관리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배송비 설정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취소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환불 안내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정산관리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969059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4A4A935-638D-4F93-B170-14574F30AE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E46AC9D2-D9CE-4E59-A105-0EF84961DA65}"/>
              </a:ext>
            </a:extLst>
          </p:cNvPr>
          <p:cNvSpPr/>
          <p:nvPr userDrawn="1"/>
        </p:nvSpPr>
        <p:spPr>
          <a:xfrm>
            <a:off x="0" y="1"/>
            <a:ext cx="12191999" cy="6858000"/>
          </a:xfrm>
          <a:prstGeom prst="rect">
            <a:avLst/>
          </a:prstGeom>
          <a:solidFill>
            <a:schemeClr val="bg1">
              <a:lumMod val="9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09263C4-9AD4-4758-A92E-F24E5D61DE1D}"/>
              </a:ext>
            </a:extLst>
          </p:cNvPr>
          <p:cNvSpPr/>
          <p:nvPr userDrawn="1"/>
        </p:nvSpPr>
        <p:spPr>
          <a:xfrm>
            <a:off x="1029694" y="787178"/>
            <a:ext cx="67586" cy="549435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6" name="표 6">
            <a:extLst>
              <a:ext uri="{FF2B5EF4-FFF2-40B4-BE49-F238E27FC236}">
                <a16:creationId xmlns:a16="http://schemas.microsoft.com/office/drawing/2014/main" id="{D07C389A-B400-4860-8C1F-9A576C81D544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223617538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 로그인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정보관리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대시보드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서브관리자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발주담당 관리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상품관리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포인트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공동구매관리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배송비 설정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취소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환불 안내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정산관리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9491178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8B3B311-E2AB-418C-A579-45523525AFF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CBA95DA7-D6C0-4FEC-893C-FE817A34D0DA}"/>
              </a:ext>
            </a:extLst>
          </p:cNvPr>
          <p:cNvSpPr/>
          <p:nvPr userDrawn="1"/>
        </p:nvSpPr>
        <p:spPr>
          <a:xfrm>
            <a:off x="0" y="1"/>
            <a:ext cx="12191999" cy="6858000"/>
          </a:xfrm>
          <a:prstGeom prst="rect">
            <a:avLst/>
          </a:prstGeom>
          <a:solidFill>
            <a:schemeClr val="bg1">
              <a:lumMod val="9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B5D43C9-518B-4FDE-9E9C-9C3CC3AC48AE}"/>
              </a:ext>
            </a:extLst>
          </p:cNvPr>
          <p:cNvSpPr/>
          <p:nvPr userDrawn="1"/>
        </p:nvSpPr>
        <p:spPr>
          <a:xfrm>
            <a:off x="1029694" y="787178"/>
            <a:ext cx="67586" cy="549435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6" name="표 6">
            <a:extLst>
              <a:ext uri="{FF2B5EF4-FFF2-40B4-BE49-F238E27FC236}">
                <a16:creationId xmlns:a16="http://schemas.microsoft.com/office/drawing/2014/main" id="{19066E05-1B16-4AF7-B59E-63CBBE276212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517095890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 로그인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정보관리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대시보드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서브관리자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발주담당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상품관리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포인트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공동구매관리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배송비 설정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취소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환불 안내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정산관리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846538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8B3B311-E2AB-418C-A579-45523525AFF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CBA95DA7-D6C0-4FEC-893C-FE817A34D0DA}"/>
              </a:ext>
            </a:extLst>
          </p:cNvPr>
          <p:cNvSpPr/>
          <p:nvPr userDrawn="1"/>
        </p:nvSpPr>
        <p:spPr>
          <a:xfrm>
            <a:off x="0" y="1"/>
            <a:ext cx="12191999" cy="6858000"/>
          </a:xfrm>
          <a:prstGeom prst="rect">
            <a:avLst/>
          </a:prstGeom>
          <a:solidFill>
            <a:schemeClr val="bg1">
              <a:lumMod val="9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B5D43C9-518B-4FDE-9E9C-9C3CC3AC48AE}"/>
              </a:ext>
            </a:extLst>
          </p:cNvPr>
          <p:cNvSpPr/>
          <p:nvPr userDrawn="1"/>
        </p:nvSpPr>
        <p:spPr>
          <a:xfrm>
            <a:off x="1029694" y="787178"/>
            <a:ext cx="67586" cy="549435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6" name="표 6">
            <a:extLst>
              <a:ext uri="{FF2B5EF4-FFF2-40B4-BE49-F238E27FC236}">
                <a16:creationId xmlns:a16="http://schemas.microsoft.com/office/drawing/2014/main" id="{19066E05-1B16-4AF7-B59E-63CBBE276212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358751230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 로그인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정보관리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대시보드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서브관리자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발주담당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상품관리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포인트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공동구매관리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</a:t>
                      </a:r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  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배송비 설정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취소</a:t>
                      </a:r>
                      <a:r>
                        <a:rPr lang="en-US" altLang="ko-KR" sz="1800" b="1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환불 안내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정산관리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397628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채널관리자 속지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F595AD05-5801-4A48-97A1-8B54526081F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B965F3B1-863D-4635-8616-FBE8A64F16C9}"/>
              </a:ext>
            </a:extLst>
          </p:cNvPr>
          <p:cNvSpPr/>
          <p:nvPr userDrawn="1"/>
        </p:nvSpPr>
        <p:spPr>
          <a:xfrm>
            <a:off x="0" y="1"/>
            <a:ext cx="12191999" cy="6858000"/>
          </a:xfrm>
          <a:prstGeom prst="rect">
            <a:avLst/>
          </a:prstGeom>
          <a:solidFill>
            <a:schemeClr val="bg1">
              <a:lumMod val="9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ED02496-CC42-4637-AA2E-480C30DFD661}"/>
              </a:ext>
            </a:extLst>
          </p:cNvPr>
          <p:cNvSpPr/>
          <p:nvPr userDrawn="1"/>
        </p:nvSpPr>
        <p:spPr>
          <a:xfrm>
            <a:off x="1029694" y="787178"/>
            <a:ext cx="67586" cy="549435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5" name="표 6">
            <a:extLst>
              <a:ext uri="{FF2B5EF4-FFF2-40B4-BE49-F238E27FC236}">
                <a16:creationId xmlns:a16="http://schemas.microsoft.com/office/drawing/2014/main" id="{E187B385-88DF-4973-B0ED-8686C47F4F83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673500283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로그인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정보관리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대시보드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서브관리자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발주담당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상품관리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포인트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공동구매관리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배송비 설정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취소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환불 안내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정산관리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179951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p채널 속지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F595AD05-5801-4A48-97A1-8B54526081F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B965F3B1-863D-4635-8616-FBE8A64F16C9}"/>
              </a:ext>
            </a:extLst>
          </p:cNvPr>
          <p:cNvSpPr/>
          <p:nvPr userDrawn="1"/>
        </p:nvSpPr>
        <p:spPr>
          <a:xfrm>
            <a:off x="0" y="1"/>
            <a:ext cx="12191999" cy="6858000"/>
          </a:xfrm>
          <a:prstGeom prst="rect">
            <a:avLst/>
          </a:prstGeom>
          <a:solidFill>
            <a:schemeClr val="bg1">
              <a:lumMod val="9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ED02496-CC42-4637-AA2E-480C30DFD661}"/>
              </a:ext>
            </a:extLst>
          </p:cNvPr>
          <p:cNvSpPr/>
          <p:nvPr userDrawn="1"/>
        </p:nvSpPr>
        <p:spPr>
          <a:xfrm>
            <a:off x="1029694" y="787178"/>
            <a:ext cx="67586" cy="549435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5" name="표 6">
            <a:extLst>
              <a:ext uri="{FF2B5EF4-FFF2-40B4-BE49-F238E27FC236}">
                <a16:creationId xmlns:a16="http://schemas.microsoft.com/office/drawing/2014/main" id="{E187B385-88DF-4973-B0ED-8686C47F4F83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079672733"/>
              </p:ext>
            </p:extLst>
          </p:nvPr>
        </p:nvGraphicFramePr>
        <p:xfrm>
          <a:off x="1363133" y="762000"/>
          <a:ext cx="8128000" cy="585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29686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메인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서브페이지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/>
                        <a:t>●  로그인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3281028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27328281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63956130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49975981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8953323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91872590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64771732"/>
                  </a:ext>
                </a:extLst>
              </a:tr>
              <a:tr h="296863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582436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6429007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AFD7C725-3BBF-4DC1-8BBA-BDEFE7234AF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5E2CA5D4-A379-4EFF-86D3-01D4CDD12B2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5589311" y="6096246"/>
            <a:ext cx="1013377" cy="2722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174831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기본틀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321DE9AE-A7AB-1849-6D1A-AE7D6A4CE640}"/>
              </a:ext>
            </a:extLst>
          </p:cNvPr>
          <p:cNvSpPr/>
          <p:nvPr userDrawn="1"/>
        </p:nvSpPr>
        <p:spPr>
          <a:xfrm>
            <a:off x="33614" y="40344"/>
            <a:ext cx="12109080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9739900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기본틀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32554D07-4CEF-F42F-1C28-6DF65A5706BD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B3CD33A-1620-283D-3B2E-A5E80D3134F1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9275310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기본틀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32554D07-4CEF-F42F-1C28-6DF65A5706BD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B3CD33A-1620-283D-3B2E-A5E80D3134F1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32E0F3F-A031-4440-9867-157287EDB16C}"/>
              </a:ext>
            </a:extLst>
          </p:cNvPr>
          <p:cNvSpPr/>
          <p:nvPr userDrawn="1"/>
        </p:nvSpPr>
        <p:spPr>
          <a:xfrm>
            <a:off x="33613" y="40344"/>
            <a:ext cx="10078573" cy="1312727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056408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메인페이지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C32E0F3F-A031-4440-9867-157287EDB16C}"/>
              </a:ext>
            </a:extLst>
          </p:cNvPr>
          <p:cNvSpPr/>
          <p:nvPr userDrawn="1"/>
        </p:nvSpPr>
        <p:spPr>
          <a:xfrm>
            <a:off x="33613" y="40344"/>
            <a:ext cx="10078573" cy="1464085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2554D07-4CEF-F42F-1C28-6DF65A5706BD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B8EDFDB1-0487-4C7A-96FC-B43A6E436C1C}"/>
              </a:ext>
            </a:extLst>
          </p:cNvPr>
          <p:cNvGrpSpPr/>
          <p:nvPr userDrawn="1"/>
        </p:nvGrpSpPr>
        <p:grpSpPr>
          <a:xfrm>
            <a:off x="32898" y="3605308"/>
            <a:ext cx="10071693" cy="3082805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21" name="Border">
              <a:extLst>
                <a:ext uri="{FF2B5EF4-FFF2-40B4-BE49-F238E27FC236}">
                  <a16:creationId xmlns:a16="http://schemas.microsoft.com/office/drawing/2014/main" id="{7FBF8F29-711F-4BEA-A8BB-D86072CFE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Line 2">
              <a:extLst>
                <a:ext uri="{FF2B5EF4-FFF2-40B4-BE49-F238E27FC236}">
                  <a16:creationId xmlns:a16="http://schemas.microsoft.com/office/drawing/2014/main" id="{45442412-9744-4507-A53C-6F71736BA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" name="Line 1">
              <a:extLst>
                <a:ext uri="{FF2B5EF4-FFF2-40B4-BE49-F238E27FC236}">
                  <a16:creationId xmlns:a16="http://schemas.microsoft.com/office/drawing/2014/main" id="{CDD6785F-05DF-46B5-BAA3-C80779E81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8AA348FE-A7D9-4BE7-9E10-A01EE8AC2112}"/>
                </a:ext>
              </a:extLst>
            </p:cNvPr>
            <p:cNvSpPr txBox="1"/>
            <p:nvPr/>
          </p:nvSpPr>
          <p:spPr>
            <a:xfrm>
              <a:off x="3602070" y="2226182"/>
              <a:ext cx="152659" cy="552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5AA0E22-F1F9-414F-9C7D-7A43FA87F61B}"/>
              </a:ext>
            </a:extLst>
          </p:cNvPr>
          <p:cNvSpPr/>
          <p:nvPr userDrawn="1"/>
        </p:nvSpPr>
        <p:spPr>
          <a:xfrm>
            <a:off x="41208" y="34272"/>
            <a:ext cx="10071693" cy="579114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1D17F0AE-A2DD-4B1B-B65F-FE520876A665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44" name="Border">
              <a:extLst>
                <a:ext uri="{FF2B5EF4-FFF2-40B4-BE49-F238E27FC236}">
                  <a16:creationId xmlns:a16="http://schemas.microsoft.com/office/drawing/2014/main" id="{B7862D46-0DBF-40CE-9ADD-6D0D2C4B0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" name="Line 2">
              <a:extLst>
                <a:ext uri="{FF2B5EF4-FFF2-40B4-BE49-F238E27FC236}">
                  <a16:creationId xmlns:a16="http://schemas.microsoft.com/office/drawing/2014/main" id="{E5D22719-43C9-46F0-BB51-DB2774678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" name="Line 1">
              <a:extLst>
                <a:ext uri="{FF2B5EF4-FFF2-40B4-BE49-F238E27FC236}">
                  <a16:creationId xmlns:a16="http://schemas.microsoft.com/office/drawing/2014/main" id="{E24750A7-2F12-432E-B3DE-3B79F51CA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D213B1F7-FFC6-4943-8FBA-190DDF9B575A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7B2E07C1-58C5-4A7E-9A57-6C861FECCF51}"/>
              </a:ext>
            </a:extLst>
          </p:cNvPr>
          <p:cNvSpPr/>
          <p:nvPr userDrawn="1"/>
        </p:nvSpPr>
        <p:spPr>
          <a:xfrm>
            <a:off x="1706005" y="194218"/>
            <a:ext cx="3384376" cy="2732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0" dirty="0">
                <a:latin typeface="+mj-ea"/>
                <a:ea typeface="+mj-ea"/>
              </a:rPr>
              <a:t>서비스안내    주요기능    가입안내    고객센터  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C5C89D2B-4EF6-4730-91BA-36154481B577}"/>
              </a:ext>
            </a:extLst>
          </p:cNvPr>
          <p:cNvSpPr/>
          <p:nvPr userDrawn="1"/>
        </p:nvSpPr>
        <p:spPr>
          <a:xfrm>
            <a:off x="7699528" y="202394"/>
            <a:ext cx="234070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채널관리자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로그인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회원가입</a:t>
            </a: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7C42D334-9AC6-4260-AD59-A67B7E1B2686}"/>
              </a:ext>
            </a:extLst>
          </p:cNvPr>
          <p:cNvGrpSpPr/>
          <p:nvPr userDrawn="1"/>
        </p:nvGrpSpPr>
        <p:grpSpPr>
          <a:xfrm>
            <a:off x="40493" y="613386"/>
            <a:ext cx="10071694" cy="2991922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3" name="Border">
              <a:extLst>
                <a:ext uri="{FF2B5EF4-FFF2-40B4-BE49-F238E27FC236}">
                  <a16:creationId xmlns:a16="http://schemas.microsoft.com/office/drawing/2014/main" id="{60DBB18E-5D96-41EC-931B-60C7C1B94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Line 2">
              <a:extLst>
                <a:ext uri="{FF2B5EF4-FFF2-40B4-BE49-F238E27FC236}">
                  <a16:creationId xmlns:a16="http://schemas.microsoft.com/office/drawing/2014/main" id="{2E3E9D7D-F062-44F9-85C6-B72EE892A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" name="Line 1">
              <a:extLst>
                <a:ext uri="{FF2B5EF4-FFF2-40B4-BE49-F238E27FC236}">
                  <a16:creationId xmlns:a16="http://schemas.microsoft.com/office/drawing/2014/main" id="{9513C3F2-3E41-4B77-932F-6B253B0CE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B0A14A25-531B-4C94-AC96-A792D2D47A37}"/>
                </a:ext>
              </a:extLst>
            </p:cNvPr>
            <p:cNvSpPr txBox="1"/>
            <p:nvPr/>
          </p:nvSpPr>
          <p:spPr>
            <a:xfrm>
              <a:off x="3573029" y="2229345"/>
              <a:ext cx="209219" cy="46057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Visual IMG area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7" name="Large Icons">
            <a:extLst>
              <a:ext uri="{FF2B5EF4-FFF2-40B4-BE49-F238E27FC236}">
                <a16:creationId xmlns:a16="http://schemas.microsoft.com/office/drawing/2014/main" id="{1655AA98-6631-42E1-B878-C52B7AFCE7FD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4938494" y="1620148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86F2354-DA00-4F8D-B4A9-529D7C4B6F12}"/>
              </a:ext>
            </a:extLst>
          </p:cNvPr>
          <p:cNvSpPr txBox="1"/>
          <p:nvPr userDrawn="1"/>
        </p:nvSpPr>
        <p:spPr>
          <a:xfrm>
            <a:off x="4392810" y="3241913"/>
            <a:ext cx="122432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/>
              <a:t>◀   </a:t>
            </a:r>
            <a:r>
              <a: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●○○○</a:t>
            </a:r>
            <a:r>
              <a:rPr lang="ko-KR" altLang="en-US" sz="1000" dirty="0"/>
              <a:t>   ▶</a:t>
            </a: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344A5962-63D4-406C-A7DC-6AD18ED15EE2}"/>
              </a:ext>
            </a:extLst>
          </p:cNvPr>
          <p:cNvGrpSpPr/>
          <p:nvPr userDrawn="1"/>
        </p:nvGrpSpPr>
        <p:grpSpPr>
          <a:xfrm>
            <a:off x="25303" y="6679550"/>
            <a:ext cx="10071693" cy="3082805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1" name="Border">
              <a:extLst>
                <a:ext uri="{FF2B5EF4-FFF2-40B4-BE49-F238E27FC236}">
                  <a16:creationId xmlns:a16="http://schemas.microsoft.com/office/drawing/2014/main" id="{D458BB26-E9B6-45B4-B057-AC1E378C3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Line 2">
              <a:extLst>
                <a:ext uri="{FF2B5EF4-FFF2-40B4-BE49-F238E27FC236}">
                  <a16:creationId xmlns:a16="http://schemas.microsoft.com/office/drawing/2014/main" id="{BAAED9C8-CBAB-421B-A16E-002889E75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Line 1">
              <a:extLst>
                <a:ext uri="{FF2B5EF4-FFF2-40B4-BE49-F238E27FC236}">
                  <a16:creationId xmlns:a16="http://schemas.microsoft.com/office/drawing/2014/main" id="{20EFD43A-70B2-421E-95A1-E9F989258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7FBFA10E-C7A2-487A-AEE2-8C80D69A8EE2}"/>
                </a:ext>
              </a:extLst>
            </p:cNvPr>
            <p:cNvSpPr txBox="1"/>
            <p:nvPr/>
          </p:nvSpPr>
          <p:spPr>
            <a:xfrm>
              <a:off x="3602070" y="2226182"/>
              <a:ext cx="152659" cy="552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C6AAFDAA-0F3A-4991-B347-69C7D5DC138F}"/>
              </a:ext>
            </a:extLst>
          </p:cNvPr>
          <p:cNvGrpSpPr/>
          <p:nvPr userDrawn="1"/>
        </p:nvGrpSpPr>
        <p:grpSpPr>
          <a:xfrm>
            <a:off x="25303" y="9755962"/>
            <a:ext cx="10071693" cy="3082805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6" name="Border">
              <a:extLst>
                <a:ext uri="{FF2B5EF4-FFF2-40B4-BE49-F238E27FC236}">
                  <a16:creationId xmlns:a16="http://schemas.microsoft.com/office/drawing/2014/main" id="{C3A5C899-4865-4304-858B-0EDC117C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Line 2">
              <a:extLst>
                <a:ext uri="{FF2B5EF4-FFF2-40B4-BE49-F238E27FC236}">
                  <a16:creationId xmlns:a16="http://schemas.microsoft.com/office/drawing/2014/main" id="{572A0306-FCC7-4CA4-903E-BB9791A87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" name="Line 1">
              <a:extLst>
                <a:ext uri="{FF2B5EF4-FFF2-40B4-BE49-F238E27FC236}">
                  <a16:creationId xmlns:a16="http://schemas.microsoft.com/office/drawing/2014/main" id="{A0552DD7-129F-4554-A946-5B39EE03B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05344FC6-D9B6-48BD-85F8-D8A04E87A466}"/>
                </a:ext>
              </a:extLst>
            </p:cNvPr>
            <p:cNvSpPr txBox="1"/>
            <p:nvPr/>
          </p:nvSpPr>
          <p:spPr>
            <a:xfrm>
              <a:off x="3602070" y="2226182"/>
              <a:ext cx="152659" cy="552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9269544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서브페이지 틀 화면 맞춤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56A0D211-8A0A-4D09-B396-0B476857D960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2A8E58B-B226-4D6B-B199-C4B8A9ED8421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DEC74B3-10E3-471B-BAD0-9CB9B3932303}"/>
              </a:ext>
            </a:extLst>
          </p:cNvPr>
          <p:cNvSpPr/>
          <p:nvPr userDrawn="1"/>
        </p:nvSpPr>
        <p:spPr>
          <a:xfrm>
            <a:off x="41208" y="34272"/>
            <a:ext cx="10071693" cy="579114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8D2D72EF-4012-41F7-A45E-96A9BE1AD3B0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987BBA1E-E118-4D8E-B711-E2020EA3C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0BF514D0-579F-4EB9-9B68-A201C0BB6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A6E95AD7-20C5-4EE1-A54C-E801F88EC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C4679177-FE05-47DC-8C10-174840CFB9B5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A328F1C-81B4-4DC8-A279-6C85EC48FA90}"/>
              </a:ext>
            </a:extLst>
          </p:cNvPr>
          <p:cNvSpPr/>
          <p:nvPr userDrawn="1"/>
        </p:nvSpPr>
        <p:spPr>
          <a:xfrm>
            <a:off x="1706005" y="194218"/>
            <a:ext cx="3384376" cy="2732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0" dirty="0">
                <a:latin typeface="+mj-ea"/>
                <a:ea typeface="+mj-ea"/>
              </a:rPr>
              <a:t>서비스안내    주요기능    가입안내    고객센터  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348D729-EA6A-4804-8449-3C140AE2525C}"/>
              </a:ext>
            </a:extLst>
          </p:cNvPr>
          <p:cNvSpPr/>
          <p:nvPr userDrawn="1"/>
        </p:nvSpPr>
        <p:spPr>
          <a:xfrm>
            <a:off x="7699528" y="202394"/>
            <a:ext cx="234070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채널관리자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로그인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회원가입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E21599E-A88D-43B8-ABC3-E838DCB6CBD8}"/>
              </a:ext>
            </a:extLst>
          </p:cNvPr>
          <p:cNvSpPr/>
          <p:nvPr userDrawn="1"/>
        </p:nvSpPr>
        <p:spPr>
          <a:xfrm>
            <a:off x="190304" y="719378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C14D256-C1AC-43DC-B433-F91DDD54E183}"/>
              </a:ext>
            </a:extLst>
          </p:cNvPr>
          <p:cNvSpPr/>
          <p:nvPr userDrawn="1"/>
        </p:nvSpPr>
        <p:spPr>
          <a:xfrm>
            <a:off x="7978306" y="719954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563AE57-EA3C-4775-B47C-8AEEF9E53735}"/>
              </a:ext>
            </a:extLst>
          </p:cNvPr>
          <p:cNvSpPr/>
          <p:nvPr userDrawn="1"/>
        </p:nvSpPr>
        <p:spPr>
          <a:xfrm>
            <a:off x="41208" y="613386"/>
            <a:ext cx="10074420" cy="6009294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3791395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F5B32B7-997B-42B1-8C3F-7AD4BE3DA059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8A481B2-8208-4BD0-B129-2BF662D46ED2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98F8CAFB-79EF-41F3-BE06-5499543B7C8A}"/>
              </a:ext>
            </a:extLst>
          </p:cNvPr>
          <p:cNvSpPr/>
          <p:nvPr userDrawn="1"/>
        </p:nvSpPr>
        <p:spPr>
          <a:xfrm>
            <a:off x="41208" y="34272"/>
            <a:ext cx="10071693" cy="579114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3344841E-4A4C-4852-B472-EA2B4CC0D543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1169B193-2F8F-419E-8588-61E5B5AE5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EEAD8D3F-E8E9-4ABD-A192-5493F78A5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8F0C5DA9-1C6B-4393-B6EA-B81281C56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3E3881FF-4544-43E1-BC6C-D925C82D587F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7B2FE4E-3015-4BD9-8461-04E7CBA3D935}"/>
              </a:ext>
            </a:extLst>
          </p:cNvPr>
          <p:cNvSpPr/>
          <p:nvPr userDrawn="1"/>
        </p:nvSpPr>
        <p:spPr>
          <a:xfrm>
            <a:off x="1706005" y="194218"/>
            <a:ext cx="3384376" cy="2732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0" dirty="0">
                <a:latin typeface="+mj-ea"/>
                <a:ea typeface="+mj-ea"/>
              </a:rPr>
              <a:t>서비스안내    주요기능    가입안내    고객센터  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FF5DBFD-A769-46DA-A18B-81BACB958030}"/>
              </a:ext>
            </a:extLst>
          </p:cNvPr>
          <p:cNvSpPr/>
          <p:nvPr userDrawn="1"/>
        </p:nvSpPr>
        <p:spPr>
          <a:xfrm>
            <a:off x="7699528" y="202394"/>
            <a:ext cx="234070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채널관리자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로그인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회원가입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256F817-A562-4A44-9495-3AED141506D4}"/>
              </a:ext>
            </a:extLst>
          </p:cNvPr>
          <p:cNvSpPr/>
          <p:nvPr userDrawn="1"/>
        </p:nvSpPr>
        <p:spPr>
          <a:xfrm>
            <a:off x="190304" y="719378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8B27587-50EA-492B-A2B6-6602FA3F4803}"/>
              </a:ext>
            </a:extLst>
          </p:cNvPr>
          <p:cNvSpPr/>
          <p:nvPr userDrawn="1"/>
        </p:nvSpPr>
        <p:spPr>
          <a:xfrm>
            <a:off x="7978306" y="719954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CD93462-7927-4826-8781-16F9C8D5360E}"/>
              </a:ext>
            </a:extLst>
          </p:cNvPr>
          <p:cNvSpPr/>
          <p:nvPr userDrawn="1"/>
        </p:nvSpPr>
        <p:spPr>
          <a:xfrm>
            <a:off x="41208" y="613385"/>
            <a:ext cx="10074420" cy="1802754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192247D-765A-4AF4-BE8C-FC0694454861}"/>
              </a:ext>
            </a:extLst>
          </p:cNvPr>
          <p:cNvSpPr/>
          <p:nvPr userDrawn="1"/>
        </p:nvSpPr>
        <p:spPr>
          <a:xfrm>
            <a:off x="190304" y="725450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8D77264-9228-4903-B423-4AA460700C37}"/>
              </a:ext>
            </a:extLst>
          </p:cNvPr>
          <p:cNvSpPr/>
          <p:nvPr userDrawn="1"/>
        </p:nvSpPr>
        <p:spPr>
          <a:xfrm>
            <a:off x="7978306" y="72602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242705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서브페이지 틀 로그인된 화면 맞춤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8D5E132E-F847-4E9F-A406-58AA2C0CD5B9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BF865ED-C935-4B17-9580-FD72E013D4B9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BE32008-C7E4-4153-A446-2150B7DC1E13}"/>
              </a:ext>
            </a:extLst>
          </p:cNvPr>
          <p:cNvSpPr/>
          <p:nvPr userDrawn="1"/>
        </p:nvSpPr>
        <p:spPr>
          <a:xfrm>
            <a:off x="41208" y="34272"/>
            <a:ext cx="10071693" cy="579114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C2D15C41-5627-4FE0-B922-9BC039E421A1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C8D0DC36-5FBF-445F-B156-01569E1F4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492DE393-EAA4-4D3E-AE20-EB6874339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5BC00BB7-F309-4026-A92D-35A6D258B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03B582E-FED5-4EB2-AFE6-C7344A8142A1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2B241A1-BBDB-430C-92E2-918136607412}"/>
              </a:ext>
            </a:extLst>
          </p:cNvPr>
          <p:cNvSpPr/>
          <p:nvPr userDrawn="1"/>
        </p:nvSpPr>
        <p:spPr>
          <a:xfrm>
            <a:off x="1706005" y="194218"/>
            <a:ext cx="3384376" cy="2732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0" dirty="0">
                <a:latin typeface="+mj-ea"/>
                <a:ea typeface="+mj-ea"/>
              </a:rPr>
              <a:t>서비스안내    주요기능    가입안내    고객센터  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B5CA6D1-D5BB-41DE-8882-CD7FC17394FF}"/>
              </a:ext>
            </a:extLst>
          </p:cNvPr>
          <p:cNvSpPr/>
          <p:nvPr userDrawn="1"/>
        </p:nvSpPr>
        <p:spPr>
          <a:xfrm>
            <a:off x="6281530" y="202394"/>
            <a:ext cx="3758703" cy="2532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ko-KR" altLang="en-US" sz="800" dirty="0">
                <a:latin typeface="+mj-ea"/>
                <a:ea typeface="+mj-ea"/>
              </a:rPr>
              <a:t>채널관리자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ko-KR" altLang="en-US" sz="800" dirty="0">
                <a:latin typeface="+mj-ea"/>
                <a:ea typeface="+mj-ea"/>
              </a:rPr>
              <a:t> </a:t>
            </a:r>
            <a:r>
              <a:rPr lang="ko-KR" altLang="en-US" sz="800" dirty="0" err="1">
                <a:latin typeface="+mj-ea"/>
                <a:ea typeface="+mj-ea"/>
              </a:rPr>
              <a:t>회원명</a:t>
            </a:r>
            <a:r>
              <a:rPr lang="ko-KR" altLang="en-US" sz="800" dirty="0">
                <a:latin typeface="+mj-ea"/>
                <a:ea typeface="+mj-ea"/>
              </a:rPr>
              <a:t> </a:t>
            </a:r>
            <a:r>
              <a:rPr lang="en-US" altLang="ko-KR" sz="800" dirty="0">
                <a:latin typeface="+mj-ea"/>
                <a:ea typeface="+mj-ea"/>
              </a:rPr>
              <a:t>[</a:t>
            </a:r>
            <a:r>
              <a:rPr lang="ko-KR" altLang="en-US" sz="800" dirty="0">
                <a:latin typeface="+mj-ea"/>
                <a:ea typeface="+mj-ea"/>
              </a:rPr>
              <a:t>로그아웃</a:t>
            </a:r>
            <a:r>
              <a:rPr lang="en-US" altLang="ko-KR" sz="800" dirty="0">
                <a:latin typeface="+mj-ea"/>
                <a:ea typeface="+mj-ea"/>
              </a:rPr>
              <a:t>]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ko-KR" altLang="en-US" sz="800" dirty="0">
                <a:latin typeface="+mj-ea"/>
                <a:ea typeface="+mj-ea"/>
              </a:rPr>
              <a:t>마이페이지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2750A54-B4F9-4C30-AECA-AAA5E1EBDD84}"/>
              </a:ext>
            </a:extLst>
          </p:cNvPr>
          <p:cNvSpPr/>
          <p:nvPr userDrawn="1"/>
        </p:nvSpPr>
        <p:spPr>
          <a:xfrm>
            <a:off x="190304" y="719378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1C9DBCE-11CB-4F62-9C5F-8C8A35D179EF}"/>
              </a:ext>
            </a:extLst>
          </p:cNvPr>
          <p:cNvSpPr/>
          <p:nvPr userDrawn="1"/>
        </p:nvSpPr>
        <p:spPr>
          <a:xfrm>
            <a:off x="7978306" y="719954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412E24E-C14F-46F5-8A16-1C9A590C176C}"/>
              </a:ext>
            </a:extLst>
          </p:cNvPr>
          <p:cNvSpPr/>
          <p:nvPr userDrawn="1"/>
        </p:nvSpPr>
        <p:spPr>
          <a:xfrm>
            <a:off x="41208" y="613386"/>
            <a:ext cx="10074420" cy="6009294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2709655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서브페이지 틀 로그인 후 긴 화면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86CEE144-B8D7-4284-9D42-7E8F43D9EAD2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E6915B9-4491-4498-A99C-7E1A0A72FCCB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94B60EF-5CD8-4FD8-A973-C95B64461502}"/>
              </a:ext>
            </a:extLst>
          </p:cNvPr>
          <p:cNvSpPr/>
          <p:nvPr userDrawn="1"/>
        </p:nvSpPr>
        <p:spPr>
          <a:xfrm>
            <a:off x="41208" y="34272"/>
            <a:ext cx="10071693" cy="579114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3B57086E-8133-4BDE-BA66-E395E94CA829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6AEBFE48-1698-4C67-B318-14EDD9A63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75E4993E-2EE9-40ED-8B8E-52A8F281A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C52A7BAA-EE36-4944-A10C-4DE79F5F4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33A3E9F-2290-428B-A927-7F0A4B344812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B9F1A8B-9955-449B-8829-BAE9987DA25B}"/>
              </a:ext>
            </a:extLst>
          </p:cNvPr>
          <p:cNvSpPr/>
          <p:nvPr userDrawn="1"/>
        </p:nvSpPr>
        <p:spPr>
          <a:xfrm>
            <a:off x="1706005" y="194218"/>
            <a:ext cx="3384376" cy="2732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0" dirty="0">
                <a:latin typeface="+mj-ea"/>
                <a:ea typeface="+mj-ea"/>
              </a:rPr>
              <a:t>서비스안내    주요기능    가입안내    고객센터  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9E8572E1-E73D-489E-8AC6-E6A274A1A83C}"/>
              </a:ext>
            </a:extLst>
          </p:cNvPr>
          <p:cNvSpPr/>
          <p:nvPr userDrawn="1"/>
        </p:nvSpPr>
        <p:spPr>
          <a:xfrm>
            <a:off x="6281530" y="202394"/>
            <a:ext cx="3758703" cy="2532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ko-KR" altLang="en-US" sz="800" dirty="0">
                <a:latin typeface="+mj-ea"/>
                <a:ea typeface="+mj-ea"/>
              </a:rPr>
              <a:t>채널관리자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ko-KR" altLang="en-US" sz="800" dirty="0">
                <a:latin typeface="+mj-ea"/>
                <a:ea typeface="+mj-ea"/>
              </a:rPr>
              <a:t> </a:t>
            </a:r>
            <a:r>
              <a:rPr lang="ko-KR" altLang="en-US" sz="800" dirty="0" err="1">
                <a:latin typeface="+mj-ea"/>
                <a:ea typeface="+mj-ea"/>
              </a:rPr>
              <a:t>회원명</a:t>
            </a:r>
            <a:r>
              <a:rPr lang="ko-KR" altLang="en-US" sz="800" dirty="0">
                <a:latin typeface="+mj-ea"/>
                <a:ea typeface="+mj-ea"/>
              </a:rPr>
              <a:t> </a:t>
            </a:r>
            <a:r>
              <a:rPr lang="en-US" altLang="ko-KR" sz="800" dirty="0">
                <a:latin typeface="+mj-ea"/>
                <a:ea typeface="+mj-ea"/>
              </a:rPr>
              <a:t>[</a:t>
            </a:r>
            <a:r>
              <a:rPr lang="ko-KR" altLang="en-US" sz="800" dirty="0">
                <a:latin typeface="+mj-ea"/>
                <a:ea typeface="+mj-ea"/>
              </a:rPr>
              <a:t>로그아웃</a:t>
            </a:r>
            <a:r>
              <a:rPr lang="en-US" altLang="ko-KR" sz="800" dirty="0">
                <a:latin typeface="+mj-ea"/>
                <a:ea typeface="+mj-ea"/>
              </a:rPr>
              <a:t>]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ko-KR" altLang="en-US" sz="800" dirty="0">
                <a:latin typeface="+mj-ea"/>
                <a:ea typeface="+mj-ea"/>
              </a:rPr>
              <a:t>마이페이지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83355E1-4624-4080-BCA8-DF0E169D4BE2}"/>
              </a:ext>
            </a:extLst>
          </p:cNvPr>
          <p:cNvSpPr/>
          <p:nvPr userDrawn="1"/>
        </p:nvSpPr>
        <p:spPr>
          <a:xfrm>
            <a:off x="41208" y="613384"/>
            <a:ext cx="10074420" cy="1130111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D2BB5A0-5058-4E95-8470-00E296692F13}"/>
              </a:ext>
            </a:extLst>
          </p:cNvPr>
          <p:cNvSpPr/>
          <p:nvPr userDrawn="1"/>
        </p:nvSpPr>
        <p:spPr>
          <a:xfrm>
            <a:off x="190304" y="719378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4CA1AF0-ED49-48B8-A4DE-5D6C540176CC}"/>
              </a:ext>
            </a:extLst>
          </p:cNvPr>
          <p:cNvSpPr/>
          <p:nvPr userDrawn="1"/>
        </p:nvSpPr>
        <p:spPr>
          <a:xfrm>
            <a:off x="7978306" y="719954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01932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로그인 배경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EC25B235-76B2-4A5F-82E0-4C360A373392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46825D2-3D71-42A0-8A18-A4811852CBCF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9DF997C1-269A-4F6A-A6E2-0EC222F65FCB}"/>
              </a:ext>
            </a:extLst>
          </p:cNvPr>
          <p:cNvSpPr/>
          <p:nvPr userDrawn="1"/>
        </p:nvSpPr>
        <p:spPr>
          <a:xfrm>
            <a:off x="41208" y="34272"/>
            <a:ext cx="10071693" cy="579114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E63B753F-55B1-44C2-A236-C8022F943F39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9BAF935F-5808-4FC8-BE7D-C782D80F1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EDAC25DA-F8E7-4BD9-94A7-65A3F1D1D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18B4DEA4-F8CB-49E9-A9C6-051CD74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F782591-E93C-43E3-9F98-19E686AB794E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70F135B-2E5C-4E9C-82BE-A4422E921348}"/>
              </a:ext>
            </a:extLst>
          </p:cNvPr>
          <p:cNvSpPr/>
          <p:nvPr userDrawn="1"/>
        </p:nvSpPr>
        <p:spPr>
          <a:xfrm>
            <a:off x="1706005" y="194218"/>
            <a:ext cx="3384376" cy="2732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0" dirty="0">
                <a:latin typeface="+mj-ea"/>
                <a:ea typeface="+mj-ea"/>
              </a:rPr>
              <a:t>서비스안내    주요기능    가입안내    고객센터  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B6ADE39-9F03-4512-A166-764FE5C16C0A}"/>
              </a:ext>
            </a:extLst>
          </p:cNvPr>
          <p:cNvSpPr/>
          <p:nvPr userDrawn="1"/>
        </p:nvSpPr>
        <p:spPr>
          <a:xfrm>
            <a:off x="7699528" y="202394"/>
            <a:ext cx="234070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채널관리자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로그인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회원가입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3A880619-3E33-4B00-8400-C90BEF670C8A}"/>
              </a:ext>
            </a:extLst>
          </p:cNvPr>
          <p:cNvSpPr/>
          <p:nvPr userDrawn="1"/>
        </p:nvSpPr>
        <p:spPr>
          <a:xfrm>
            <a:off x="41208" y="613386"/>
            <a:ext cx="10074420" cy="6009294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6BAA8EB-38F4-46C2-9045-F9BB0E280471}"/>
              </a:ext>
            </a:extLst>
          </p:cNvPr>
          <p:cNvSpPr/>
          <p:nvPr userDrawn="1"/>
        </p:nvSpPr>
        <p:spPr>
          <a:xfrm>
            <a:off x="3518541" y="2019051"/>
            <a:ext cx="3116430" cy="2160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ID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를 입력 해 주세요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A579528-6DA1-45A0-BD38-359D96306491}"/>
              </a:ext>
            </a:extLst>
          </p:cNvPr>
          <p:cNvSpPr/>
          <p:nvPr userDrawn="1"/>
        </p:nvSpPr>
        <p:spPr>
          <a:xfrm>
            <a:off x="3518541" y="2308665"/>
            <a:ext cx="3116430" cy="2160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PW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를 입력 해 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9B4FEEF-2660-4B81-9F2A-D382B3F181DE}"/>
              </a:ext>
            </a:extLst>
          </p:cNvPr>
          <p:cNvSpPr/>
          <p:nvPr userDrawn="1"/>
        </p:nvSpPr>
        <p:spPr>
          <a:xfrm>
            <a:off x="3518541" y="2838043"/>
            <a:ext cx="3116430" cy="3032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/>
              <a:t>LOGIN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A33F8E4-3482-4CCF-9758-952B287BE92F}"/>
              </a:ext>
            </a:extLst>
          </p:cNvPr>
          <p:cNvSpPr/>
          <p:nvPr userDrawn="1"/>
        </p:nvSpPr>
        <p:spPr>
          <a:xfrm>
            <a:off x="3514781" y="3185397"/>
            <a:ext cx="3120189" cy="266754"/>
          </a:xfrm>
          <a:prstGeom prst="rect">
            <a:avLst/>
          </a:prstGeom>
          <a:solidFill>
            <a:srgbClr val="FF0000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회원가입</a:t>
            </a:r>
            <a:endParaRPr lang="ko-KR" altLang="en-US" sz="900" dirty="0">
              <a:solidFill>
                <a:schemeClr val="bg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7768AF3-0E20-4E63-830E-2B094DAA559C}"/>
              </a:ext>
            </a:extLst>
          </p:cNvPr>
          <p:cNvSpPr/>
          <p:nvPr userDrawn="1"/>
        </p:nvSpPr>
        <p:spPr>
          <a:xfrm>
            <a:off x="5226009" y="2572788"/>
            <a:ext cx="1408962" cy="2160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ID / PW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찾기</a:t>
            </a: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362A8D8-C311-4B79-894C-3C6FE1BA9635}"/>
              </a:ext>
            </a:extLst>
          </p:cNvPr>
          <p:cNvSpPr txBox="1"/>
          <p:nvPr userDrawn="1"/>
        </p:nvSpPr>
        <p:spPr>
          <a:xfrm>
            <a:off x="3427812" y="2572788"/>
            <a:ext cx="88998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□ </a:t>
            </a:r>
            <a:r>
              <a:rPr lang="ko-KR" altLang="en-US" sz="800" dirty="0"/>
              <a:t>아이디 저장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B8C07666-0EBF-4BBE-A04B-462C3BB5A244}"/>
              </a:ext>
            </a:extLst>
          </p:cNvPr>
          <p:cNvGrpSpPr/>
          <p:nvPr userDrawn="1"/>
        </p:nvGrpSpPr>
        <p:grpSpPr>
          <a:xfrm>
            <a:off x="3539377" y="3882681"/>
            <a:ext cx="3093375" cy="360040"/>
            <a:chOff x="2226770" y="4941168"/>
            <a:chExt cx="3093375" cy="360040"/>
          </a:xfrm>
        </p:grpSpPr>
        <p:sp>
          <p:nvSpPr>
            <p:cNvPr id="23" name="모서리가 둥근 직사각형 38">
              <a:extLst>
                <a:ext uri="{FF2B5EF4-FFF2-40B4-BE49-F238E27FC236}">
                  <a16:creationId xmlns:a16="http://schemas.microsoft.com/office/drawing/2014/main" id="{7B15E562-4773-4A29-BEB0-B267373F0452}"/>
                </a:ext>
              </a:extLst>
            </p:cNvPr>
            <p:cNvSpPr/>
            <p:nvPr/>
          </p:nvSpPr>
          <p:spPr>
            <a:xfrm>
              <a:off x="2226770" y="4941168"/>
              <a:ext cx="3093375" cy="360040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24" name="Picture 2">
              <a:extLst>
                <a:ext uri="{FF2B5EF4-FFF2-40B4-BE49-F238E27FC236}">
                  <a16:creationId xmlns:a16="http://schemas.microsoft.com/office/drawing/2014/main" id="{DDD16DB5-77F3-43AA-8AA0-F290FEFA9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15131" y="5029802"/>
              <a:ext cx="228564" cy="207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B297F9A6-2617-41D5-BC51-58FAD543653C}"/>
                </a:ext>
              </a:extLst>
            </p:cNvPr>
            <p:cNvCxnSpPr/>
            <p:nvPr/>
          </p:nvCxnSpPr>
          <p:spPr>
            <a:xfrm>
              <a:off x="2619471" y="5029802"/>
              <a:ext cx="0" cy="207136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DD17BD7-284E-40B0-90CC-67F4BB2F4D11}"/>
                </a:ext>
              </a:extLst>
            </p:cNvPr>
            <p:cNvSpPr txBox="1"/>
            <p:nvPr/>
          </p:nvSpPr>
          <p:spPr>
            <a:xfrm>
              <a:off x="2632574" y="5005772"/>
              <a:ext cx="141897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/>
                <a:t>카카오</a:t>
              </a:r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계정으로 로그인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A239BDC-A2EE-4917-862E-0C208B7AE728}"/>
                </a:ext>
              </a:extLst>
            </p:cNvPr>
            <p:cNvSpPr txBox="1"/>
            <p:nvPr/>
          </p:nvSpPr>
          <p:spPr>
            <a:xfrm>
              <a:off x="5047882" y="5009641"/>
              <a:ext cx="26481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/>
                <a:t>&gt;</a:t>
              </a:r>
              <a:endParaRPr lang="ko-KR" altLang="en-US" sz="900" dirty="0"/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56CFA59B-6277-4F3D-BEBD-5BEF78EADFA1}"/>
              </a:ext>
            </a:extLst>
          </p:cNvPr>
          <p:cNvGrpSpPr/>
          <p:nvPr userDrawn="1"/>
        </p:nvGrpSpPr>
        <p:grpSpPr>
          <a:xfrm>
            <a:off x="3541595" y="4306416"/>
            <a:ext cx="3093375" cy="360040"/>
            <a:chOff x="2228988" y="5679839"/>
            <a:chExt cx="3093375" cy="360040"/>
          </a:xfrm>
        </p:grpSpPr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851C4D96-E9D3-4AA1-A03C-9531D977A8E0}"/>
                </a:ext>
              </a:extLst>
            </p:cNvPr>
            <p:cNvGrpSpPr/>
            <p:nvPr/>
          </p:nvGrpSpPr>
          <p:grpSpPr>
            <a:xfrm>
              <a:off x="2228988" y="5679839"/>
              <a:ext cx="3093375" cy="360040"/>
              <a:chOff x="2226770" y="4941168"/>
              <a:chExt cx="3093375" cy="360040"/>
            </a:xfrm>
          </p:grpSpPr>
          <p:sp>
            <p:nvSpPr>
              <p:cNvPr id="31" name="모서리가 둥근 직사각형 44">
                <a:extLst>
                  <a:ext uri="{FF2B5EF4-FFF2-40B4-BE49-F238E27FC236}">
                    <a16:creationId xmlns:a16="http://schemas.microsoft.com/office/drawing/2014/main" id="{B7F74F50-109D-4648-8464-38E59148E26B}"/>
                  </a:ext>
                </a:extLst>
              </p:cNvPr>
              <p:cNvSpPr/>
              <p:nvPr/>
            </p:nvSpPr>
            <p:spPr>
              <a:xfrm>
                <a:off x="2226770" y="4941168"/>
                <a:ext cx="3093375" cy="360040"/>
              </a:xfrm>
              <a:prstGeom prst="round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32" name="직선 연결선 31">
                <a:extLst>
                  <a:ext uri="{FF2B5EF4-FFF2-40B4-BE49-F238E27FC236}">
                    <a16:creationId xmlns:a16="http://schemas.microsoft.com/office/drawing/2014/main" id="{A0B5660B-47BF-4277-BBB2-3A0534DE37E3}"/>
                  </a:ext>
                </a:extLst>
              </p:cNvPr>
              <p:cNvCxnSpPr/>
              <p:nvPr/>
            </p:nvCxnSpPr>
            <p:spPr>
              <a:xfrm>
                <a:off x="2619471" y="5029802"/>
                <a:ext cx="0" cy="207136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CC8CEE10-A50D-4D73-8F36-5E6C229DF6C9}"/>
                  </a:ext>
                </a:extLst>
              </p:cNvPr>
              <p:cNvSpPr txBox="1"/>
              <p:nvPr/>
            </p:nvSpPr>
            <p:spPr>
              <a:xfrm>
                <a:off x="2632574" y="5005772"/>
                <a:ext cx="1418978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900"/>
                  <a:t>네이버</a:t>
                </a:r>
                <a:r>
                  <a:rPr lang="ko-KR" altLang="en-US" sz="90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 계정으로 로그인</a:t>
                </a:r>
                <a:endPara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895819C0-1331-4C6D-AE4A-883DA5A9EB4F}"/>
                  </a:ext>
                </a:extLst>
              </p:cNvPr>
              <p:cNvSpPr txBox="1"/>
              <p:nvPr/>
            </p:nvSpPr>
            <p:spPr>
              <a:xfrm>
                <a:off x="5047882" y="5009641"/>
                <a:ext cx="26481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900"/>
                  <a:t>&gt;</a:t>
                </a:r>
                <a:endParaRPr lang="ko-KR" altLang="en-US" sz="900" dirty="0"/>
              </a:p>
            </p:txBody>
          </p:sp>
        </p:grpSp>
        <p:pic>
          <p:nvPicPr>
            <p:cNvPr id="30" name="Picture 3">
              <a:extLst>
                <a:ext uri="{FF2B5EF4-FFF2-40B4-BE49-F238E27FC236}">
                  <a16:creationId xmlns:a16="http://schemas.microsoft.com/office/drawing/2014/main" id="{2CF05DF5-8E1E-4E17-8FBC-59A935F50E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28275" y="5780792"/>
              <a:ext cx="202276" cy="1769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97D0D370-1AA5-48F4-BED4-E04B716C3AEB}"/>
              </a:ext>
            </a:extLst>
          </p:cNvPr>
          <p:cNvGrpSpPr/>
          <p:nvPr userDrawn="1"/>
        </p:nvGrpSpPr>
        <p:grpSpPr>
          <a:xfrm>
            <a:off x="3541595" y="4719624"/>
            <a:ext cx="3093375" cy="360040"/>
            <a:chOff x="2226770" y="4941168"/>
            <a:chExt cx="3093375" cy="360040"/>
          </a:xfrm>
        </p:grpSpPr>
        <p:sp>
          <p:nvSpPr>
            <p:cNvPr id="36" name="모서리가 둥근 직사각형 58">
              <a:extLst>
                <a:ext uri="{FF2B5EF4-FFF2-40B4-BE49-F238E27FC236}">
                  <a16:creationId xmlns:a16="http://schemas.microsoft.com/office/drawing/2014/main" id="{A6902B81-73EC-44CA-AE8C-F3044D0E971D}"/>
                </a:ext>
              </a:extLst>
            </p:cNvPr>
            <p:cNvSpPr/>
            <p:nvPr/>
          </p:nvSpPr>
          <p:spPr>
            <a:xfrm>
              <a:off x="2226770" y="4941168"/>
              <a:ext cx="3093375" cy="360040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60318853-E1AD-42D7-A26A-1CE3146F1FBA}"/>
                </a:ext>
              </a:extLst>
            </p:cNvPr>
            <p:cNvCxnSpPr/>
            <p:nvPr/>
          </p:nvCxnSpPr>
          <p:spPr>
            <a:xfrm>
              <a:off x="2619471" y="5029802"/>
              <a:ext cx="0" cy="207136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C72BCD5-DA32-4423-ACF3-FE4FE3A56A15}"/>
                </a:ext>
              </a:extLst>
            </p:cNvPr>
            <p:cNvSpPr txBox="1"/>
            <p:nvPr/>
          </p:nvSpPr>
          <p:spPr>
            <a:xfrm>
              <a:off x="2632574" y="5005772"/>
              <a:ext cx="1303562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 err="1"/>
                <a:t>구글</a:t>
              </a:r>
              <a:r>
                <a: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계정으로 로그인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4DF28A78-C7D0-45FD-85F0-2702E8949D8A}"/>
                </a:ext>
              </a:extLst>
            </p:cNvPr>
            <p:cNvSpPr txBox="1"/>
            <p:nvPr/>
          </p:nvSpPr>
          <p:spPr>
            <a:xfrm>
              <a:off x="5047882" y="5009641"/>
              <a:ext cx="26481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/>
                <a:t>&gt;</a:t>
              </a:r>
              <a:endParaRPr lang="ko-KR" altLang="en-US" sz="900" dirty="0"/>
            </a:p>
          </p:txBody>
        </p:sp>
      </p:grp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C5956686-E6E9-43A5-B47E-B5AF8AB66D85}"/>
              </a:ext>
            </a:extLst>
          </p:cNvPr>
          <p:cNvSpPr/>
          <p:nvPr userDrawn="1"/>
        </p:nvSpPr>
        <p:spPr>
          <a:xfrm>
            <a:off x="3518541" y="1632450"/>
            <a:ext cx="3116430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ko-KR" altLang="en-US" sz="1200" b="1" dirty="0"/>
              <a:t>로그인</a:t>
            </a:r>
          </a:p>
        </p:txBody>
      </p:sp>
      <p:pic>
        <p:nvPicPr>
          <p:cNvPr id="41" name="그림 40">
            <a:extLst>
              <a:ext uri="{FF2B5EF4-FFF2-40B4-BE49-F238E27FC236}">
                <a16:creationId xmlns:a16="http://schemas.microsoft.com/office/drawing/2014/main" id="{15E6F3D9-CB81-43D9-9890-A3E217920413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657859" y="4813045"/>
            <a:ext cx="173277" cy="169339"/>
          </a:xfrm>
          <a:prstGeom prst="rect">
            <a:avLst/>
          </a:prstGeom>
        </p:spPr>
      </p:pic>
      <p:sp>
        <p:nvSpPr>
          <p:cNvPr id="44" name="직사각형 43">
            <a:extLst>
              <a:ext uri="{FF2B5EF4-FFF2-40B4-BE49-F238E27FC236}">
                <a16:creationId xmlns:a16="http://schemas.microsoft.com/office/drawing/2014/main" id="{20297B4D-CAF4-4888-B84B-EDFFB67B72E0}"/>
              </a:ext>
            </a:extLst>
          </p:cNvPr>
          <p:cNvSpPr/>
          <p:nvPr userDrawn="1"/>
        </p:nvSpPr>
        <p:spPr>
          <a:xfrm>
            <a:off x="5110132" y="5288248"/>
            <a:ext cx="1522620" cy="2160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비회원 구매조회</a:t>
            </a: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923454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마이페이지 대시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445303E-EFAA-4443-ABEF-9EADCF1C8C35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A39C30-325E-4771-959E-BC47E4B0760B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446C593-07D3-4B08-927E-5FA5036BFE12}"/>
              </a:ext>
            </a:extLst>
          </p:cNvPr>
          <p:cNvSpPr/>
          <p:nvPr userDrawn="1"/>
        </p:nvSpPr>
        <p:spPr>
          <a:xfrm>
            <a:off x="41208" y="34272"/>
            <a:ext cx="10071693" cy="39509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C55A6F6-168C-4AAE-9E73-BE6C35C844A4}"/>
              </a:ext>
            </a:extLst>
          </p:cNvPr>
          <p:cNvGrpSpPr/>
          <p:nvPr userDrawn="1"/>
        </p:nvGrpSpPr>
        <p:grpSpPr>
          <a:xfrm>
            <a:off x="118741" y="94475"/>
            <a:ext cx="1148071" cy="273280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DECCDF17-0E6A-41AC-A5DF-4CF9847E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DE59B60A-B90F-414F-A3D0-387F51F57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5C7408C3-886E-477E-AEF5-BEFDB4447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8F564A0-DF22-4DAC-9329-258839F90BAF}"/>
                </a:ext>
              </a:extLst>
            </p:cNvPr>
            <p:cNvSpPr txBox="1"/>
            <p:nvPr/>
          </p:nvSpPr>
          <p:spPr>
            <a:xfrm>
              <a:off x="3335780" y="2018289"/>
              <a:ext cx="690867" cy="4706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ECACA91-4C02-44EB-ADA1-929AED91BC31}"/>
              </a:ext>
            </a:extLst>
          </p:cNvPr>
          <p:cNvSpPr/>
          <p:nvPr userDrawn="1"/>
        </p:nvSpPr>
        <p:spPr>
          <a:xfrm>
            <a:off x="7275443" y="104509"/>
            <a:ext cx="2765186" cy="2532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b="0" dirty="0">
                <a:latin typeface="+mj-ea"/>
                <a:ea typeface="+mj-ea"/>
              </a:rPr>
              <a:t>채널관리자  </a:t>
            </a:r>
            <a:r>
              <a:rPr lang="en-US" altLang="ko-KR" sz="800" b="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 </a:t>
            </a:r>
            <a:r>
              <a:rPr lang="ko-KR" altLang="en-US" sz="800" b="0" dirty="0" err="1">
                <a:latin typeface="+mj-ea"/>
                <a:ea typeface="+mj-ea"/>
              </a:rPr>
              <a:t>회원명</a:t>
            </a:r>
            <a:r>
              <a:rPr lang="ko-KR" altLang="en-US" sz="800" b="0" dirty="0">
                <a:latin typeface="+mj-ea"/>
                <a:ea typeface="+mj-ea"/>
              </a:rPr>
              <a:t>  </a:t>
            </a:r>
            <a:r>
              <a:rPr lang="en-US" altLang="ko-KR" sz="800" b="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ko-KR" altLang="en-US" sz="800" dirty="0">
                <a:latin typeface="+mj-ea"/>
                <a:ea typeface="+mj-ea"/>
              </a:rPr>
              <a:t>마이페이지</a:t>
            </a:r>
            <a:r>
              <a:rPr lang="en-US" altLang="ko-KR" sz="800" dirty="0">
                <a:latin typeface="+mj-ea"/>
                <a:ea typeface="+mj-ea"/>
              </a:rPr>
              <a:t> 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로그아웃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ED8EEC5C-9926-4AF9-BE83-EFDA3B3643F8}"/>
              </a:ext>
            </a:extLst>
          </p:cNvPr>
          <p:cNvSpPr/>
          <p:nvPr userDrawn="1"/>
        </p:nvSpPr>
        <p:spPr>
          <a:xfrm>
            <a:off x="118741" y="527576"/>
            <a:ext cx="1148071" cy="1428356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○ 주문목록 </a:t>
            </a:r>
            <a:r>
              <a:rPr lang="en-US" altLang="ko-KR" sz="800" dirty="0">
                <a:solidFill>
                  <a:schemeClr val="tx1"/>
                </a:solidFill>
              </a:rPr>
              <a:t>(16)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>
                <a:solidFill>
                  <a:schemeClr val="tx1"/>
                </a:solidFill>
              </a:rPr>
              <a:t>결제완료 </a:t>
            </a:r>
            <a:r>
              <a:rPr lang="en-US" altLang="ko-KR" sz="700" dirty="0">
                <a:solidFill>
                  <a:schemeClr val="tx1"/>
                </a:solidFill>
              </a:rPr>
              <a:t>(5)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 err="1">
                <a:solidFill>
                  <a:schemeClr val="tx1"/>
                </a:solidFill>
              </a:rPr>
              <a:t>배송대기중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en-US" altLang="ko-KR" sz="700" dirty="0">
                <a:solidFill>
                  <a:schemeClr val="tx1"/>
                </a:solidFill>
              </a:rPr>
              <a:t>(1)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 err="1">
                <a:solidFill>
                  <a:schemeClr val="tx1"/>
                </a:solidFill>
              </a:rPr>
              <a:t>배송중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en-US" altLang="ko-KR" sz="700" dirty="0">
                <a:solidFill>
                  <a:schemeClr val="tx1"/>
                </a:solidFill>
              </a:rPr>
              <a:t>(0)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>
                <a:solidFill>
                  <a:schemeClr val="tx1"/>
                </a:solidFill>
              </a:rPr>
              <a:t>구매확정 </a:t>
            </a:r>
            <a:r>
              <a:rPr lang="en-US" altLang="ko-KR" sz="700" dirty="0">
                <a:solidFill>
                  <a:schemeClr val="tx1"/>
                </a:solidFill>
              </a:rPr>
              <a:t>(5)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>
                <a:solidFill>
                  <a:schemeClr val="tx1"/>
                </a:solidFill>
              </a:rPr>
              <a:t>취소요청 </a:t>
            </a:r>
            <a:r>
              <a:rPr lang="en-US" altLang="ko-KR" sz="700" dirty="0">
                <a:solidFill>
                  <a:schemeClr val="tx1"/>
                </a:solidFill>
              </a:rPr>
              <a:t>(2)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>
                <a:solidFill>
                  <a:schemeClr val="tx1"/>
                </a:solidFill>
              </a:rPr>
              <a:t>반품신청 </a:t>
            </a:r>
            <a:r>
              <a:rPr lang="en-US" altLang="ko-KR" sz="700" dirty="0">
                <a:solidFill>
                  <a:schemeClr val="tx1"/>
                </a:solidFill>
              </a:rPr>
              <a:t>(3)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509662B-B900-447E-BD89-E06301F89A75}"/>
              </a:ext>
            </a:extLst>
          </p:cNvPr>
          <p:cNvSpPr/>
          <p:nvPr userDrawn="1"/>
        </p:nvSpPr>
        <p:spPr>
          <a:xfrm>
            <a:off x="1476347" y="170905"/>
            <a:ext cx="748156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주문목록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2823E677-AC9D-4CEC-8076-C65D25BABC77}"/>
              </a:ext>
            </a:extLst>
          </p:cNvPr>
          <p:cNvSpPr/>
          <p:nvPr userDrawn="1"/>
        </p:nvSpPr>
        <p:spPr>
          <a:xfrm>
            <a:off x="2296062" y="170905"/>
            <a:ext cx="888569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회원정보수정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C8D9E069-E5C9-49E2-8CF8-EDBC304A6AB3}"/>
              </a:ext>
            </a:extLst>
          </p:cNvPr>
          <p:cNvSpPr/>
          <p:nvPr userDrawn="1"/>
        </p:nvSpPr>
        <p:spPr>
          <a:xfrm>
            <a:off x="3256190" y="171431"/>
            <a:ext cx="63636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포인트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3EBFEA1-FB18-4307-8DE4-044E90F4EBEC}"/>
              </a:ext>
            </a:extLst>
          </p:cNvPr>
          <p:cNvSpPr/>
          <p:nvPr userDrawn="1"/>
        </p:nvSpPr>
        <p:spPr>
          <a:xfrm>
            <a:off x="4020832" y="170905"/>
            <a:ext cx="84285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    방문한 채널</a:t>
            </a:r>
          </a:p>
        </p:txBody>
      </p:sp>
      <p:graphicFrame>
        <p:nvGraphicFramePr>
          <p:cNvPr id="20" name="표 20">
            <a:extLst>
              <a:ext uri="{FF2B5EF4-FFF2-40B4-BE49-F238E27FC236}">
                <a16:creationId xmlns:a16="http://schemas.microsoft.com/office/drawing/2014/main" id="{1B8B0BD0-5D1C-49A0-9DE2-E40828719874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315905991"/>
              </p:ext>
            </p:extLst>
          </p:nvPr>
        </p:nvGraphicFramePr>
        <p:xfrm>
          <a:off x="40495" y="2188595"/>
          <a:ext cx="1305704" cy="1478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정보관리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</a:t>
                      </a:r>
                      <a:r>
                        <a:rPr lang="ko-KR" altLang="en-US" sz="700" dirty="0"/>
                        <a:t>회원 정보 수정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</a:t>
                      </a:r>
                      <a:r>
                        <a:rPr lang="ko-KR" altLang="en-US" sz="700" dirty="0" err="1"/>
                        <a:t>배송지</a:t>
                      </a:r>
                      <a:r>
                        <a:rPr lang="ko-KR" altLang="en-US" sz="700" dirty="0"/>
                        <a:t> 설정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</a:t>
                      </a:r>
                      <a:r>
                        <a:rPr lang="ko-KR" altLang="en-US" sz="700" dirty="0"/>
                        <a:t>회원 탈퇴 신청</a:t>
                      </a:r>
                      <a:endParaRPr lang="en-US" altLang="ko-KR" sz="700" dirty="0"/>
                    </a:p>
                    <a:p>
                      <a:pPr latinLnBrk="1"/>
                      <a:endParaRPr lang="en-US" altLang="ko-KR" sz="7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07698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방문한 채널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포인트 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D08312BF-CFD9-4FB3-9332-C04833507D6C}"/>
              </a:ext>
            </a:extLst>
          </p:cNvPr>
          <p:cNvSpPr txBox="1"/>
          <p:nvPr userDrawn="1"/>
        </p:nvSpPr>
        <p:spPr>
          <a:xfrm rot="10800000">
            <a:off x="1073023" y="4802327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80270F8-89D1-4991-98C9-0D3C5B50600A}"/>
              </a:ext>
            </a:extLst>
          </p:cNvPr>
          <p:cNvSpPr txBox="1"/>
          <p:nvPr userDrawn="1"/>
        </p:nvSpPr>
        <p:spPr>
          <a:xfrm>
            <a:off x="1110536" y="2158622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3" name="웃는 얼굴 22">
            <a:extLst>
              <a:ext uri="{FF2B5EF4-FFF2-40B4-BE49-F238E27FC236}">
                <a16:creationId xmlns:a16="http://schemas.microsoft.com/office/drawing/2014/main" id="{039C0CC5-AB1B-43A7-A241-0043528B0EC6}"/>
              </a:ext>
            </a:extLst>
          </p:cNvPr>
          <p:cNvSpPr/>
          <p:nvPr userDrawn="1"/>
        </p:nvSpPr>
        <p:spPr>
          <a:xfrm>
            <a:off x="1529408" y="20777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웃는 얼굴 23">
            <a:extLst>
              <a:ext uri="{FF2B5EF4-FFF2-40B4-BE49-F238E27FC236}">
                <a16:creationId xmlns:a16="http://schemas.microsoft.com/office/drawing/2014/main" id="{4D72814D-3FEC-4BCB-9432-C8795B9FB357}"/>
              </a:ext>
            </a:extLst>
          </p:cNvPr>
          <p:cNvSpPr/>
          <p:nvPr userDrawn="1"/>
        </p:nvSpPr>
        <p:spPr>
          <a:xfrm>
            <a:off x="2348177" y="20534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웃는 얼굴 24">
            <a:extLst>
              <a:ext uri="{FF2B5EF4-FFF2-40B4-BE49-F238E27FC236}">
                <a16:creationId xmlns:a16="http://schemas.microsoft.com/office/drawing/2014/main" id="{E96E2237-213D-42EF-9910-0B1F24307D31}"/>
              </a:ext>
            </a:extLst>
          </p:cNvPr>
          <p:cNvSpPr/>
          <p:nvPr userDrawn="1"/>
        </p:nvSpPr>
        <p:spPr>
          <a:xfrm>
            <a:off x="3315372" y="20291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웃는 얼굴 25">
            <a:extLst>
              <a:ext uri="{FF2B5EF4-FFF2-40B4-BE49-F238E27FC236}">
                <a16:creationId xmlns:a16="http://schemas.microsoft.com/office/drawing/2014/main" id="{9430D308-87BE-47EB-8CB8-D9A9C37743F9}"/>
              </a:ext>
            </a:extLst>
          </p:cNvPr>
          <p:cNvSpPr/>
          <p:nvPr userDrawn="1"/>
        </p:nvSpPr>
        <p:spPr>
          <a:xfrm>
            <a:off x="4084904" y="213898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6EB6307D-EE48-4FD9-9DC2-026F9F34716E}"/>
              </a:ext>
            </a:extLst>
          </p:cNvPr>
          <p:cNvGrpSpPr/>
          <p:nvPr userDrawn="1"/>
        </p:nvGrpSpPr>
        <p:grpSpPr>
          <a:xfrm>
            <a:off x="1442922" y="527576"/>
            <a:ext cx="8572543" cy="732442"/>
            <a:chOff x="1392927" y="445829"/>
            <a:chExt cx="8572543" cy="732442"/>
          </a:xfrm>
        </p:grpSpPr>
        <p:sp>
          <p:nvSpPr>
            <p:cNvPr id="29" name="사각형: 둥근 모서리 28">
              <a:extLst>
                <a:ext uri="{FF2B5EF4-FFF2-40B4-BE49-F238E27FC236}">
                  <a16:creationId xmlns:a16="http://schemas.microsoft.com/office/drawing/2014/main" id="{FB14C226-FB47-4E52-8996-FA1E19D6DAD5}"/>
                </a:ext>
              </a:extLst>
            </p:cNvPr>
            <p:cNvSpPr/>
            <p:nvPr/>
          </p:nvSpPr>
          <p:spPr>
            <a:xfrm>
              <a:off x="1392927" y="445829"/>
              <a:ext cx="8572543" cy="732442"/>
            </a:xfrm>
            <a:prstGeom prst="roundRect">
              <a:avLst>
                <a:gd name="adj" fmla="val 3328"/>
              </a:avLst>
            </a:prstGeom>
            <a:solidFill>
              <a:srgbClr val="4B525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956339D9-7990-4665-98CF-41D738794324}"/>
                </a:ext>
              </a:extLst>
            </p:cNvPr>
            <p:cNvSpPr/>
            <p:nvPr/>
          </p:nvSpPr>
          <p:spPr>
            <a:xfrm>
              <a:off x="1761361" y="586063"/>
              <a:ext cx="452430" cy="446277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4B525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BD5BDD-D49B-462E-B9E4-666819DA674B}"/>
                </a:ext>
              </a:extLst>
            </p:cNvPr>
            <p:cNvSpPr txBox="1"/>
            <p:nvPr/>
          </p:nvSpPr>
          <p:spPr>
            <a:xfrm>
              <a:off x="2173490" y="589137"/>
              <a:ext cx="569387" cy="44627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700" b="1" dirty="0">
                  <a:solidFill>
                    <a:schemeClr val="bg1"/>
                  </a:solidFill>
                </a:rPr>
                <a:t>전체</a:t>
              </a:r>
              <a:endParaRPr lang="en-US" altLang="ko-KR" sz="700" b="1" dirty="0">
                <a:solidFill>
                  <a:schemeClr val="bg1"/>
                </a:solidFill>
              </a:endParaRPr>
            </a:p>
            <a:p>
              <a:r>
                <a:rPr lang="en-US" altLang="ko-KR" sz="1600" b="1" dirty="0">
                  <a:solidFill>
                    <a:schemeClr val="bg1"/>
                  </a:solidFill>
                </a:rPr>
                <a:t>16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</a:rPr>
                <a:t>건</a:t>
              </a:r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A8F5A232-EED8-4FBF-88C1-F7625C018AFF}"/>
                </a:ext>
              </a:extLst>
            </p:cNvPr>
            <p:cNvSpPr/>
            <p:nvPr/>
          </p:nvSpPr>
          <p:spPr>
            <a:xfrm>
              <a:off x="2972737" y="586063"/>
              <a:ext cx="452430" cy="446277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4B525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E436AF1-9F09-4809-8E23-C4B35150380A}"/>
                </a:ext>
              </a:extLst>
            </p:cNvPr>
            <p:cNvSpPr txBox="1"/>
            <p:nvPr/>
          </p:nvSpPr>
          <p:spPr>
            <a:xfrm>
              <a:off x="3384866" y="589137"/>
              <a:ext cx="543739" cy="44627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700" b="1" dirty="0">
                  <a:solidFill>
                    <a:schemeClr val="bg1"/>
                  </a:solidFill>
                </a:rPr>
                <a:t>결제완료</a:t>
              </a:r>
              <a:endParaRPr lang="en-US" altLang="ko-KR" sz="700" b="1" dirty="0">
                <a:solidFill>
                  <a:schemeClr val="bg1"/>
                </a:solidFill>
              </a:endParaRPr>
            </a:p>
            <a:p>
              <a:r>
                <a:rPr lang="en-US" altLang="ko-KR" sz="1600" b="1" dirty="0">
                  <a:solidFill>
                    <a:schemeClr val="bg1"/>
                  </a:solidFill>
                </a:rPr>
                <a:t>5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</a:rPr>
                <a:t>건</a:t>
              </a:r>
            </a:p>
          </p:txBody>
        </p:sp>
        <p:sp>
          <p:nvSpPr>
            <p:cNvPr id="34" name="타원 33">
              <a:extLst>
                <a:ext uri="{FF2B5EF4-FFF2-40B4-BE49-F238E27FC236}">
                  <a16:creationId xmlns:a16="http://schemas.microsoft.com/office/drawing/2014/main" id="{7C6C4B36-1850-4849-BCC1-EBEC3EAB5D2C}"/>
                </a:ext>
              </a:extLst>
            </p:cNvPr>
            <p:cNvSpPr/>
            <p:nvPr/>
          </p:nvSpPr>
          <p:spPr>
            <a:xfrm>
              <a:off x="4085437" y="586063"/>
              <a:ext cx="452430" cy="446277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4B525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37468262-5423-4479-9380-44E06F7F7A34}"/>
                </a:ext>
              </a:extLst>
            </p:cNvPr>
            <p:cNvSpPr txBox="1"/>
            <p:nvPr/>
          </p:nvSpPr>
          <p:spPr>
            <a:xfrm>
              <a:off x="4497566" y="589137"/>
              <a:ext cx="633507" cy="44627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700" b="1" dirty="0" err="1">
                  <a:solidFill>
                    <a:schemeClr val="bg1"/>
                  </a:solidFill>
                </a:rPr>
                <a:t>배송대기중</a:t>
              </a:r>
              <a:endParaRPr lang="en-US" altLang="ko-KR" sz="700" b="1" dirty="0">
                <a:solidFill>
                  <a:schemeClr val="bg1"/>
                </a:solidFill>
              </a:endParaRPr>
            </a:p>
            <a:p>
              <a:r>
                <a:rPr lang="en-US" altLang="ko-KR" sz="1600" b="1" dirty="0">
                  <a:solidFill>
                    <a:schemeClr val="bg1"/>
                  </a:solidFill>
                </a:rPr>
                <a:t>1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</a:rPr>
                <a:t>건</a:t>
              </a:r>
            </a:p>
          </p:txBody>
        </p:sp>
        <p:sp>
          <p:nvSpPr>
            <p:cNvPr id="36" name="타원 35">
              <a:extLst>
                <a:ext uri="{FF2B5EF4-FFF2-40B4-BE49-F238E27FC236}">
                  <a16:creationId xmlns:a16="http://schemas.microsoft.com/office/drawing/2014/main" id="{105B1FF8-40C6-4985-8B25-A6529FB29B34}"/>
                </a:ext>
              </a:extLst>
            </p:cNvPr>
            <p:cNvSpPr/>
            <p:nvPr/>
          </p:nvSpPr>
          <p:spPr>
            <a:xfrm>
              <a:off x="5241795" y="579712"/>
              <a:ext cx="452430" cy="446277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4B525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CB9D022-875E-4AD4-A60E-B3A9455DF70D}"/>
                </a:ext>
              </a:extLst>
            </p:cNvPr>
            <p:cNvSpPr txBox="1"/>
            <p:nvPr/>
          </p:nvSpPr>
          <p:spPr>
            <a:xfrm>
              <a:off x="5653924" y="582786"/>
              <a:ext cx="453970" cy="44627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700" b="1" dirty="0" err="1">
                  <a:solidFill>
                    <a:schemeClr val="bg1"/>
                  </a:solidFill>
                </a:rPr>
                <a:t>배송중</a:t>
              </a:r>
              <a:endParaRPr lang="en-US" altLang="ko-KR" sz="700" b="1" dirty="0">
                <a:solidFill>
                  <a:schemeClr val="bg1"/>
                </a:solidFill>
              </a:endParaRPr>
            </a:p>
            <a:p>
              <a:r>
                <a:rPr lang="en-US" altLang="ko-KR" sz="1600" b="1" dirty="0">
                  <a:solidFill>
                    <a:schemeClr val="bg1"/>
                  </a:solidFill>
                </a:rPr>
                <a:t>0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</a:rPr>
                <a:t>건</a:t>
              </a:r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07B7203B-0923-48C6-8E03-8DBEBC80BE23}"/>
                </a:ext>
              </a:extLst>
            </p:cNvPr>
            <p:cNvSpPr/>
            <p:nvPr/>
          </p:nvSpPr>
          <p:spPr>
            <a:xfrm>
              <a:off x="6309338" y="579712"/>
              <a:ext cx="452430" cy="446277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4B525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8D3EA2B-B289-419C-A18A-D583B4704D80}"/>
                </a:ext>
              </a:extLst>
            </p:cNvPr>
            <p:cNvSpPr txBox="1"/>
            <p:nvPr/>
          </p:nvSpPr>
          <p:spPr>
            <a:xfrm>
              <a:off x="6721467" y="582786"/>
              <a:ext cx="543739" cy="44627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700" b="1" dirty="0">
                  <a:solidFill>
                    <a:schemeClr val="bg1"/>
                  </a:solidFill>
                </a:rPr>
                <a:t>구매확정</a:t>
              </a:r>
              <a:endParaRPr lang="en-US" altLang="ko-KR" sz="700" b="1" dirty="0">
                <a:solidFill>
                  <a:schemeClr val="bg1"/>
                </a:solidFill>
              </a:endParaRPr>
            </a:p>
            <a:p>
              <a:r>
                <a:rPr lang="en-US" altLang="ko-KR" sz="1600" b="1" dirty="0">
                  <a:solidFill>
                    <a:schemeClr val="bg1"/>
                  </a:solidFill>
                </a:rPr>
                <a:t>5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</a:rPr>
                <a:t>건</a:t>
              </a:r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C94E42F6-4353-431D-AAFF-39D4A57559D7}"/>
                </a:ext>
              </a:extLst>
            </p:cNvPr>
            <p:cNvSpPr/>
            <p:nvPr/>
          </p:nvSpPr>
          <p:spPr>
            <a:xfrm>
              <a:off x="7497092" y="576639"/>
              <a:ext cx="452430" cy="446277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4B525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3107C4F2-8BD7-445F-8D8E-03E75B5FAACA}"/>
                </a:ext>
              </a:extLst>
            </p:cNvPr>
            <p:cNvSpPr txBox="1"/>
            <p:nvPr/>
          </p:nvSpPr>
          <p:spPr>
            <a:xfrm>
              <a:off x="7909221" y="579713"/>
              <a:ext cx="543739" cy="44627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700" b="1" dirty="0">
                  <a:solidFill>
                    <a:schemeClr val="bg1"/>
                  </a:solidFill>
                </a:rPr>
                <a:t>취소요청</a:t>
              </a:r>
              <a:endParaRPr lang="en-US" altLang="ko-KR" sz="700" b="1" dirty="0">
                <a:solidFill>
                  <a:schemeClr val="bg1"/>
                </a:solidFill>
              </a:endParaRPr>
            </a:p>
            <a:p>
              <a:r>
                <a:rPr lang="en-US" altLang="ko-KR" sz="1600" b="1" dirty="0">
                  <a:solidFill>
                    <a:schemeClr val="bg1"/>
                  </a:solidFill>
                </a:rPr>
                <a:t>2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</a:rPr>
                <a:t>건</a:t>
              </a:r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3B7E8400-1DE1-4D1A-95C5-D1B286779F89}"/>
                </a:ext>
              </a:extLst>
            </p:cNvPr>
            <p:cNvSpPr/>
            <p:nvPr/>
          </p:nvSpPr>
          <p:spPr>
            <a:xfrm>
              <a:off x="8677528" y="576639"/>
              <a:ext cx="452430" cy="446277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4B525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66256AC9-E715-4ED3-9670-9CB50E754F56}"/>
                </a:ext>
              </a:extLst>
            </p:cNvPr>
            <p:cNvSpPr txBox="1"/>
            <p:nvPr/>
          </p:nvSpPr>
          <p:spPr>
            <a:xfrm>
              <a:off x="9089657" y="579713"/>
              <a:ext cx="543739" cy="44627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700" b="1" dirty="0">
                  <a:solidFill>
                    <a:schemeClr val="bg1"/>
                  </a:solidFill>
                </a:rPr>
                <a:t>반품신청</a:t>
              </a:r>
              <a:endParaRPr lang="en-US" altLang="ko-KR" sz="700" b="1" dirty="0">
                <a:solidFill>
                  <a:schemeClr val="bg1"/>
                </a:solidFill>
              </a:endParaRPr>
            </a:p>
            <a:p>
              <a:r>
                <a:rPr lang="en-US" altLang="ko-KR" sz="1600" b="1" dirty="0">
                  <a:solidFill>
                    <a:schemeClr val="bg1"/>
                  </a:solidFill>
                </a:rPr>
                <a:t>3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</a:rPr>
                <a:t>건</a:t>
              </a:r>
            </a:p>
          </p:txBody>
        </p:sp>
        <p:pic>
          <p:nvPicPr>
            <p:cNvPr id="44" name="그래픽 43" descr="세계">
              <a:extLst>
                <a:ext uri="{FF2B5EF4-FFF2-40B4-BE49-F238E27FC236}">
                  <a16:creationId xmlns:a16="http://schemas.microsoft.com/office/drawing/2014/main" id="{56760FE8-1701-481B-AEF8-5BD175B8F45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820291" y="645173"/>
              <a:ext cx="339444" cy="339444"/>
            </a:xfrm>
            <a:prstGeom prst="rect">
              <a:avLst/>
            </a:prstGeom>
          </p:spPr>
        </p:pic>
        <p:pic>
          <p:nvPicPr>
            <p:cNvPr id="45" name="그래픽 44" descr="연필">
              <a:extLst>
                <a:ext uri="{FF2B5EF4-FFF2-40B4-BE49-F238E27FC236}">
                  <a16:creationId xmlns:a16="http://schemas.microsoft.com/office/drawing/2014/main" id="{DEA1B39A-1395-4D7B-9DD6-35BA0E2D31B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063455" y="660475"/>
              <a:ext cx="297452" cy="297452"/>
            </a:xfrm>
            <a:prstGeom prst="rect">
              <a:avLst/>
            </a:prstGeom>
          </p:spPr>
        </p:pic>
        <p:pic>
          <p:nvPicPr>
            <p:cNvPr id="46" name="그래픽 45" descr="질문">
              <a:extLst>
                <a:ext uri="{FF2B5EF4-FFF2-40B4-BE49-F238E27FC236}">
                  <a16:creationId xmlns:a16="http://schemas.microsoft.com/office/drawing/2014/main" id="{9BFA8A7E-5F04-4B3F-8C3C-BBEF20707A7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531263" y="593898"/>
              <a:ext cx="378617" cy="378617"/>
            </a:xfrm>
            <a:prstGeom prst="rect">
              <a:avLst/>
            </a:prstGeom>
          </p:spPr>
        </p:pic>
        <p:pic>
          <p:nvPicPr>
            <p:cNvPr id="47" name="그래픽 46" descr="재활용 기호">
              <a:extLst>
                <a:ext uri="{FF2B5EF4-FFF2-40B4-BE49-F238E27FC236}">
                  <a16:creationId xmlns:a16="http://schemas.microsoft.com/office/drawing/2014/main" id="{ED24E93F-1E34-45F9-AB1A-637C76C8253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744473" y="617080"/>
              <a:ext cx="355435" cy="355435"/>
            </a:xfrm>
            <a:prstGeom prst="rect">
              <a:avLst/>
            </a:prstGeom>
          </p:spPr>
        </p:pic>
        <p:pic>
          <p:nvPicPr>
            <p:cNvPr id="48" name="그래픽 47" descr="확인 표시">
              <a:extLst>
                <a:ext uri="{FF2B5EF4-FFF2-40B4-BE49-F238E27FC236}">
                  <a16:creationId xmlns:a16="http://schemas.microsoft.com/office/drawing/2014/main" id="{C370C55F-1E36-4391-B90C-0791192A292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175279" y="668273"/>
              <a:ext cx="288755" cy="288755"/>
            </a:xfrm>
            <a:prstGeom prst="rect">
              <a:avLst/>
            </a:prstGeom>
          </p:spPr>
        </p:pic>
        <p:pic>
          <p:nvPicPr>
            <p:cNvPr id="49" name="그래픽 48" descr="악수">
              <a:extLst>
                <a:ext uri="{FF2B5EF4-FFF2-40B4-BE49-F238E27FC236}">
                  <a16:creationId xmlns:a16="http://schemas.microsoft.com/office/drawing/2014/main" id="{17E43203-1748-4943-9A3B-1D1ECC459E9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373844" y="655104"/>
              <a:ext cx="308194" cy="308194"/>
            </a:xfrm>
            <a:prstGeom prst="rect">
              <a:avLst/>
            </a:prstGeom>
          </p:spPr>
        </p:pic>
      </p:grpSp>
      <p:pic>
        <p:nvPicPr>
          <p:cNvPr id="50" name="그래픽 49" descr="확인 표시">
            <a:extLst>
              <a:ext uri="{FF2B5EF4-FFF2-40B4-BE49-F238E27FC236}">
                <a16:creationId xmlns:a16="http://schemas.microsoft.com/office/drawing/2014/main" id="{E51A9DA0-96E1-431D-B5CB-D7E672F0EB2D}"/>
              </a:ext>
            </a:extLst>
          </p:cNvPr>
          <p:cNvPicPr>
            <a:picLocks noChangeAspect="1"/>
          </p:cNvPicPr>
          <p:nvPr userDrawn="1"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5390937" y="726920"/>
            <a:ext cx="288755" cy="288755"/>
          </a:xfrm>
          <a:prstGeom prst="rect">
            <a:avLst/>
          </a:prstGeom>
        </p:spPr>
      </p:pic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7E71DDC4-C210-426F-8BED-AB3F046F21CE}"/>
              </a:ext>
            </a:extLst>
          </p:cNvPr>
          <p:cNvSpPr/>
          <p:nvPr userDrawn="1"/>
        </p:nvSpPr>
        <p:spPr>
          <a:xfrm>
            <a:off x="101451" y="5500185"/>
            <a:ext cx="1197111" cy="286962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 err="1">
                <a:solidFill>
                  <a:schemeClr val="tx1"/>
                </a:solidFill>
              </a:rPr>
              <a:t>채널명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001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CC320FCB-D102-4B12-9C26-88FCA0450FDE}"/>
              </a:ext>
            </a:extLst>
          </p:cNvPr>
          <p:cNvSpPr/>
          <p:nvPr userDrawn="1"/>
        </p:nvSpPr>
        <p:spPr>
          <a:xfrm>
            <a:off x="101451" y="5854939"/>
            <a:ext cx="1197111" cy="286962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 err="1">
                <a:solidFill>
                  <a:schemeClr val="tx1"/>
                </a:solidFill>
              </a:rPr>
              <a:t>채널명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002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E51CF7FA-1E80-4EC5-84D6-5C8EFBE5B423}"/>
              </a:ext>
            </a:extLst>
          </p:cNvPr>
          <p:cNvSpPr/>
          <p:nvPr userDrawn="1"/>
        </p:nvSpPr>
        <p:spPr>
          <a:xfrm>
            <a:off x="101451" y="6203516"/>
            <a:ext cx="1197111" cy="286962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 err="1">
                <a:solidFill>
                  <a:schemeClr val="tx1"/>
                </a:solidFill>
              </a:rPr>
              <a:t>채널명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003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9872A20-307F-41D2-86FF-C56F1E7E6A5E}"/>
              </a:ext>
            </a:extLst>
          </p:cNvPr>
          <p:cNvSpPr txBox="1"/>
          <p:nvPr userDrawn="1"/>
        </p:nvSpPr>
        <p:spPr>
          <a:xfrm>
            <a:off x="32901" y="5252991"/>
            <a:ext cx="118203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bg1">
                    <a:lumMod val="50000"/>
                  </a:schemeClr>
                </a:solidFill>
              </a:rPr>
              <a:t> 서브관리 채널목록</a:t>
            </a:r>
          </a:p>
        </p:txBody>
      </p:sp>
      <p:graphicFrame>
        <p:nvGraphicFramePr>
          <p:cNvPr id="54" name="표 20">
            <a:extLst>
              <a:ext uri="{FF2B5EF4-FFF2-40B4-BE49-F238E27FC236}">
                <a16:creationId xmlns:a16="http://schemas.microsoft.com/office/drawing/2014/main" id="{6626525A-F185-45B6-8F45-91EA2DEE4A5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179968863"/>
              </p:ext>
            </p:extLst>
          </p:nvPr>
        </p:nvGraphicFramePr>
        <p:xfrm>
          <a:off x="44781" y="4149991"/>
          <a:ext cx="1305704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서비스 안내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202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주요기능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가입안내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868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고객센터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359119"/>
                  </a:ext>
                </a:extLst>
              </a:tr>
            </a:tbl>
          </a:graphicData>
        </a:graphic>
      </p:graphicFrame>
      <p:sp>
        <p:nvSpPr>
          <p:cNvPr id="56" name="TextBox 55">
            <a:extLst>
              <a:ext uri="{FF2B5EF4-FFF2-40B4-BE49-F238E27FC236}">
                <a16:creationId xmlns:a16="http://schemas.microsoft.com/office/drawing/2014/main" id="{D04D2C44-2882-4046-B9E1-BBE1D951114D}"/>
              </a:ext>
            </a:extLst>
          </p:cNvPr>
          <p:cNvSpPr txBox="1"/>
          <p:nvPr userDrawn="1"/>
        </p:nvSpPr>
        <p:spPr>
          <a:xfrm>
            <a:off x="18077" y="3920813"/>
            <a:ext cx="118203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altLang="ko-KR" sz="800" b="1" dirty="0">
                <a:solidFill>
                  <a:schemeClr val="bg1">
                    <a:lumMod val="50000"/>
                  </a:schemeClr>
                </a:solidFill>
              </a:rPr>
              <a:t>Me9 Market </a:t>
            </a:r>
            <a:endParaRPr lang="ko-KR" altLang="en-US" sz="800" b="1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4D5C5E2-0228-4EFA-86E1-9105D7CC4C3F}"/>
              </a:ext>
            </a:extLst>
          </p:cNvPr>
          <p:cNvSpPr/>
          <p:nvPr userDrawn="1"/>
        </p:nvSpPr>
        <p:spPr>
          <a:xfrm>
            <a:off x="41208" y="429370"/>
            <a:ext cx="1304991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703CF45E-AAFB-4B32-8C38-89F028A68EA8}"/>
              </a:ext>
            </a:extLst>
          </p:cNvPr>
          <p:cNvGrpSpPr/>
          <p:nvPr userDrawn="1"/>
        </p:nvGrpSpPr>
        <p:grpSpPr>
          <a:xfrm>
            <a:off x="1457921" y="1312333"/>
            <a:ext cx="2360546" cy="1740455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59" name="Border">
              <a:extLst>
                <a:ext uri="{FF2B5EF4-FFF2-40B4-BE49-F238E27FC236}">
                  <a16:creationId xmlns:a16="http://schemas.microsoft.com/office/drawing/2014/main" id="{2BFC8CE1-E7DE-4698-BB85-30A003389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" name="Line 2">
              <a:extLst>
                <a:ext uri="{FF2B5EF4-FFF2-40B4-BE49-F238E27FC236}">
                  <a16:creationId xmlns:a16="http://schemas.microsoft.com/office/drawing/2014/main" id="{4E2AAB49-FFE3-476A-849D-DBD6CCD98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1" name="Line 1">
              <a:extLst>
                <a:ext uri="{FF2B5EF4-FFF2-40B4-BE49-F238E27FC236}">
                  <a16:creationId xmlns:a16="http://schemas.microsoft.com/office/drawing/2014/main" id="{939CA5A6-B7B8-4DA6-B8CF-34A4FB530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03994735-77BA-4262-8A8F-62E483301104}"/>
                </a:ext>
              </a:extLst>
            </p:cNvPr>
            <p:cNvSpPr txBox="1"/>
            <p:nvPr/>
          </p:nvSpPr>
          <p:spPr>
            <a:xfrm>
              <a:off x="3436653" y="2214018"/>
              <a:ext cx="481941" cy="791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1B752C31-B517-4AA7-B790-41AC0861427B}"/>
              </a:ext>
            </a:extLst>
          </p:cNvPr>
          <p:cNvGrpSpPr/>
          <p:nvPr userDrawn="1"/>
        </p:nvGrpSpPr>
        <p:grpSpPr>
          <a:xfrm>
            <a:off x="1457921" y="3132667"/>
            <a:ext cx="2360546" cy="2794000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64" name="Border">
              <a:extLst>
                <a:ext uri="{FF2B5EF4-FFF2-40B4-BE49-F238E27FC236}">
                  <a16:creationId xmlns:a16="http://schemas.microsoft.com/office/drawing/2014/main" id="{9741106B-9568-4B98-AB38-5A054770C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" name="Line 2">
              <a:extLst>
                <a:ext uri="{FF2B5EF4-FFF2-40B4-BE49-F238E27FC236}">
                  <a16:creationId xmlns:a16="http://schemas.microsoft.com/office/drawing/2014/main" id="{B0B71312-A69F-452F-AA10-C170A29A2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6" name="Line 1">
              <a:extLst>
                <a:ext uri="{FF2B5EF4-FFF2-40B4-BE49-F238E27FC236}">
                  <a16:creationId xmlns:a16="http://schemas.microsoft.com/office/drawing/2014/main" id="{3C3B65A1-FDE3-4E62-9241-E082FE20C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057C2E78-587C-43CA-AB8B-BCA239CAEAD4}"/>
                </a:ext>
              </a:extLst>
            </p:cNvPr>
            <p:cNvSpPr txBox="1"/>
            <p:nvPr/>
          </p:nvSpPr>
          <p:spPr>
            <a:xfrm>
              <a:off x="3408043" y="2230930"/>
              <a:ext cx="535320" cy="49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F253E987-F82F-4F0D-9798-8F1649B790C7}"/>
              </a:ext>
            </a:extLst>
          </p:cNvPr>
          <p:cNvGrpSpPr/>
          <p:nvPr userDrawn="1"/>
        </p:nvGrpSpPr>
        <p:grpSpPr>
          <a:xfrm>
            <a:off x="3880362" y="1322638"/>
            <a:ext cx="4236838" cy="4604029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69" name="Border">
              <a:extLst>
                <a:ext uri="{FF2B5EF4-FFF2-40B4-BE49-F238E27FC236}">
                  <a16:creationId xmlns:a16="http://schemas.microsoft.com/office/drawing/2014/main" id="{0FDA40F2-2FAA-4F9F-A7CC-D34891C4E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0" name="Line 2">
              <a:extLst>
                <a:ext uri="{FF2B5EF4-FFF2-40B4-BE49-F238E27FC236}">
                  <a16:creationId xmlns:a16="http://schemas.microsoft.com/office/drawing/2014/main" id="{86CE3A13-0E0E-4823-A0BA-E94BE88CF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1" name="Line 1">
              <a:extLst>
                <a:ext uri="{FF2B5EF4-FFF2-40B4-BE49-F238E27FC236}">
                  <a16:creationId xmlns:a16="http://schemas.microsoft.com/office/drawing/2014/main" id="{2E4B3086-09A9-4168-8C8B-89ED8667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E5530CD0-2C3E-4F40-BD66-63EC4BA5E878}"/>
                </a:ext>
              </a:extLst>
            </p:cNvPr>
            <p:cNvSpPr txBox="1"/>
            <p:nvPr/>
          </p:nvSpPr>
          <p:spPr>
            <a:xfrm>
              <a:off x="3544167" y="2238595"/>
              <a:ext cx="272249" cy="2993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654732A7-3622-4D19-8C18-09A0CD71AB48}"/>
              </a:ext>
            </a:extLst>
          </p:cNvPr>
          <p:cNvGrpSpPr/>
          <p:nvPr userDrawn="1"/>
        </p:nvGrpSpPr>
        <p:grpSpPr>
          <a:xfrm>
            <a:off x="8179095" y="1322638"/>
            <a:ext cx="1804532" cy="4604029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4" name="Border">
              <a:extLst>
                <a:ext uri="{FF2B5EF4-FFF2-40B4-BE49-F238E27FC236}">
                  <a16:creationId xmlns:a16="http://schemas.microsoft.com/office/drawing/2014/main" id="{ECF42962-0AF9-4080-BD11-A754BE231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" name="Line 2">
              <a:extLst>
                <a:ext uri="{FF2B5EF4-FFF2-40B4-BE49-F238E27FC236}">
                  <a16:creationId xmlns:a16="http://schemas.microsoft.com/office/drawing/2014/main" id="{DBA1FDFD-987E-49AD-9B8E-9134DCF05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6" name="Line 1">
              <a:extLst>
                <a:ext uri="{FF2B5EF4-FFF2-40B4-BE49-F238E27FC236}">
                  <a16:creationId xmlns:a16="http://schemas.microsoft.com/office/drawing/2014/main" id="{0A7A8C60-D0DB-4405-B6A2-D02EF3A7F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44CDCF6-796D-49D1-BD8B-09AE57A8C8B3}"/>
                </a:ext>
              </a:extLst>
            </p:cNvPr>
            <p:cNvSpPr txBox="1"/>
            <p:nvPr/>
          </p:nvSpPr>
          <p:spPr>
            <a:xfrm>
              <a:off x="3359793" y="2238595"/>
              <a:ext cx="642844" cy="2993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0321FF6D-D5AB-4A40-8FB0-717283C9700C}"/>
              </a:ext>
            </a:extLst>
          </p:cNvPr>
          <p:cNvSpPr/>
          <p:nvPr userDrawn="1"/>
        </p:nvSpPr>
        <p:spPr>
          <a:xfrm>
            <a:off x="1347681" y="6006546"/>
            <a:ext cx="8753052" cy="618064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Footer </a:t>
            </a:r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</a:p>
        </p:txBody>
      </p:sp>
    </p:spTree>
    <p:extLst>
      <p:ext uri="{BB962C8B-B14F-4D97-AF65-F5344CB8AC3E}">
        <p14:creationId xmlns:p14="http://schemas.microsoft.com/office/powerpoint/2010/main" val="413670260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마이페이지 기본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605EB3FE-840F-4EF5-9033-AEA247AA349D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F3ADF11-B500-4F1F-9425-9A4206C95698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1EE8C42-4447-4ABF-B019-DBAAC2F5B704}"/>
              </a:ext>
            </a:extLst>
          </p:cNvPr>
          <p:cNvSpPr/>
          <p:nvPr userDrawn="1"/>
        </p:nvSpPr>
        <p:spPr>
          <a:xfrm>
            <a:off x="41208" y="34272"/>
            <a:ext cx="10071693" cy="39509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271E5BA9-5F15-40D8-B41F-7E9A2E6D410E}"/>
              </a:ext>
            </a:extLst>
          </p:cNvPr>
          <p:cNvGrpSpPr/>
          <p:nvPr userDrawn="1"/>
        </p:nvGrpSpPr>
        <p:grpSpPr>
          <a:xfrm>
            <a:off x="118741" y="94475"/>
            <a:ext cx="1148071" cy="273280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F9AB7030-82F1-4D0A-BB74-93A1FE8B0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60965009-092E-411F-B241-49E3CEC45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4FEB3E1A-4091-4ECD-B830-5B00388F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7AA3F6C-E931-4772-B894-ACDAB4151BE9}"/>
                </a:ext>
              </a:extLst>
            </p:cNvPr>
            <p:cNvSpPr txBox="1"/>
            <p:nvPr/>
          </p:nvSpPr>
          <p:spPr>
            <a:xfrm>
              <a:off x="3335780" y="2018289"/>
              <a:ext cx="690867" cy="4706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203397B6-76A3-47B0-9135-EF8F5664C7CF}"/>
              </a:ext>
            </a:extLst>
          </p:cNvPr>
          <p:cNvSpPr/>
          <p:nvPr userDrawn="1"/>
        </p:nvSpPr>
        <p:spPr>
          <a:xfrm>
            <a:off x="118741" y="527576"/>
            <a:ext cx="1148071" cy="1428356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○ 주문목록 </a:t>
            </a:r>
            <a:r>
              <a:rPr lang="en-US" altLang="ko-KR" sz="800" dirty="0">
                <a:solidFill>
                  <a:schemeClr val="tx1"/>
                </a:solidFill>
              </a:rPr>
              <a:t>(16)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>
                <a:solidFill>
                  <a:schemeClr val="tx1"/>
                </a:solidFill>
              </a:rPr>
              <a:t>결제완료 </a:t>
            </a:r>
            <a:r>
              <a:rPr lang="en-US" altLang="ko-KR" sz="700" dirty="0">
                <a:solidFill>
                  <a:schemeClr val="tx1"/>
                </a:solidFill>
              </a:rPr>
              <a:t>(5)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 err="1">
                <a:solidFill>
                  <a:schemeClr val="tx1"/>
                </a:solidFill>
              </a:rPr>
              <a:t>배송대기중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en-US" altLang="ko-KR" sz="700" dirty="0">
                <a:solidFill>
                  <a:schemeClr val="tx1"/>
                </a:solidFill>
              </a:rPr>
              <a:t>(1)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 err="1">
                <a:solidFill>
                  <a:schemeClr val="tx1"/>
                </a:solidFill>
              </a:rPr>
              <a:t>배송중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en-US" altLang="ko-KR" sz="700" dirty="0">
                <a:solidFill>
                  <a:schemeClr val="tx1"/>
                </a:solidFill>
              </a:rPr>
              <a:t>(0)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>
                <a:solidFill>
                  <a:schemeClr val="tx1"/>
                </a:solidFill>
              </a:rPr>
              <a:t>구매확정 </a:t>
            </a:r>
            <a:r>
              <a:rPr lang="en-US" altLang="ko-KR" sz="700" dirty="0">
                <a:solidFill>
                  <a:schemeClr val="tx1"/>
                </a:solidFill>
              </a:rPr>
              <a:t>(5)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>
                <a:solidFill>
                  <a:schemeClr val="tx1"/>
                </a:solidFill>
              </a:rPr>
              <a:t>취소요청 </a:t>
            </a:r>
            <a:r>
              <a:rPr lang="en-US" altLang="ko-KR" sz="700" dirty="0">
                <a:solidFill>
                  <a:schemeClr val="tx1"/>
                </a:solidFill>
              </a:rPr>
              <a:t>(2)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>
                <a:solidFill>
                  <a:schemeClr val="tx1"/>
                </a:solidFill>
              </a:rPr>
              <a:t>반품신청 </a:t>
            </a:r>
            <a:r>
              <a:rPr lang="en-US" altLang="ko-KR" sz="700" dirty="0">
                <a:solidFill>
                  <a:schemeClr val="tx1"/>
                </a:solidFill>
              </a:rPr>
              <a:t>(3)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3EBAF205-8D81-45B3-9CE7-D4F5B75B4FAF}"/>
              </a:ext>
            </a:extLst>
          </p:cNvPr>
          <p:cNvSpPr/>
          <p:nvPr userDrawn="1"/>
        </p:nvSpPr>
        <p:spPr>
          <a:xfrm>
            <a:off x="1476347" y="170905"/>
            <a:ext cx="748156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주문목록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94D21CD-11F0-4728-A4FF-2789F19300D7}"/>
              </a:ext>
            </a:extLst>
          </p:cNvPr>
          <p:cNvSpPr/>
          <p:nvPr userDrawn="1"/>
        </p:nvSpPr>
        <p:spPr>
          <a:xfrm>
            <a:off x="2296062" y="170905"/>
            <a:ext cx="888569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회원정보수정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269C0A00-FD4E-4645-8EF5-2B9F4B93C00F}"/>
              </a:ext>
            </a:extLst>
          </p:cNvPr>
          <p:cNvSpPr/>
          <p:nvPr userDrawn="1"/>
        </p:nvSpPr>
        <p:spPr>
          <a:xfrm>
            <a:off x="3256190" y="171431"/>
            <a:ext cx="63636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포인트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E214BD9D-E49F-48FD-963D-51D876EC0D5D}"/>
              </a:ext>
            </a:extLst>
          </p:cNvPr>
          <p:cNvSpPr/>
          <p:nvPr userDrawn="1"/>
        </p:nvSpPr>
        <p:spPr>
          <a:xfrm>
            <a:off x="4020832" y="170905"/>
            <a:ext cx="84285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    방문한 채널</a:t>
            </a:r>
          </a:p>
        </p:txBody>
      </p:sp>
      <p:graphicFrame>
        <p:nvGraphicFramePr>
          <p:cNvPr id="17" name="표 20">
            <a:extLst>
              <a:ext uri="{FF2B5EF4-FFF2-40B4-BE49-F238E27FC236}">
                <a16:creationId xmlns:a16="http://schemas.microsoft.com/office/drawing/2014/main" id="{0B04C71B-6A69-4A4D-872D-AE2DD78DAF7D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27479583"/>
              </p:ext>
            </p:extLst>
          </p:nvPr>
        </p:nvGraphicFramePr>
        <p:xfrm>
          <a:off x="40495" y="2188595"/>
          <a:ext cx="1305704" cy="1478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정보관리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</a:t>
                      </a:r>
                      <a:r>
                        <a:rPr lang="ko-KR" altLang="en-US" sz="700" dirty="0"/>
                        <a:t>회원 정보 수정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</a:t>
                      </a:r>
                      <a:r>
                        <a:rPr lang="ko-KR" altLang="en-US" sz="700" dirty="0" err="1"/>
                        <a:t>배송지</a:t>
                      </a:r>
                      <a:r>
                        <a:rPr lang="ko-KR" altLang="en-US" sz="700" dirty="0"/>
                        <a:t> 설정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</a:t>
                      </a:r>
                      <a:r>
                        <a:rPr lang="ko-KR" altLang="en-US" sz="700" dirty="0"/>
                        <a:t>회원 탈퇴 신청</a:t>
                      </a:r>
                      <a:endParaRPr lang="en-US" altLang="ko-KR" sz="700" dirty="0"/>
                    </a:p>
                    <a:p>
                      <a:pPr latinLnBrk="1"/>
                      <a:endParaRPr lang="en-US" altLang="ko-KR" sz="7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07698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방문한 채널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포인트 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6E50C20-C44B-4CFD-9DE1-486AF2D5A2A0}"/>
              </a:ext>
            </a:extLst>
          </p:cNvPr>
          <p:cNvSpPr txBox="1"/>
          <p:nvPr userDrawn="1"/>
        </p:nvSpPr>
        <p:spPr>
          <a:xfrm rot="10800000">
            <a:off x="1073023" y="4802327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10CBC0F-F4E4-4689-A63B-359A626A7DA7}"/>
              </a:ext>
            </a:extLst>
          </p:cNvPr>
          <p:cNvSpPr txBox="1"/>
          <p:nvPr userDrawn="1"/>
        </p:nvSpPr>
        <p:spPr>
          <a:xfrm>
            <a:off x="1110536" y="2158622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0" name="웃는 얼굴 19">
            <a:extLst>
              <a:ext uri="{FF2B5EF4-FFF2-40B4-BE49-F238E27FC236}">
                <a16:creationId xmlns:a16="http://schemas.microsoft.com/office/drawing/2014/main" id="{54C0707A-487E-4FCA-8A3B-6B774D8F9261}"/>
              </a:ext>
            </a:extLst>
          </p:cNvPr>
          <p:cNvSpPr/>
          <p:nvPr userDrawn="1"/>
        </p:nvSpPr>
        <p:spPr>
          <a:xfrm>
            <a:off x="1529408" y="20777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웃는 얼굴 20">
            <a:extLst>
              <a:ext uri="{FF2B5EF4-FFF2-40B4-BE49-F238E27FC236}">
                <a16:creationId xmlns:a16="http://schemas.microsoft.com/office/drawing/2014/main" id="{2010FEDD-69EE-438C-9F7E-278AFFC2EC21}"/>
              </a:ext>
            </a:extLst>
          </p:cNvPr>
          <p:cNvSpPr/>
          <p:nvPr userDrawn="1"/>
        </p:nvSpPr>
        <p:spPr>
          <a:xfrm>
            <a:off x="2348177" y="20534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웃는 얼굴 21">
            <a:extLst>
              <a:ext uri="{FF2B5EF4-FFF2-40B4-BE49-F238E27FC236}">
                <a16:creationId xmlns:a16="http://schemas.microsoft.com/office/drawing/2014/main" id="{44B0CDE9-9A03-47A5-B961-C5AC54A7E107}"/>
              </a:ext>
            </a:extLst>
          </p:cNvPr>
          <p:cNvSpPr/>
          <p:nvPr userDrawn="1"/>
        </p:nvSpPr>
        <p:spPr>
          <a:xfrm>
            <a:off x="3315372" y="20291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웃는 얼굴 22">
            <a:extLst>
              <a:ext uri="{FF2B5EF4-FFF2-40B4-BE49-F238E27FC236}">
                <a16:creationId xmlns:a16="http://schemas.microsoft.com/office/drawing/2014/main" id="{305E1A22-BFEC-4988-8748-3EAF32C02DF4}"/>
              </a:ext>
            </a:extLst>
          </p:cNvPr>
          <p:cNvSpPr/>
          <p:nvPr userDrawn="1"/>
        </p:nvSpPr>
        <p:spPr>
          <a:xfrm>
            <a:off x="4084904" y="213898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2D09D9D7-61B3-4BCA-9154-731EC894D36E}"/>
              </a:ext>
            </a:extLst>
          </p:cNvPr>
          <p:cNvSpPr/>
          <p:nvPr userDrawn="1"/>
        </p:nvSpPr>
        <p:spPr>
          <a:xfrm>
            <a:off x="101451" y="5500185"/>
            <a:ext cx="1197111" cy="286962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 err="1">
                <a:solidFill>
                  <a:schemeClr val="tx1"/>
                </a:solidFill>
              </a:rPr>
              <a:t>채널명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001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EA94E583-90C4-4CB5-AF5A-DAE42EC18ACA}"/>
              </a:ext>
            </a:extLst>
          </p:cNvPr>
          <p:cNvSpPr/>
          <p:nvPr userDrawn="1"/>
        </p:nvSpPr>
        <p:spPr>
          <a:xfrm>
            <a:off x="101451" y="5854939"/>
            <a:ext cx="1197111" cy="286962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 err="1">
                <a:solidFill>
                  <a:schemeClr val="tx1"/>
                </a:solidFill>
              </a:rPr>
              <a:t>채널명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002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1910652B-1294-4EBF-970E-5FA72CC3FF20}"/>
              </a:ext>
            </a:extLst>
          </p:cNvPr>
          <p:cNvSpPr/>
          <p:nvPr userDrawn="1"/>
        </p:nvSpPr>
        <p:spPr>
          <a:xfrm>
            <a:off x="101451" y="6203516"/>
            <a:ext cx="1197111" cy="286962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 err="1">
                <a:solidFill>
                  <a:schemeClr val="tx1"/>
                </a:solidFill>
              </a:rPr>
              <a:t>채널명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003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093A4540-976C-4439-8F8D-C1F15DB1BE7F}"/>
              </a:ext>
            </a:extLst>
          </p:cNvPr>
          <p:cNvSpPr txBox="1"/>
          <p:nvPr userDrawn="1"/>
        </p:nvSpPr>
        <p:spPr>
          <a:xfrm>
            <a:off x="32901" y="5252991"/>
            <a:ext cx="118203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bg1">
                    <a:lumMod val="50000"/>
                  </a:schemeClr>
                </a:solidFill>
              </a:rPr>
              <a:t> 서브관리 채널목록</a:t>
            </a:r>
          </a:p>
        </p:txBody>
      </p:sp>
      <p:graphicFrame>
        <p:nvGraphicFramePr>
          <p:cNvPr id="51" name="표 20">
            <a:extLst>
              <a:ext uri="{FF2B5EF4-FFF2-40B4-BE49-F238E27FC236}">
                <a16:creationId xmlns:a16="http://schemas.microsoft.com/office/drawing/2014/main" id="{442D46CB-154D-4741-86DC-FECA5C49B282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330067236"/>
              </p:ext>
            </p:extLst>
          </p:nvPr>
        </p:nvGraphicFramePr>
        <p:xfrm>
          <a:off x="44781" y="4149991"/>
          <a:ext cx="1305704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서비스 안내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202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주요기능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가입안내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868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고객센터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359119"/>
                  </a:ext>
                </a:extLst>
              </a:tr>
            </a:tbl>
          </a:graphicData>
        </a:graphic>
      </p:graphicFrame>
      <p:sp>
        <p:nvSpPr>
          <p:cNvPr id="52" name="TextBox 51">
            <a:extLst>
              <a:ext uri="{FF2B5EF4-FFF2-40B4-BE49-F238E27FC236}">
                <a16:creationId xmlns:a16="http://schemas.microsoft.com/office/drawing/2014/main" id="{081C314A-05E5-4908-B2A0-8BB3FB99B80D}"/>
              </a:ext>
            </a:extLst>
          </p:cNvPr>
          <p:cNvSpPr txBox="1"/>
          <p:nvPr userDrawn="1"/>
        </p:nvSpPr>
        <p:spPr>
          <a:xfrm>
            <a:off x="18077" y="3920813"/>
            <a:ext cx="118203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altLang="ko-KR" sz="800" b="1" dirty="0">
                <a:solidFill>
                  <a:schemeClr val="bg1">
                    <a:lumMod val="50000"/>
                  </a:schemeClr>
                </a:solidFill>
              </a:rPr>
              <a:t>Me9 Market </a:t>
            </a:r>
            <a:endParaRPr lang="ko-KR" altLang="en-US" sz="800" b="1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BA00956-B14B-4BD2-91E9-94D97D4BC2C0}"/>
              </a:ext>
            </a:extLst>
          </p:cNvPr>
          <p:cNvSpPr/>
          <p:nvPr userDrawn="1"/>
        </p:nvSpPr>
        <p:spPr>
          <a:xfrm>
            <a:off x="41208" y="429370"/>
            <a:ext cx="1304991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450E196-5852-43B7-99A3-92E857F36AFC}"/>
              </a:ext>
            </a:extLst>
          </p:cNvPr>
          <p:cNvSpPr/>
          <p:nvPr userDrawn="1"/>
        </p:nvSpPr>
        <p:spPr>
          <a:xfrm>
            <a:off x="1423732" y="481757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AE35E3B-3484-482E-8AC9-B152A0721C5D}"/>
              </a:ext>
            </a:extLst>
          </p:cNvPr>
          <p:cNvSpPr/>
          <p:nvPr userDrawn="1"/>
        </p:nvSpPr>
        <p:spPr>
          <a:xfrm>
            <a:off x="8025304" y="481757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BC9B7C5-7E79-49C7-95BA-E6F4300D6F93}"/>
              </a:ext>
            </a:extLst>
          </p:cNvPr>
          <p:cNvSpPr/>
          <p:nvPr userDrawn="1"/>
        </p:nvSpPr>
        <p:spPr>
          <a:xfrm>
            <a:off x="7275443" y="104509"/>
            <a:ext cx="2765186" cy="2532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b="0" dirty="0">
                <a:latin typeface="+mj-ea"/>
                <a:ea typeface="+mj-ea"/>
              </a:rPr>
              <a:t>채널관리자  </a:t>
            </a:r>
            <a:r>
              <a:rPr lang="en-US" altLang="ko-KR" sz="800" b="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 </a:t>
            </a:r>
            <a:r>
              <a:rPr lang="ko-KR" altLang="en-US" sz="800" b="0" dirty="0" err="1">
                <a:latin typeface="+mj-ea"/>
                <a:ea typeface="+mj-ea"/>
              </a:rPr>
              <a:t>회원명</a:t>
            </a:r>
            <a:r>
              <a:rPr lang="ko-KR" altLang="en-US" sz="800" b="0" dirty="0">
                <a:latin typeface="+mj-ea"/>
                <a:ea typeface="+mj-ea"/>
              </a:rPr>
              <a:t>  </a:t>
            </a:r>
            <a:r>
              <a:rPr lang="en-US" altLang="ko-KR" sz="800" b="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ko-KR" altLang="en-US" sz="800" dirty="0">
                <a:latin typeface="+mj-ea"/>
                <a:ea typeface="+mj-ea"/>
              </a:rPr>
              <a:t>마이페이지</a:t>
            </a:r>
            <a:r>
              <a:rPr lang="en-US" altLang="ko-KR" sz="800" dirty="0">
                <a:latin typeface="+mj-ea"/>
                <a:ea typeface="+mj-ea"/>
              </a:rPr>
              <a:t> 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로그아웃</a:t>
            </a:r>
          </a:p>
        </p:txBody>
      </p:sp>
    </p:spTree>
    <p:extLst>
      <p:ext uri="{BB962C8B-B14F-4D97-AF65-F5344CB8AC3E}">
        <p14:creationId xmlns:p14="http://schemas.microsoft.com/office/powerpoint/2010/main" val="78835080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마이페이지 기본틀 긴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605EB3FE-840F-4EF5-9033-AEA247AA349D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F3ADF11-B500-4F1F-9425-9A4206C95698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1EE8C42-4447-4ABF-B019-DBAAC2F5B704}"/>
              </a:ext>
            </a:extLst>
          </p:cNvPr>
          <p:cNvSpPr/>
          <p:nvPr userDrawn="1"/>
        </p:nvSpPr>
        <p:spPr>
          <a:xfrm>
            <a:off x="41208" y="34272"/>
            <a:ext cx="10071693" cy="39509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271E5BA9-5F15-40D8-B41F-7E9A2E6D410E}"/>
              </a:ext>
            </a:extLst>
          </p:cNvPr>
          <p:cNvGrpSpPr/>
          <p:nvPr userDrawn="1"/>
        </p:nvGrpSpPr>
        <p:grpSpPr>
          <a:xfrm>
            <a:off x="118741" y="94475"/>
            <a:ext cx="1148071" cy="273280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F9AB7030-82F1-4D0A-BB74-93A1FE8B0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60965009-092E-411F-B241-49E3CEC45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4FEB3E1A-4091-4ECD-B830-5B00388F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7AA3F6C-E931-4772-B894-ACDAB4151BE9}"/>
                </a:ext>
              </a:extLst>
            </p:cNvPr>
            <p:cNvSpPr txBox="1"/>
            <p:nvPr/>
          </p:nvSpPr>
          <p:spPr>
            <a:xfrm>
              <a:off x="3335780" y="2018289"/>
              <a:ext cx="690867" cy="4706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203397B6-76A3-47B0-9135-EF8F5664C7CF}"/>
              </a:ext>
            </a:extLst>
          </p:cNvPr>
          <p:cNvSpPr/>
          <p:nvPr userDrawn="1"/>
        </p:nvSpPr>
        <p:spPr>
          <a:xfrm>
            <a:off x="118741" y="527576"/>
            <a:ext cx="1148071" cy="1428356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○ 주문목록 </a:t>
            </a:r>
            <a:r>
              <a:rPr lang="en-US" altLang="ko-KR" sz="800" dirty="0">
                <a:solidFill>
                  <a:schemeClr val="tx1"/>
                </a:solidFill>
              </a:rPr>
              <a:t>(16)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>
                <a:solidFill>
                  <a:schemeClr val="tx1"/>
                </a:solidFill>
              </a:rPr>
              <a:t>결제완료 </a:t>
            </a:r>
            <a:r>
              <a:rPr lang="en-US" altLang="ko-KR" sz="700" dirty="0">
                <a:solidFill>
                  <a:schemeClr val="tx1"/>
                </a:solidFill>
              </a:rPr>
              <a:t>(5)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 err="1">
                <a:solidFill>
                  <a:schemeClr val="tx1"/>
                </a:solidFill>
              </a:rPr>
              <a:t>배송대기중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en-US" altLang="ko-KR" sz="700" dirty="0">
                <a:solidFill>
                  <a:schemeClr val="tx1"/>
                </a:solidFill>
              </a:rPr>
              <a:t>(1)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 err="1">
                <a:solidFill>
                  <a:schemeClr val="tx1"/>
                </a:solidFill>
              </a:rPr>
              <a:t>배송중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en-US" altLang="ko-KR" sz="700" dirty="0">
                <a:solidFill>
                  <a:schemeClr val="tx1"/>
                </a:solidFill>
              </a:rPr>
              <a:t>(0)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>
                <a:solidFill>
                  <a:schemeClr val="tx1"/>
                </a:solidFill>
              </a:rPr>
              <a:t>구매확정 </a:t>
            </a:r>
            <a:r>
              <a:rPr lang="en-US" altLang="ko-KR" sz="700" dirty="0">
                <a:solidFill>
                  <a:schemeClr val="tx1"/>
                </a:solidFill>
              </a:rPr>
              <a:t>(5)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>
                <a:solidFill>
                  <a:schemeClr val="tx1"/>
                </a:solidFill>
              </a:rPr>
              <a:t>취소요청 </a:t>
            </a:r>
            <a:r>
              <a:rPr lang="en-US" altLang="ko-KR" sz="700" dirty="0">
                <a:solidFill>
                  <a:schemeClr val="tx1"/>
                </a:solidFill>
              </a:rPr>
              <a:t>(2)</a:t>
            </a:r>
          </a:p>
          <a:p>
            <a:pPr algn="l">
              <a:lnSpc>
                <a:spcPct val="15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   - </a:t>
            </a:r>
            <a:r>
              <a:rPr lang="ko-KR" altLang="en-US" sz="700" dirty="0">
                <a:solidFill>
                  <a:schemeClr val="tx1"/>
                </a:solidFill>
              </a:rPr>
              <a:t>반품신청 </a:t>
            </a:r>
            <a:r>
              <a:rPr lang="en-US" altLang="ko-KR" sz="700" dirty="0">
                <a:solidFill>
                  <a:schemeClr val="tx1"/>
                </a:solidFill>
              </a:rPr>
              <a:t>(3)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3EBAF205-8D81-45B3-9CE7-D4F5B75B4FAF}"/>
              </a:ext>
            </a:extLst>
          </p:cNvPr>
          <p:cNvSpPr/>
          <p:nvPr userDrawn="1"/>
        </p:nvSpPr>
        <p:spPr>
          <a:xfrm>
            <a:off x="1476347" y="170905"/>
            <a:ext cx="748156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주문목록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94D21CD-11F0-4728-A4FF-2789F19300D7}"/>
              </a:ext>
            </a:extLst>
          </p:cNvPr>
          <p:cNvSpPr/>
          <p:nvPr userDrawn="1"/>
        </p:nvSpPr>
        <p:spPr>
          <a:xfrm>
            <a:off x="2296062" y="170905"/>
            <a:ext cx="888569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회원정보수정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269C0A00-FD4E-4645-8EF5-2B9F4B93C00F}"/>
              </a:ext>
            </a:extLst>
          </p:cNvPr>
          <p:cNvSpPr/>
          <p:nvPr userDrawn="1"/>
        </p:nvSpPr>
        <p:spPr>
          <a:xfrm>
            <a:off x="3256190" y="171431"/>
            <a:ext cx="63636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포인트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E214BD9D-E49F-48FD-963D-51D876EC0D5D}"/>
              </a:ext>
            </a:extLst>
          </p:cNvPr>
          <p:cNvSpPr/>
          <p:nvPr userDrawn="1"/>
        </p:nvSpPr>
        <p:spPr>
          <a:xfrm>
            <a:off x="4020832" y="170905"/>
            <a:ext cx="84285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    방문한 채널</a:t>
            </a:r>
          </a:p>
        </p:txBody>
      </p:sp>
      <p:graphicFrame>
        <p:nvGraphicFramePr>
          <p:cNvPr id="17" name="표 20">
            <a:extLst>
              <a:ext uri="{FF2B5EF4-FFF2-40B4-BE49-F238E27FC236}">
                <a16:creationId xmlns:a16="http://schemas.microsoft.com/office/drawing/2014/main" id="{0B04C71B-6A69-4A4D-872D-AE2DD78DAF7D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8776874"/>
              </p:ext>
            </p:extLst>
          </p:nvPr>
        </p:nvGraphicFramePr>
        <p:xfrm>
          <a:off x="40495" y="2188595"/>
          <a:ext cx="1305704" cy="1478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정보관리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</a:t>
                      </a:r>
                      <a:r>
                        <a:rPr lang="ko-KR" altLang="en-US" sz="700" dirty="0"/>
                        <a:t>회원 정보 수정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</a:t>
                      </a:r>
                      <a:r>
                        <a:rPr lang="ko-KR" altLang="en-US" sz="700" dirty="0" err="1"/>
                        <a:t>배송지</a:t>
                      </a:r>
                      <a:r>
                        <a:rPr lang="ko-KR" altLang="en-US" sz="700" dirty="0"/>
                        <a:t> 설정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</a:t>
                      </a:r>
                      <a:r>
                        <a:rPr lang="ko-KR" altLang="en-US" sz="700" dirty="0"/>
                        <a:t>회원 탈퇴 신청</a:t>
                      </a:r>
                      <a:endParaRPr lang="en-US" altLang="ko-KR" sz="700" dirty="0"/>
                    </a:p>
                    <a:p>
                      <a:pPr latinLnBrk="1"/>
                      <a:endParaRPr lang="en-US" altLang="ko-KR" sz="7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07698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방문한 채널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포인트 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6E50C20-C44B-4CFD-9DE1-486AF2D5A2A0}"/>
              </a:ext>
            </a:extLst>
          </p:cNvPr>
          <p:cNvSpPr txBox="1"/>
          <p:nvPr userDrawn="1"/>
        </p:nvSpPr>
        <p:spPr>
          <a:xfrm rot="10800000">
            <a:off x="1073023" y="4802327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10CBC0F-F4E4-4689-A63B-359A626A7DA7}"/>
              </a:ext>
            </a:extLst>
          </p:cNvPr>
          <p:cNvSpPr txBox="1"/>
          <p:nvPr userDrawn="1"/>
        </p:nvSpPr>
        <p:spPr>
          <a:xfrm>
            <a:off x="1110536" y="2158622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0" name="웃는 얼굴 19">
            <a:extLst>
              <a:ext uri="{FF2B5EF4-FFF2-40B4-BE49-F238E27FC236}">
                <a16:creationId xmlns:a16="http://schemas.microsoft.com/office/drawing/2014/main" id="{54C0707A-487E-4FCA-8A3B-6B774D8F9261}"/>
              </a:ext>
            </a:extLst>
          </p:cNvPr>
          <p:cNvSpPr/>
          <p:nvPr userDrawn="1"/>
        </p:nvSpPr>
        <p:spPr>
          <a:xfrm>
            <a:off x="1529408" y="20777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웃는 얼굴 20">
            <a:extLst>
              <a:ext uri="{FF2B5EF4-FFF2-40B4-BE49-F238E27FC236}">
                <a16:creationId xmlns:a16="http://schemas.microsoft.com/office/drawing/2014/main" id="{2010FEDD-69EE-438C-9F7E-278AFFC2EC21}"/>
              </a:ext>
            </a:extLst>
          </p:cNvPr>
          <p:cNvSpPr/>
          <p:nvPr userDrawn="1"/>
        </p:nvSpPr>
        <p:spPr>
          <a:xfrm>
            <a:off x="2348177" y="20534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웃는 얼굴 21">
            <a:extLst>
              <a:ext uri="{FF2B5EF4-FFF2-40B4-BE49-F238E27FC236}">
                <a16:creationId xmlns:a16="http://schemas.microsoft.com/office/drawing/2014/main" id="{44B0CDE9-9A03-47A5-B961-C5AC54A7E107}"/>
              </a:ext>
            </a:extLst>
          </p:cNvPr>
          <p:cNvSpPr/>
          <p:nvPr userDrawn="1"/>
        </p:nvSpPr>
        <p:spPr>
          <a:xfrm>
            <a:off x="3315372" y="20291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웃는 얼굴 22">
            <a:extLst>
              <a:ext uri="{FF2B5EF4-FFF2-40B4-BE49-F238E27FC236}">
                <a16:creationId xmlns:a16="http://schemas.microsoft.com/office/drawing/2014/main" id="{305E1A22-BFEC-4988-8748-3EAF32C02DF4}"/>
              </a:ext>
            </a:extLst>
          </p:cNvPr>
          <p:cNvSpPr/>
          <p:nvPr userDrawn="1"/>
        </p:nvSpPr>
        <p:spPr>
          <a:xfrm>
            <a:off x="4084904" y="213898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2D09D9D7-61B3-4BCA-9154-731EC894D36E}"/>
              </a:ext>
            </a:extLst>
          </p:cNvPr>
          <p:cNvSpPr/>
          <p:nvPr userDrawn="1"/>
        </p:nvSpPr>
        <p:spPr>
          <a:xfrm>
            <a:off x="101451" y="5500185"/>
            <a:ext cx="1197111" cy="286962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 err="1">
                <a:solidFill>
                  <a:schemeClr val="tx1"/>
                </a:solidFill>
              </a:rPr>
              <a:t>채널명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001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EA94E583-90C4-4CB5-AF5A-DAE42EC18ACA}"/>
              </a:ext>
            </a:extLst>
          </p:cNvPr>
          <p:cNvSpPr/>
          <p:nvPr userDrawn="1"/>
        </p:nvSpPr>
        <p:spPr>
          <a:xfrm>
            <a:off x="101451" y="5854939"/>
            <a:ext cx="1197111" cy="286962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 err="1">
                <a:solidFill>
                  <a:schemeClr val="tx1"/>
                </a:solidFill>
              </a:rPr>
              <a:t>채널명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002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1910652B-1294-4EBF-970E-5FA72CC3FF20}"/>
              </a:ext>
            </a:extLst>
          </p:cNvPr>
          <p:cNvSpPr/>
          <p:nvPr userDrawn="1"/>
        </p:nvSpPr>
        <p:spPr>
          <a:xfrm>
            <a:off x="101451" y="6203516"/>
            <a:ext cx="1197111" cy="286962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 err="1">
                <a:solidFill>
                  <a:schemeClr val="tx1"/>
                </a:solidFill>
              </a:rPr>
              <a:t>채널명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003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093A4540-976C-4439-8F8D-C1F15DB1BE7F}"/>
              </a:ext>
            </a:extLst>
          </p:cNvPr>
          <p:cNvSpPr txBox="1"/>
          <p:nvPr userDrawn="1"/>
        </p:nvSpPr>
        <p:spPr>
          <a:xfrm>
            <a:off x="32901" y="5252991"/>
            <a:ext cx="118203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bg1">
                    <a:lumMod val="50000"/>
                  </a:schemeClr>
                </a:solidFill>
              </a:rPr>
              <a:t> 서브관리 채널목록</a:t>
            </a:r>
          </a:p>
        </p:txBody>
      </p:sp>
      <p:graphicFrame>
        <p:nvGraphicFramePr>
          <p:cNvPr id="51" name="표 20">
            <a:extLst>
              <a:ext uri="{FF2B5EF4-FFF2-40B4-BE49-F238E27FC236}">
                <a16:creationId xmlns:a16="http://schemas.microsoft.com/office/drawing/2014/main" id="{442D46CB-154D-4741-86DC-FECA5C49B282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533053940"/>
              </p:ext>
            </p:extLst>
          </p:nvPr>
        </p:nvGraphicFramePr>
        <p:xfrm>
          <a:off x="44781" y="4149991"/>
          <a:ext cx="1305704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서비스 안내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202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주요기능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가입안내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868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고객센터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359119"/>
                  </a:ext>
                </a:extLst>
              </a:tr>
            </a:tbl>
          </a:graphicData>
        </a:graphic>
      </p:graphicFrame>
      <p:sp>
        <p:nvSpPr>
          <p:cNvPr id="52" name="TextBox 51">
            <a:extLst>
              <a:ext uri="{FF2B5EF4-FFF2-40B4-BE49-F238E27FC236}">
                <a16:creationId xmlns:a16="http://schemas.microsoft.com/office/drawing/2014/main" id="{081C314A-05E5-4908-B2A0-8BB3FB99B80D}"/>
              </a:ext>
            </a:extLst>
          </p:cNvPr>
          <p:cNvSpPr txBox="1"/>
          <p:nvPr userDrawn="1"/>
        </p:nvSpPr>
        <p:spPr>
          <a:xfrm>
            <a:off x="18077" y="3920813"/>
            <a:ext cx="118203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altLang="ko-KR" sz="800" b="1" dirty="0">
                <a:solidFill>
                  <a:schemeClr val="bg1">
                    <a:lumMod val="50000"/>
                  </a:schemeClr>
                </a:solidFill>
              </a:rPr>
              <a:t>Me9 Market </a:t>
            </a:r>
            <a:endParaRPr lang="ko-KR" altLang="en-US" sz="800" b="1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BA00956-B14B-4BD2-91E9-94D97D4BC2C0}"/>
              </a:ext>
            </a:extLst>
          </p:cNvPr>
          <p:cNvSpPr/>
          <p:nvPr userDrawn="1"/>
        </p:nvSpPr>
        <p:spPr>
          <a:xfrm>
            <a:off x="41208" y="429370"/>
            <a:ext cx="1304991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78A24B3B-7371-43BE-8035-C2B654860160}"/>
              </a:ext>
            </a:extLst>
          </p:cNvPr>
          <p:cNvSpPr/>
          <p:nvPr userDrawn="1"/>
        </p:nvSpPr>
        <p:spPr>
          <a:xfrm>
            <a:off x="1344345" y="429370"/>
            <a:ext cx="8767843" cy="1640195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450E196-5852-43B7-99A3-92E857F36AFC}"/>
              </a:ext>
            </a:extLst>
          </p:cNvPr>
          <p:cNvSpPr/>
          <p:nvPr userDrawn="1"/>
        </p:nvSpPr>
        <p:spPr>
          <a:xfrm>
            <a:off x="1423732" y="481757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AE35E3B-3484-482E-8AC9-B152A0721C5D}"/>
              </a:ext>
            </a:extLst>
          </p:cNvPr>
          <p:cNvSpPr/>
          <p:nvPr userDrawn="1"/>
        </p:nvSpPr>
        <p:spPr>
          <a:xfrm>
            <a:off x="8025304" y="481757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B9ABFB48-AF13-42F8-8977-DDFF32367FF9}"/>
              </a:ext>
            </a:extLst>
          </p:cNvPr>
          <p:cNvSpPr/>
          <p:nvPr userDrawn="1"/>
        </p:nvSpPr>
        <p:spPr>
          <a:xfrm>
            <a:off x="7275443" y="104509"/>
            <a:ext cx="2765186" cy="2532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b="0" dirty="0">
                <a:latin typeface="+mj-ea"/>
                <a:ea typeface="+mj-ea"/>
              </a:rPr>
              <a:t>채널관리자  </a:t>
            </a:r>
            <a:r>
              <a:rPr lang="en-US" altLang="ko-KR" sz="800" b="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 </a:t>
            </a:r>
            <a:r>
              <a:rPr lang="ko-KR" altLang="en-US" sz="800" b="0" dirty="0" err="1">
                <a:latin typeface="+mj-ea"/>
                <a:ea typeface="+mj-ea"/>
              </a:rPr>
              <a:t>회원명</a:t>
            </a:r>
            <a:r>
              <a:rPr lang="ko-KR" altLang="en-US" sz="800" b="0" dirty="0">
                <a:latin typeface="+mj-ea"/>
                <a:ea typeface="+mj-ea"/>
              </a:rPr>
              <a:t>  </a:t>
            </a:r>
            <a:r>
              <a:rPr lang="en-US" altLang="ko-KR" sz="800" b="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ko-KR" altLang="en-US" sz="800" dirty="0">
                <a:latin typeface="+mj-ea"/>
                <a:ea typeface="+mj-ea"/>
              </a:rPr>
              <a:t>마이페이지</a:t>
            </a:r>
            <a:r>
              <a:rPr lang="en-US" altLang="ko-KR" sz="800" dirty="0">
                <a:latin typeface="+mj-ea"/>
                <a:ea typeface="+mj-ea"/>
              </a:rPr>
              <a:t> 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로그아웃</a:t>
            </a:r>
          </a:p>
        </p:txBody>
      </p:sp>
    </p:spTree>
    <p:extLst>
      <p:ext uri="{BB962C8B-B14F-4D97-AF65-F5344CB8AC3E}">
        <p14:creationId xmlns:p14="http://schemas.microsoft.com/office/powerpoint/2010/main" val="608813844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채널관리자 대시보드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8225F826-684D-463B-A0A5-4A12C1744552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6F756B5-4EBC-4248-81D8-C076B07E1B41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548E36D-20C3-41DF-A717-D0A97107FB97}"/>
              </a:ext>
            </a:extLst>
          </p:cNvPr>
          <p:cNvSpPr/>
          <p:nvPr userDrawn="1"/>
        </p:nvSpPr>
        <p:spPr>
          <a:xfrm>
            <a:off x="41208" y="34272"/>
            <a:ext cx="10071693" cy="39509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E5154F2B-C408-43EC-B20B-12EA46C0AD9C}"/>
              </a:ext>
            </a:extLst>
          </p:cNvPr>
          <p:cNvGrpSpPr/>
          <p:nvPr userDrawn="1"/>
        </p:nvGrpSpPr>
        <p:grpSpPr>
          <a:xfrm>
            <a:off x="118741" y="94475"/>
            <a:ext cx="1148071" cy="273280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C4387068-1613-49F6-809E-1BD95F996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FE3CDE9E-5C35-49F4-9A15-9B127E064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F1752B8C-C929-4720-8B5E-BDAC58F74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9DF6609-CB63-406D-A63F-86F406AE4013}"/>
                </a:ext>
              </a:extLst>
            </p:cNvPr>
            <p:cNvSpPr txBox="1"/>
            <p:nvPr/>
          </p:nvSpPr>
          <p:spPr>
            <a:xfrm>
              <a:off x="3335780" y="2018289"/>
              <a:ext cx="690867" cy="4706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6CDAC52-9A9F-45D8-97E7-5AEFE0243DBB}"/>
              </a:ext>
            </a:extLst>
          </p:cNvPr>
          <p:cNvSpPr/>
          <p:nvPr userDrawn="1"/>
        </p:nvSpPr>
        <p:spPr>
          <a:xfrm>
            <a:off x="7107532" y="104509"/>
            <a:ext cx="2933097" cy="2532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[ </a:t>
            </a:r>
            <a:r>
              <a:rPr lang="ko-KR" altLang="en-US" sz="800" b="1" dirty="0">
                <a:solidFill>
                  <a:schemeClr val="tx1"/>
                </a:solidFill>
                <a:latin typeface="+mj-ea"/>
                <a:ea typeface="+mj-ea"/>
              </a:rPr>
              <a:t>상호명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]  </a:t>
            </a:r>
            <a:r>
              <a:rPr lang="ko-KR" altLang="en-US" sz="800" dirty="0" err="1">
                <a:latin typeface="+mj-ea"/>
                <a:ea typeface="+mj-ea"/>
              </a:rPr>
              <a:t>회원명</a:t>
            </a:r>
            <a:r>
              <a:rPr lang="en-US" altLang="ko-KR" sz="800" dirty="0">
                <a:latin typeface="+mj-ea"/>
                <a:ea typeface="+mj-ea"/>
              </a:rPr>
              <a:t> 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로그아웃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71E3C0DC-F4AD-4B3C-8D68-81D4E78B6FCC}"/>
              </a:ext>
            </a:extLst>
          </p:cNvPr>
          <p:cNvSpPr/>
          <p:nvPr userDrawn="1"/>
        </p:nvSpPr>
        <p:spPr>
          <a:xfrm>
            <a:off x="118741" y="567332"/>
            <a:ext cx="1148071" cy="474970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○ 주문관리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/>
                </a:solidFill>
              </a:rPr>
              <a:t>○ 상품등록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l"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1388BAAD-C42F-495D-8484-7AC19FC8793E}"/>
              </a:ext>
            </a:extLst>
          </p:cNvPr>
          <p:cNvSpPr/>
          <p:nvPr userDrawn="1"/>
        </p:nvSpPr>
        <p:spPr>
          <a:xfrm>
            <a:off x="1476347" y="170905"/>
            <a:ext cx="748156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주문목록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6AEFA626-079E-4C14-AFB9-DB60DFF49906}"/>
              </a:ext>
            </a:extLst>
          </p:cNvPr>
          <p:cNvSpPr/>
          <p:nvPr userDrawn="1"/>
        </p:nvSpPr>
        <p:spPr>
          <a:xfrm>
            <a:off x="2296062" y="170905"/>
            <a:ext cx="888569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회원정보수정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2F7BB044-83F5-4446-846F-A22B24D58702}"/>
              </a:ext>
            </a:extLst>
          </p:cNvPr>
          <p:cNvSpPr/>
          <p:nvPr userDrawn="1"/>
        </p:nvSpPr>
        <p:spPr>
          <a:xfrm>
            <a:off x="3256190" y="171431"/>
            <a:ext cx="63636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포인트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0E4CC61F-372B-415C-A74D-7F3E6113608B}"/>
              </a:ext>
            </a:extLst>
          </p:cNvPr>
          <p:cNvSpPr/>
          <p:nvPr userDrawn="1"/>
        </p:nvSpPr>
        <p:spPr>
          <a:xfrm>
            <a:off x="4020832" y="170905"/>
            <a:ext cx="84285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    방문한 채널</a:t>
            </a:r>
          </a:p>
        </p:txBody>
      </p:sp>
      <p:graphicFrame>
        <p:nvGraphicFramePr>
          <p:cNvPr id="17" name="표 20">
            <a:extLst>
              <a:ext uri="{FF2B5EF4-FFF2-40B4-BE49-F238E27FC236}">
                <a16:creationId xmlns:a16="http://schemas.microsoft.com/office/drawing/2014/main" id="{BFCBD7FC-70F0-4E17-AB2B-13BB00E467EB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02302717"/>
              </p:ext>
            </p:extLst>
          </p:nvPr>
        </p:nvGraphicFramePr>
        <p:xfrm>
          <a:off x="40495" y="1178787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en-US" altLang="ko-KR" sz="800" dirty="0"/>
                        <a:t>Shop </a:t>
                      </a:r>
                      <a:r>
                        <a:rPr lang="ko-KR" altLang="en-US" sz="800" dirty="0"/>
                        <a:t>채널관리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상품관리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공동구매 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주문관리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3591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○ 정산관리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24556"/>
                  </a:ext>
                </a:extLst>
              </a:tr>
            </a:tbl>
          </a:graphicData>
        </a:graphic>
      </p:graphicFrame>
      <p:sp>
        <p:nvSpPr>
          <p:cNvPr id="21" name="웃는 얼굴 20">
            <a:extLst>
              <a:ext uri="{FF2B5EF4-FFF2-40B4-BE49-F238E27FC236}">
                <a16:creationId xmlns:a16="http://schemas.microsoft.com/office/drawing/2014/main" id="{80E8EC7B-E555-4F1B-A145-15139B57B6A8}"/>
              </a:ext>
            </a:extLst>
          </p:cNvPr>
          <p:cNvSpPr/>
          <p:nvPr userDrawn="1"/>
        </p:nvSpPr>
        <p:spPr>
          <a:xfrm>
            <a:off x="1529408" y="20777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웃는 얼굴 21">
            <a:extLst>
              <a:ext uri="{FF2B5EF4-FFF2-40B4-BE49-F238E27FC236}">
                <a16:creationId xmlns:a16="http://schemas.microsoft.com/office/drawing/2014/main" id="{371E0863-38F2-4722-860A-8EA0999C3647}"/>
              </a:ext>
            </a:extLst>
          </p:cNvPr>
          <p:cNvSpPr/>
          <p:nvPr userDrawn="1"/>
        </p:nvSpPr>
        <p:spPr>
          <a:xfrm>
            <a:off x="2348177" y="20534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웃는 얼굴 22">
            <a:extLst>
              <a:ext uri="{FF2B5EF4-FFF2-40B4-BE49-F238E27FC236}">
                <a16:creationId xmlns:a16="http://schemas.microsoft.com/office/drawing/2014/main" id="{D3B1541D-4AF8-442C-8751-DD0E38D01C78}"/>
              </a:ext>
            </a:extLst>
          </p:cNvPr>
          <p:cNvSpPr/>
          <p:nvPr userDrawn="1"/>
        </p:nvSpPr>
        <p:spPr>
          <a:xfrm>
            <a:off x="3315372" y="20291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웃는 얼굴 23">
            <a:extLst>
              <a:ext uri="{FF2B5EF4-FFF2-40B4-BE49-F238E27FC236}">
                <a16:creationId xmlns:a16="http://schemas.microsoft.com/office/drawing/2014/main" id="{51D881BF-663E-47E2-B7F0-623FE6B0FF9F}"/>
              </a:ext>
            </a:extLst>
          </p:cNvPr>
          <p:cNvSpPr/>
          <p:nvPr userDrawn="1"/>
        </p:nvSpPr>
        <p:spPr>
          <a:xfrm>
            <a:off x="4084904" y="213898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53" name="표 20">
            <a:extLst>
              <a:ext uri="{FF2B5EF4-FFF2-40B4-BE49-F238E27FC236}">
                <a16:creationId xmlns:a16="http://schemas.microsoft.com/office/drawing/2014/main" id="{CD62D7E6-4B4D-4C70-BF28-B695B64B61D5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206096741"/>
              </p:ext>
            </p:extLst>
          </p:nvPr>
        </p:nvGraphicFramePr>
        <p:xfrm>
          <a:off x="48089" y="3141314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정보관리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서브관리자관리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발주담당관리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포인트관리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202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ko-KR" altLang="en-US" sz="800" dirty="0" err="1"/>
                        <a:t>배송비설정</a:t>
                      </a:r>
                      <a:endParaRPr lang="ko-KR" altLang="en-US" sz="8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취소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환불안내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86852"/>
                  </a:ext>
                </a:extLst>
              </a:tr>
            </a:tbl>
          </a:graphicData>
        </a:graphic>
      </p:graphicFrame>
      <p:sp>
        <p:nvSpPr>
          <p:cNvPr id="54" name="TextBox 53">
            <a:extLst>
              <a:ext uri="{FF2B5EF4-FFF2-40B4-BE49-F238E27FC236}">
                <a16:creationId xmlns:a16="http://schemas.microsoft.com/office/drawing/2014/main" id="{2BEEB98B-62C8-4A89-AEC3-BA0C86BFE590}"/>
              </a:ext>
            </a:extLst>
          </p:cNvPr>
          <p:cNvSpPr txBox="1"/>
          <p:nvPr userDrawn="1"/>
        </p:nvSpPr>
        <p:spPr>
          <a:xfrm rot="10800000">
            <a:off x="1078469" y="1170836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CB9FC12E-AC4C-45F6-9E8D-BC75E7395304}"/>
              </a:ext>
            </a:extLst>
          </p:cNvPr>
          <p:cNvSpPr txBox="1"/>
          <p:nvPr userDrawn="1"/>
        </p:nvSpPr>
        <p:spPr>
          <a:xfrm rot="10800000">
            <a:off x="1080745" y="138181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A24F7B9-2663-40E2-B5F5-8625EC03D09A}"/>
              </a:ext>
            </a:extLst>
          </p:cNvPr>
          <p:cNvSpPr txBox="1"/>
          <p:nvPr userDrawn="1"/>
        </p:nvSpPr>
        <p:spPr>
          <a:xfrm rot="10800000">
            <a:off x="1078468" y="15987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71729E52-58F2-4DD3-A2CC-0ADFB8D9775C}"/>
              </a:ext>
            </a:extLst>
          </p:cNvPr>
          <p:cNvSpPr txBox="1"/>
          <p:nvPr userDrawn="1"/>
        </p:nvSpPr>
        <p:spPr>
          <a:xfrm rot="10800000">
            <a:off x="1080093" y="18310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03128F8-3F03-4CC5-B2C7-F5EFE369540C}"/>
              </a:ext>
            </a:extLst>
          </p:cNvPr>
          <p:cNvSpPr/>
          <p:nvPr userDrawn="1"/>
        </p:nvSpPr>
        <p:spPr>
          <a:xfrm>
            <a:off x="41208" y="429370"/>
            <a:ext cx="1304991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063B65-4BAA-42EE-8CAA-45CEB4CE3FA0}"/>
              </a:ext>
            </a:extLst>
          </p:cNvPr>
          <p:cNvSpPr txBox="1"/>
          <p:nvPr userDrawn="1"/>
        </p:nvSpPr>
        <p:spPr>
          <a:xfrm>
            <a:off x="40495" y="2905534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>
                    <a:lumMod val="65000"/>
                  </a:schemeClr>
                </a:solidFill>
              </a:rPr>
              <a:t> 환경설정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AEA6788D-1DC2-4508-A9C6-E439E2163C67}"/>
              </a:ext>
            </a:extLst>
          </p:cNvPr>
          <p:cNvSpPr/>
          <p:nvPr userDrawn="1"/>
        </p:nvSpPr>
        <p:spPr>
          <a:xfrm>
            <a:off x="9271463" y="429370"/>
            <a:ext cx="840725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FC459BA-DDA5-4574-9673-19BB147A9553}"/>
              </a:ext>
            </a:extLst>
          </p:cNvPr>
          <p:cNvSpPr/>
          <p:nvPr userDrawn="1"/>
        </p:nvSpPr>
        <p:spPr>
          <a:xfrm>
            <a:off x="9375639" y="540420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DBF2C15-0320-4283-999F-6CC5C5597C63}"/>
              </a:ext>
            </a:extLst>
          </p:cNvPr>
          <p:cNvSpPr/>
          <p:nvPr userDrawn="1"/>
        </p:nvSpPr>
        <p:spPr>
          <a:xfrm>
            <a:off x="9375639" y="847737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AD11893-F082-4739-91B8-FC520BBB38EF}"/>
              </a:ext>
            </a:extLst>
          </p:cNvPr>
          <p:cNvSpPr/>
          <p:nvPr userDrawn="1"/>
        </p:nvSpPr>
        <p:spPr>
          <a:xfrm>
            <a:off x="9375639" y="1155054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29D27B69-3DBC-4F71-818B-B2D2BF0A7D67}"/>
              </a:ext>
            </a:extLst>
          </p:cNvPr>
          <p:cNvSpPr/>
          <p:nvPr userDrawn="1"/>
        </p:nvSpPr>
        <p:spPr>
          <a:xfrm>
            <a:off x="9375639" y="1462371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976BDC3-64C4-4B72-8B74-07B342E0FDF4}"/>
              </a:ext>
            </a:extLst>
          </p:cNvPr>
          <p:cNvSpPr/>
          <p:nvPr userDrawn="1"/>
        </p:nvSpPr>
        <p:spPr>
          <a:xfrm>
            <a:off x="9375639" y="1769688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EA4D690-D428-41EA-AF92-343E51FCC28A}"/>
              </a:ext>
            </a:extLst>
          </p:cNvPr>
          <p:cNvSpPr/>
          <p:nvPr userDrawn="1"/>
        </p:nvSpPr>
        <p:spPr>
          <a:xfrm>
            <a:off x="9375639" y="2077005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C2401E4-E6CA-4BC8-95B5-B0327731117F}"/>
              </a:ext>
            </a:extLst>
          </p:cNvPr>
          <p:cNvSpPr/>
          <p:nvPr userDrawn="1"/>
        </p:nvSpPr>
        <p:spPr>
          <a:xfrm>
            <a:off x="9375639" y="2384322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EA4FCCE-BD96-4CBC-9EE9-406F4BCBBD7E}"/>
              </a:ext>
            </a:extLst>
          </p:cNvPr>
          <p:cNvSpPr/>
          <p:nvPr userDrawn="1"/>
        </p:nvSpPr>
        <p:spPr>
          <a:xfrm>
            <a:off x="9375639" y="2691639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9E2B9B4-F910-46AF-886A-63D29E8EB593}"/>
              </a:ext>
            </a:extLst>
          </p:cNvPr>
          <p:cNvGrpSpPr/>
          <p:nvPr userDrawn="1"/>
        </p:nvGrpSpPr>
        <p:grpSpPr>
          <a:xfrm>
            <a:off x="1442922" y="527576"/>
            <a:ext cx="7774753" cy="732442"/>
            <a:chOff x="1442922" y="527576"/>
            <a:chExt cx="7774753" cy="732442"/>
          </a:xfrm>
        </p:grpSpPr>
        <p:sp>
          <p:nvSpPr>
            <p:cNvPr id="38" name="사각형: 둥근 모서리 37">
              <a:extLst>
                <a:ext uri="{FF2B5EF4-FFF2-40B4-BE49-F238E27FC236}">
                  <a16:creationId xmlns:a16="http://schemas.microsoft.com/office/drawing/2014/main" id="{082E5369-4ACB-475F-9AD0-A7D039A93DF3}"/>
                </a:ext>
              </a:extLst>
            </p:cNvPr>
            <p:cNvSpPr/>
            <p:nvPr/>
          </p:nvSpPr>
          <p:spPr>
            <a:xfrm>
              <a:off x="1442922" y="527576"/>
              <a:ext cx="7774753" cy="732442"/>
            </a:xfrm>
            <a:prstGeom prst="roundRect">
              <a:avLst>
                <a:gd name="adj" fmla="val 3328"/>
              </a:avLst>
            </a:prstGeom>
            <a:solidFill>
              <a:srgbClr val="4B525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9" name="타원 38">
              <a:extLst>
                <a:ext uri="{FF2B5EF4-FFF2-40B4-BE49-F238E27FC236}">
                  <a16:creationId xmlns:a16="http://schemas.microsoft.com/office/drawing/2014/main" id="{630915EC-D1BA-4CA5-8071-36A67284A014}"/>
                </a:ext>
              </a:extLst>
            </p:cNvPr>
            <p:cNvSpPr/>
            <p:nvPr/>
          </p:nvSpPr>
          <p:spPr>
            <a:xfrm>
              <a:off x="1612575" y="667810"/>
              <a:ext cx="452430" cy="446277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4B525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38BF25B5-13D1-4ED7-9619-9367587B7D56}"/>
                </a:ext>
              </a:extLst>
            </p:cNvPr>
            <p:cNvSpPr txBox="1"/>
            <p:nvPr/>
          </p:nvSpPr>
          <p:spPr>
            <a:xfrm>
              <a:off x="2024704" y="670884"/>
              <a:ext cx="569387" cy="44627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700" b="1" dirty="0">
                  <a:solidFill>
                    <a:schemeClr val="bg1"/>
                  </a:solidFill>
                </a:rPr>
                <a:t>전체</a:t>
              </a:r>
              <a:endParaRPr lang="en-US" altLang="ko-KR" sz="700" b="1" dirty="0">
                <a:solidFill>
                  <a:schemeClr val="bg1"/>
                </a:solidFill>
              </a:endParaRPr>
            </a:p>
            <a:p>
              <a:r>
                <a:rPr lang="en-US" altLang="ko-KR" sz="1600" b="1" dirty="0">
                  <a:solidFill>
                    <a:schemeClr val="bg1"/>
                  </a:solidFill>
                </a:rPr>
                <a:t>42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</a:rPr>
                <a:t>건</a:t>
              </a:r>
            </a:p>
          </p:txBody>
        </p:sp>
        <p:sp>
          <p:nvSpPr>
            <p:cNvPr id="41" name="타원 40">
              <a:extLst>
                <a:ext uri="{FF2B5EF4-FFF2-40B4-BE49-F238E27FC236}">
                  <a16:creationId xmlns:a16="http://schemas.microsoft.com/office/drawing/2014/main" id="{BF99BAF5-2062-4FBE-BBC4-5194D75B76E0}"/>
                </a:ext>
              </a:extLst>
            </p:cNvPr>
            <p:cNvSpPr/>
            <p:nvPr/>
          </p:nvSpPr>
          <p:spPr>
            <a:xfrm>
              <a:off x="2680826" y="667810"/>
              <a:ext cx="452430" cy="446277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4B525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/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EE4D932-63B8-4038-9EB0-2C2076C6B547}"/>
                </a:ext>
              </a:extLst>
            </p:cNvPr>
            <p:cNvSpPr txBox="1"/>
            <p:nvPr/>
          </p:nvSpPr>
          <p:spPr>
            <a:xfrm>
              <a:off x="3092955" y="670884"/>
              <a:ext cx="569387" cy="44627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700" b="1" dirty="0">
                  <a:solidFill>
                    <a:schemeClr val="bg1"/>
                  </a:solidFill>
                </a:rPr>
                <a:t>결제완료</a:t>
              </a:r>
              <a:endParaRPr lang="en-US" altLang="ko-KR" sz="700" b="1" dirty="0">
                <a:solidFill>
                  <a:schemeClr val="bg1"/>
                </a:solidFill>
              </a:endParaRPr>
            </a:p>
            <a:p>
              <a:r>
                <a:rPr lang="en-US" altLang="ko-KR" sz="1600" b="1" dirty="0">
                  <a:solidFill>
                    <a:schemeClr val="bg1"/>
                  </a:solidFill>
                </a:rPr>
                <a:t>14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</a:rPr>
                <a:t>건</a:t>
              </a:r>
            </a:p>
          </p:txBody>
        </p:sp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9BA8FAAC-21DE-4C5A-8F48-42B9D4CA4785}"/>
                </a:ext>
              </a:extLst>
            </p:cNvPr>
            <p:cNvSpPr/>
            <p:nvPr/>
          </p:nvSpPr>
          <p:spPr>
            <a:xfrm>
              <a:off x="3825332" y="667810"/>
              <a:ext cx="452430" cy="446277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4B525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5AE80A64-A6ED-4EBB-85E7-F61CBF155352}"/>
                </a:ext>
              </a:extLst>
            </p:cNvPr>
            <p:cNvSpPr txBox="1"/>
            <p:nvPr/>
          </p:nvSpPr>
          <p:spPr>
            <a:xfrm>
              <a:off x="4237461" y="670884"/>
              <a:ext cx="633507" cy="44627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700" b="1" dirty="0" err="1">
                  <a:solidFill>
                    <a:schemeClr val="bg1"/>
                  </a:solidFill>
                </a:rPr>
                <a:t>배송대기중</a:t>
              </a:r>
              <a:endParaRPr lang="en-US" altLang="ko-KR" sz="700" b="1" dirty="0">
                <a:solidFill>
                  <a:schemeClr val="bg1"/>
                </a:solidFill>
              </a:endParaRPr>
            </a:p>
            <a:p>
              <a:r>
                <a:rPr lang="en-US" altLang="ko-KR" sz="1600" b="1" dirty="0">
                  <a:solidFill>
                    <a:schemeClr val="bg1"/>
                  </a:solidFill>
                </a:rPr>
                <a:t>11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</a:rPr>
                <a:t>건</a:t>
              </a:r>
            </a:p>
          </p:txBody>
        </p:sp>
        <p:sp>
          <p:nvSpPr>
            <p:cNvPr id="45" name="타원 44">
              <a:extLst>
                <a:ext uri="{FF2B5EF4-FFF2-40B4-BE49-F238E27FC236}">
                  <a16:creationId xmlns:a16="http://schemas.microsoft.com/office/drawing/2014/main" id="{6B4E9AC5-2074-4D79-A31D-49C91C04843C}"/>
                </a:ext>
              </a:extLst>
            </p:cNvPr>
            <p:cNvSpPr/>
            <p:nvPr/>
          </p:nvSpPr>
          <p:spPr>
            <a:xfrm>
              <a:off x="4902176" y="661459"/>
              <a:ext cx="452430" cy="446277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4B525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1244A1F9-DD60-4C21-B3F3-95AF062168C4}"/>
                </a:ext>
              </a:extLst>
            </p:cNvPr>
            <p:cNvSpPr txBox="1"/>
            <p:nvPr/>
          </p:nvSpPr>
          <p:spPr>
            <a:xfrm>
              <a:off x="5314305" y="664533"/>
              <a:ext cx="453970" cy="44627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700" b="1" dirty="0" err="1">
                  <a:solidFill>
                    <a:schemeClr val="bg1"/>
                  </a:solidFill>
                </a:rPr>
                <a:t>배송중</a:t>
              </a:r>
              <a:endParaRPr lang="en-US" altLang="ko-KR" sz="700" b="1" dirty="0">
                <a:solidFill>
                  <a:schemeClr val="bg1"/>
                </a:solidFill>
              </a:endParaRPr>
            </a:p>
            <a:p>
              <a:r>
                <a:rPr lang="en-US" altLang="ko-KR" sz="1600" b="1" dirty="0">
                  <a:solidFill>
                    <a:schemeClr val="bg1"/>
                  </a:solidFill>
                </a:rPr>
                <a:t>2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</a:rPr>
                <a:t>건</a:t>
              </a:r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C52ECC06-D267-4915-9B6C-45FA10D6B9DB}"/>
                </a:ext>
              </a:extLst>
            </p:cNvPr>
            <p:cNvSpPr/>
            <p:nvPr/>
          </p:nvSpPr>
          <p:spPr>
            <a:xfrm>
              <a:off x="5993574" y="661459"/>
              <a:ext cx="452430" cy="446277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4B525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/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F22B026B-D561-490F-9EB5-40A782031418}"/>
                </a:ext>
              </a:extLst>
            </p:cNvPr>
            <p:cNvSpPr txBox="1"/>
            <p:nvPr/>
          </p:nvSpPr>
          <p:spPr>
            <a:xfrm>
              <a:off x="6405703" y="664533"/>
              <a:ext cx="569387" cy="44627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700" b="1" dirty="0">
                  <a:solidFill>
                    <a:schemeClr val="bg1"/>
                  </a:solidFill>
                </a:rPr>
                <a:t>구매확정</a:t>
              </a:r>
              <a:endParaRPr lang="en-US" altLang="ko-KR" sz="700" b="1" dirty="0">
                <a:solidFill>
                  <a:schemeClr val="bg1"/>
                </a:solidFill>
              </a:endParaRPr>
            </a:p>
            <a:p>
              <a:r>
                <a:rPr lang="en-US" altLang="ko-KR" sz="1600" b="1" dirty="0">
                  <a:solidFill>
                    <a:schemeClr val="bg1"/>
                  </a:solidFill>
                </a:rPr>
                <a:t>10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</a:rPr>
                <a:t>건</a:t>
              </a:r>
            </a:p>
          </p:txBody>
        </p:sp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FCA21AA8-B90A-4F5B-B72E-D375D707243F}"/>
                </a:ext>
              </a:extLst>
            </p:cNvPr>
            <p:cNvSpPr/>
            <p:nvPr/>
          </p:nvSpPr>
          <p:spPr>
            <a:xfrm>
              <a:off x="7077957" y="658386"/>
              <a:ext cx="452430" cy="446277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4B525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33089EE-3463-4E9A-AC3E-175F19797D45}"/>
                </a:ext>
              </a:extLst>
            </p:cNvPr>
            <p:cNvSpPr txBox="1"/>
            <p:nvPr/>
          </p:nvSpPr>
          <p:spPr>
            <a:xfrm>
              <a:off x="7490086" y="661460"/>
              <a:ext cx="543739" cy="44627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700" b="1" dirty="0">
                  <a:solidFill>
                    <a:schemeClr val="bg1"/>
                  </a:solidFill>
                </a:rPr>
                <a:t>취소요청</a:t>
              </a:r>
              <a:endParaRPr lang="en-US" altLang="ko-KR" sz="700" b="1" dirty="0">
                <a:solidFill>
                  <a:schemeClr val="bg1"/>
                </a:solidFill>
              </a:endParaRPr>
            </a:p>
            <a:p>
              <a:r>
                <a:rPr lang="en-US" altLang="ko-KR" sz="1600" b="1" dirty="0">
                  <a:solidFill>
                    <a:schemeClr val="bg1"/>
                  </a:solidFill>
                </a:rPr>
                <a:t>2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</a:rPr>
                <a:t>건</a:t>
              </a:r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5BB16CF4-675B-46DA-9A32-B123BBF7964C}"/>
                </a:ext>
              </a:extLst>
            </p:cNvPr>
            <p:cNvSpPr/>
            <p:nvPr/>
          </p:nvSpPr>
          <p:spPr>
            <a:xfrm>
              <a:off x="8202736" y="658386"/>
              <a:ext cx="452430" cy="446277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4B525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B350203-7A33-47EE-94CE-3D1418ACB37F}"/>
                </a:ext>
              </a:extLst>
            </p:cNvPr>
            <p:cNvSpPr txBox="1"/>
            <p:nvPr/>
          </p:nvSpPr>
          <p:spPr>
            <a:xfrm>
              <a:off x="8614865" y="661460"/>
              <a:ext cx="543739" cy="44627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700" b="1" dirty="0">
                  <a:solidFill>
                    <a:schemeClr val="bg1"/>
                  </a:solidFill>
                </a:rPr>
                <a:t>반품신청</a:t>
              </a:r>
              <a:endParaRPr lang="en-US" altLang="ko-KR" sz="700" b="1" dirty="0">
                <a:solidFill>
                  <a:schemeClr val="bg1"/>
                </a:solidFill>
              </a:endParaRPr>
            </a:p>
            <a:p>
              <a:r>
                <a:rPr lang="en-US" altLang="ko-KR" sz="1600" b="1" dirty="0">
                  <a:solidFill>
                    <a:schemeClr val="bg1"/>
                  </a:solidFill>
                </a:rPr>
                <a:t>3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</a:rPr>
                <a:t>건</a:t>
              </a:r>
            </a:p>
          </p:txBody>
        </p:sp>
        <p:pic>
          <p:nvPicPr>
            <p:cNvPr id="55" name="그래픽 54" descr="세계">
              <a:extLst>
                <a:ext uri="{FF2B5EF4-FFF2-40B4-BE49-F238E27FC236}">
                  <a16:creationId xmlns:a16="http://schemas.microsoft.com/office/drawing/2014/main" id="{2F16AFFB-55E7-47EF-A649-F32D514F676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671505" y="726920"/>
              <a:ext cx="339444" cy="339444"/>
            </a:xfrm>
            <a:prstGeom prst="rect">
              <a:avLst/>
            </a:prstGeom>
          </p:spPr>
        </p:pic>
        <p:pic>
          <p:nvPicPr>
            <p:cNvPr id="56" name="그래픽 55" descr="연필">
              <a:extLst>
                <a:ext uri="{FF2B5EF4-FFF2-40B4-BE49-F238E27FC236}">
                  <a16:creationId xmlns:a16="http://schemas.microsoft.com/office/drawing/2014/main" id="{76579595-8653-4293-A5D5-C37D0D6A964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771544" y="742222"/>
              <a:ext cx="297452" cy="297452"/>
            </a:xfrm>
            <a:prstGeom prst="rect">
              <a:avLst/>
            </a:prstGeom>
          </p:spPr>
        </p:pic>
        <p:pic>
          <p:nvPicPr>
            <p:cNvPr id="57" name="그래픽 56" descr="질문">
              <a:extLst>
                <a:ext uri="{FF2B5EF4-FFF2-40B4-BE49-F238E27FC236}">
                  <a16:creationId xmlns:a16="http://schemas.microsoft.com/office/drawing/2014/main" id="{A8AE0534-01BB-412F-81A0-F6C34C57635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112128" y="675645"/>
              <a:ext cx="378617" cy="378617"/>
            </a:xfrm>
            <a:prstGeom prst="rect">
              <a:avLst/>
            </a:prstGeom>
          </p:spPr>
        </p:pic>
        <p:pic>
          <p:nvPicPr>
            <p:cNvPr id="58" name="그래픽 57" descr="재활용 기호">
              <a:extLst>
                <a:ext uri="{FF2B5EF4-FFF2-40B4-BE49-F238E27FC236}">
                  <a16:creationId xmlns:a16="http://schemas.microsoft.com/office/drawing/2014/main" id="{C1124904-4EB2-4F62-8FFD-0BD817A7687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269681" y="698827"/>
              <a:ext cx="355435" cy="355435"/>
            </a:xfrm>
            <a:prstGeom prst="rect">
              <a:avLst/>
            </a:prstGeom>
          </p:spPr>
        </p:pic>
        <p:pic>
          <p:nvPicPr>
            <p:cNvPr id="62" name="그래픽 61" descr="확인 표시">
              <a:extLst>
                <a:ext uri="{FF2B5EF4-FFF2-40B4-BE49-F238E27FC236}">
                  <a16:creationId xmlns:a16="http://schemas.microsoft.com/office/drawing/2014/main" id="{5C1149BF-25D8-47C5-A6D7-59006B13C34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3915174" y="750020"/>
              <a:ext cx="288755" cy="288755"/>
            </a:xfrm>
            <a:prstGeom prst="rect">
              <a:avLst/>
            </a:prstGeom>
          </p:spPr>
        </p:pic>
        <p:pic>
          <p:nvPicPr>
            <p:cNvPr id="63" name="그래픽 62" descr="악수">
              <a:extLst>
                <a:ext uri="{FF2B5EF4-FFF2-40B4-BE49-F238E27FC236}">
                  <a16:creationId xmlns:a16="http://schemas.microsoft.com/office/drawing/2014/main" id="{E8512E62-0253-47CC-AD97-36E6EA82FED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058080" y="736851"/>
              <a:ext cx="308194" cy="308194"/>
            </a:xfrm>
            <a:prstGeom prst="rect">
              <a:avLst/>
            </a:prstGeom>
          </p:spPr>
        </p:pic>
        <p:pic>
          <p:nvPicPr>
            <p:cNvPr id="64" name="그래픽 63" descr="확인 표시">
              <a:extLst>
                <a:ext uri="{FF2B5EF4-FFF2-40B4-BE49-F238E27FC236}">
                  <a16:creationId xmlns:a16="http://schemas.microsoft.com/office/drawing/2014/main" id="{C938C59C-A898-44AC-A7E5-D0555190D5D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5001323" y="726920"/>
              <a:ext cx="288755" cy="288755"/>
            </a:xfrm>
            <a:prstGeom prst="rect">
              <a:avLst/>
            </a:prstGeom>
          </p:spPr>
        </p:pic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627D8BAD-FA2C-45FB-99C7-C396125346A5}"/>
              </a:ext>
            </a:extLst>
          </p:cNvPr>
          <p:cNvSpPr txBox="1"/>
          <p:nvPr userDrawn="1"/>
        </p:nvSpPr>
        <p:spPr>
          <a:xfrm>
            <a:off x="1470768" y="1283735"/>
            <a:ext cx="249138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○ 수집기간 </a:t>
            </a:r>
            <a:r>
              <a:rPr lang="en-US" altLang="ko-KR" sz="1000" b="1" dirty="0"/>
              <a:t>: 2024.01.01 ~ 2024.01.15</a:t>
            </a:r>
            <a:endParaRPr lang="ko-KR" altLang="en-US" sz="1000" b="1" dirty="0"/>
          </a:p>
        </p:txBody>
      </p:sp>
      <p:graphicFrame>
        <p:nvGraphicFramePr>
          <p:cNvPr id="66" name="차트 65">
            <a:extLst>
              <a:ext uri="{FF2B5EF4-FFF2-40B4-BE49-F238E27FC236}">
                <a16:creationId xmlns:a16="http://schemas.microsoft.com/office/drawing/2014/main" id="{4ECA59A5-DF52-42C0-9DC7-6C619359D53F}"/>
              </a:ext>
            </a:extLst>
          </p:cNvPr>
          <p:cNvGraphicFramePr/>
          <p:nvPr userDrawn="1">
            <p:extLst>
              <p:ext uri="{D42A27DB-BD31-4B8C-83A1-F6EECF244321}">
                <p14:modId xmlns:p14="http://schemas.microsoft.com/office/powerpoint/2010/main" val="1861490205"/>
              </p:ext>
            </p:extLst>
          </p:nvPr>
        </p:nvGraphicFramePr>
        <p:xfrm>
          <a:off x="3441699" y="1727193"/>
          <a:ext cx="2108199" cy="197273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4"/>
          </a:graphicData>
        </a:graphic>
      </p:graphicFrame>
      <p:grpSp>
        <p:nvGrpSpPr>
          <p:cNvPr id="69" name="그룹 68">
            <a:extLst>
              <a:ext uri="{FF2B5EF4-FFF2-40B4-BE49-F238E27FC236}">
                <a16:creationId xmlns:a16="http://schemas.microsoft.com/office/drawing/2014/main" id="{D04C2429-AB7D-4FC4-97BF-CE9BD0947CF7}"/>
              </a:ext>
            </a:extLst>
          </p:cNvPr>
          <p:cNvGrpSpPr/>
          <p:nvPr userDrawn="1"/>
        </p:nvGrpSpPr>
        <p:grpSpPr>
          <a:xfrm>
            <a:off x="1447800" y="1650991"/>
            <a:ext cx="2108199" cy="2016185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0" name="Border">
              <a:extLst>
                <a:ext uri="{FF2B5EF4-FFF2-40B4-BE49-F238E27FC236}">
                  <a16:creationId xmlns:a16="http://schemas.microsoft.com/office/drawing/2014/main" id="{8AFDDD83-FC43-4ECA-B1F1-E4EC1F420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1" name="Line 2">
              <a:extLst>
                <a:ext uri="{FF2B5EF4-FFF2-40B4-BE49-F238E27FC236}">
                  <a16:creationId xmlns:a16="http://schemas.microsoft.com/office/drawing/2014/main" id="{EACA6DE7-85F0-4F22-AC76-ADA63B29F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Line 1">
              <a:extLst>
                <a:ext uri="{FF2B5EF4-FFF2-40B4-BE49-F238E27FC236}">
                  <a16:creationId xmlns:a16="http://schemas.microsoft.com/office/drawing/2014/main" id="{E88AABE3-DCAB-4016-89BD-90AA71D8E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E6E1019-BAB5-4562-BFC3-8ABDF58C982D}"/>
                </a:ext>
              </a:extLst>
            </p:cNvPr>
            <p:cNvSpPr txBox="1"/>
            <p:nvPr/>
          </p:nvSpPr>
          <p:spPr>
            <a:xfrm>
              <a:off x="3324247" y="2219432"/>
              <a:ext cx="615627" cy="6834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46BE1C50-86EE-4EC0-9532-3D842DF09224}"/>
              </a:ext>
            </a:extLst>
          </p:cNvPr>
          <p:cNvGrpSpPr/>
          <p:nvPr userDrawn="1"/>
        </p:nvGrpSpPr>
        <p:grpSpPr>
          <a:xfrm>
            <a:off x="1447799" y="3748720"/>
            <a:ext cx="5359401" cy="278754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5" name="Border">
              <a:extLst>
                <a:ext uri="{FF2B5EF4-FFF2-40B4-BE49-F238E27FC236}">
                  <a16:creationId xmlns:a16="http://schemas.microsoft.com/office/drawing/2014/main" id="{5ACF01FB-2C33-4FDD-AFD5-14E89F3A9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6" name="Line 2">
              <a:extLst>
                <a:ext uri="{FF2B5EF4-FFF2-40B4-BE49-F238E27FC236}">
                  <a16:creationId xmlns:a16="http://schemas.microsoft.com/office/drawing/2014/main" id="{8BF3BD23-A683-4048-924A-FCB7848C6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Line 1">
              <a:extLst>
                <a:ext uri="{FF2B5EF4-FFF2-40B4-BE49-F238E27FC236}">
                  <a16:creationId xmlns:a16="http://schemas.microsoft.com/office/drawing/2014/main" id="{0C6080A6-13DF-4E48-8FB1-BBACABE51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98B7F24A-E19C-437C-B89E-3707955E5E40}"/>
                </a:ext>
              </a:extLst>
            </p:cNvPr>
            <p:cNvSpPr txBox="1"/>
            <p:nvPr/>
          </p:nvSpPr>
          <p:spPr>
            <a:xfrm>
              <a:off x="3572341" y="2228888"/>
              <a:ext cx="217747" cy="4943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79" name="그룹 78">
            <a:extLst>
              <a:ext uri="{FF2B5EF4-FFF2-40B4-BE49-F238E27FC236}">
                <a16:creationId xmlns:a16="http://schemas.microsoft.com/office/drawing/2014/main" id="{6A15E3CF-0FCA-4EC5-BE98-9B5E1B42583A}"/>
              </a:ext>
            </a:extLst>
          </p:cNvPr>
          <p:cNvGrpSpPr/>
          <p:nvPr userDrawn="1"/>
        </p:nvGrpSpPr>
        <p:grpSpPr>
          <a:xfrm>
            <a:off x="6925514" y="3748720"/>
            <a:ext cx="2245893" cy="278754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80" name="Border">
              <a:extLst>
                <a:ext uri="{FF2B5EF4-FFF2-40B4-BE49-F238E27FC236}">
                  <a16:creationId xmlns:a16="http://schemas.microsoft.com/office/drawing/2014/main" id="{C8A3AAF9-84FD-4C11-AFB1-F1D3F9A58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1" name="Line 2">
              <a:extLst>
                <a:ext uri="{FF2B5EF4-FFF2-40B4-BE49-F238E27FC236}">
                  <a16:creationId xmlns:a16="http://schemas.microsoft.com/office/drawing/2014/main" id="{483FD655-188F-4390-9047-77A742768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" name="Line 1">
              <a:extLst>
                <a:ext uri="{FF2B5EF4-FFF2-40B4-BE49-F238E27FC236}">
                  <a16:creationId xmlns:a16="http://schemas.microsoft.com/office/drawing/2014/main" id="{A1A82835-B07C-49F6-A337-2F98337A6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25C9B4E-BFF1-48F0-8E1C-FC091049E07A}"/>
                </a:ext>
              </a:extLst>
            </p:cNvPr>
            <p:cNvSpPr txBox="1"/>
            <p:nvPr/>
          </p:nvSpPr>
          <p:spPr>
            <a:xfrm>
              <a:off x="3432033" y="2228888"/>
              <a:ext cx="498361" cy="4943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aphicFrame>
        <p:nvGraphicFramePr>
          <p:cNvPr id="85" name="차트 84">
            <a:extLst>
              <a:ext uri="{FF2B5EF4-FFF2-40B4-BE49-F238E27FC236}">
                <a16:creationId xmlns:a16="http://schemas.microsoft.com/office/drawing/2014/main" id="{F4EB5139-F835-4FEA-BB78-C7BAB93EE4DF}"/>
              </a:ext>
            </a:extLst>
          </p:cNvPr>
          <p:cNvGraphicFramePr/>
          <p:nvPr userDrawn="1">
            <p:extLst>
              <p:ext uri="{D42A27DB-BD31-4B8C-83A1-F6EECF244321}">
                <p14:modId xmlns:p14="http://schemas.microsoft.com/office/powerpoint/2010/main" val="3395731736"/>
              </p:ext>
            </p:extLst>
          </p:nvPr>
        </p:nvGraphicFramePr>
        <p:xfrm>
          <a:off x="5381894" y="1374555"/>
          <a:ext cx="3987800" cy="2286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"/>
          </a:graphicData>
        </a:graphic>
      </p:graphicFrame>
    </p:spTree>
    <p:extLst>
      <p:ext uri="{BB962C8B-B14F-4D97-AF65-F5344CB8AC3E}">
        <p14:creationId xmlns:p14="http://schemas.microsoft.com/office/powerpoint/2010/main" val="4214020830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채널관리자 기본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1AFCC724-7BF7-48B8-A745-48C575487F18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CB2B8C5-6274-4D4A-A9B0-4035B1A37120}"/>
              </a:ext>
            </a:extLst>
          </p:cNvPr>
          <p:cNvSpPr/>
          <p:nvPr userDrawn="1"/>
        </p:nvSpPr>
        <p:spPr>
          <a:xfrm>
            <a:off x="41208" y="34272"/>
            <a:ext cx="10071693" cy="39509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391EB724-1B55-4BC6-B1D2-E81D7EEF70A8}"/>
              </a:ext>
            </a:extLst>
          </p:cNvPr>
          <p:cNvGrpSpPr/>
          <p:nvPr userDrawn="1"/>
        </p:nvGrpSpPr>
        <p:grpSpPr>
          <a:xfrm>
            <a:off x="118741" y="94475"/>
            <a:ext cx="1148071" cy="273280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6" name="Border">
              <a:extLst>
                <a:ext uri="{FF2B5EF4-FFF2-40B4-BE49-F238E27FC236}">
                  <a16:creationId xmlns:a16="http://schemas.microsoft.com/office/drawing/2014/main" id="{6AB3EC89-1D9A-494E-8BB4-1139BDC8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Line 2">
              <a:extLst>
                <a:ext uri="{FF2B5EF4-FFF2-40B4-BE49-F238E27FC236}">
                  <a16:creationId xmlns:a16="http://schemas.microsoft.com/office/drawing/2014/main" id="{5BCDA29B-F207-4BCE-AD31-2092C9F9C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1">
              <a:extLst>
                <a:ext uri="{FF2B5EF4-FFF2-40B4-BE49-F238E27FC236}">
                  <a16:creationId xmlns:a16="http://schemas.microsoft.com/office/drawing/2014/main" id="{403FA6C6-3CFC-41C6-AB1C-FA5088F31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35E146F-568B-429A-A94F-F708BB1940D4}"/>
                </a:ext>
              </a:extLst>
            </p:cNvPr>
            <p:cNvSpPr txBox="1"/>
            <p:nvPr/>
          </p:nvSpPr>
          <p:spPr>
            <a:xfrm>
              <a:off x="3335780" y="2018289"/>
              <a:ext cx="690867" cy="4706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886D838-88E9-4DF1-916C-3D67C9362E97}"/>
              </a:ext>
            </a:extLst>
          </p:cNvPr>
          <p:cNvSpPr/>
          <p:nvPr userDrawn="1"/>
        </p:nvSpPr>
        <p:spPr>
          <a:xfrm>
            <a:off x="7107532" y="104509"/>
            <a:ext cx="2933097" cy="2532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[ </a:t>
            </a:r>
            <a:r>
              <a:rPr lang="ko-KR" altLang="en-US" sz="800" b="1" dirty="0">
                <a:solidFill>
                  <a:schemeClr val="tx1"/>
                </a:solidFill>
                <a:latin typeface="+mj-ea"/>
                <a:ea typeface="+mj-ea"/>
              </a:rPr>
              <a:t>상호명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]  </a:t>
            </a:r>
            <a:r>
              <a:rPr lang="ko-KR" altLang="en-US" sz="800" dirty="0" err="1">
                <a:latin typeface="+mj-ea"/>
                <a:ea typeface="+mj-ea"/>
              </a:rPr>
              <a:t>회원명</a:t>
            </a:r>
            <a:r>
              <a:rPr lang="en-US" altLang="ko-KR" sz="800" dirty="0">
                <a:latin typeface="+mj-ea"/>
                <a:ea typeface="+mj-ea"/>
              </a:rPr>
              <a:t> 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로그아웃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88A7CEC3-B705-494A-8EBF-5C4AF7C84E02}"/>
              </a:ext>
            </a:extLst>
          </p:cNvPr>
          <p:cNvSpPr/>
          <p:nvPr userDrawn="1"/>
        </p:nvSpPr>
        <p:spPr>
          <a:xfrm>
            <a:off x="118741" y="567332"/>
            <a:ext cx="1148071" cy="474970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○ 주문관리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/>
                </a:solidFill>
              </a:rPr>
              <a:t>○ 상품등록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l"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FDD8E23F-0A63-4D55-8530-58B3CFE99840}"/>
              </a:ext>
            </a:extLst>
          </p:cNvPr>
          <p:cNvSpPr/>
          <p:nvPr userDrawn="1"/>
        </p:nvSpPr>
        <p:spPr>
          <a:xfrm>
            <a:off x="1476347" y="170905"/>
            <a:ext cx="748156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주문목록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DAC94688-B650-4AD7-8F21-EC0C9BE87E19}"/>
              </a:ext>
            </a:extLst>
          </p:cNvPr>
          <p:cNvSpPr/>
          <p:nvPr userDrawn="1"/>
        </p:nvSpPr>
        <p:spPr>
          <a:xfrm>
            <a:off x="2296062" y="170905"/>
            <a:ext cx="888569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회원정보수정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B9158343-2AAF-4141-9E71-847A65975CD7}"/>
              </a:ext>
            </a:extLst>
          </p:cNvPr>
          <p:cNvSpPr/>
          <p:nvPr userDrawn="1"/>
        </p:nvSpPr>
        <p:spPr>
          <a:xfrm>
            <a:off x="3256190" y="171431"/>
            <a:ext cx="63636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포인트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5A1086F0-0764-4992-996D-C4D3AACE3526}"/>
              </a:ext>
            </a:extLst>
          </p:cNvPr>
          <p:cNvSpPr/>
          <p:nvPr userDrawn="1"/>
        </p:nvSpPr>
        <p:spPr>
          <a:xfrm>
            <a:off x="4020832" y="170905"/>
            <a:ext cx="84285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    방문한 채널</a:t>
            </a:r>
          </a:p>
        </p:txBody>
      </p:sp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BF9CB86B-A574-4403-9347-6E5159A61FB6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644579994"/>
              </p:ext>
            </p:extLst>
          </p:nvPr>
        </p:nvGraphicFramePr>
        <p:xfrm>
          <a:off x="40495" y="1178787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en-US" altLang="ko-KR" sz="800" dirty="0"/>
                        <a:t>Shop </a:t>
                      </a:r>
                      <a:r>
                        <a:rPr lang="ko-KR" altLang="en-US" sz="800" dirty="0"/>
                        <a:t>채널관리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상품관리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공동구매 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주문관리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3591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○ 정산관리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24556"/>
                  </a:ext>
                </a:extLst>
              </a:tr>
            </a:tbl>
          </a:graphicData>
        </a:graphic>
      </p:graphicFrame>
      <p:sp>
        <p:nvSpPr>
          <p:cNvPr id="17" name="웃는 얼굴 16">
            <a:extLst>
              <a:ext uri="{FF2B5EF4-FFF2-40B4-BE49-F238E27FC236}">
                <a16:creationId xmlns:a16="http://schemas.microsoft.com/office/drawing/2014/main" id="{5892CCFA-6266-4AA4-BBE3-FB2A70CA7F09}"/>
              </a:ext>
            </a:extLst>
          </p:cNvPr>
          <p:cNvSpPr/>
          <p:nvPr userDrawn="1"/>
        </p:nvSpPr>
        <p:spPr>
          <a:xfrm>
            <a:off x="1529408" y="20777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웃는 얼굴 17">
            <a:extLst>
              <a:ext uri="{FF2B5EF4-FFF2-40B4-BE49-F238E27FC236}">
                <a16:creationId xmlns:a16="http://schemas.microsoft.com/office/drawing/2014/main" id="{AF4A9D53-486E-4AA2-8036-229DFCD2BF72}"/>
              </a:ext>
            </a:extLst>
          </p:cNvPr>
          <p:cNvSpPr/>
          <p:nvPr userDrawn="1"/>
        </p:nvSpPr>
        <p:spPr>
          <a:xfrm>
            <a:off x="2348177" y="20534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웃는 얼굴 18">
            <a:extLst>
              <a:ext uri="{FF2B5EF4-FFF2-40B4-BE49-F238E27FC236}">
                <a16:creationId xmlns:a16="http://schemas.microsoft.com/office/drawing/2014/main" id="{3EE1D5DB-18E8-4006-8BB2-059F660F3E6B}"/>
              </a:ext>
            </a:extLst>
          </p:cNvPr>
          <p:cNvSpPr/>
          <p:nvPr userDrawn="1"/>
        </p:nvSpPr>
        <p:spPr>
          <a:xfrm>
            <a:off x="3315372" y="20291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웃는 얼굴 19">
            <a:extLst>
              <a:ext uri="{FF2B5EF4-FFF2-40B4-BE49-F238E27FC236}">
                <a16:creationId xmlns:a16="http://schemas.microsoft.com/office/drawing/2014/main" id="{AB4EC477-89D2-4B43-904A-D55E47CE6386}"/>
              </a:ext>
            </a:extLst>
          </p:cNvPr>
          <p:cNvSpPr/>
          <p:nvPr userDrawn="1"/>
        </p:nvSpPr>
        <p:spPr>
          <a:xfrm>
            <a:off x="4084904" y="213898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A4D7011A-F1A4-4465-9437-6D53261478AF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537317200"/>
              </p:ext>
            </p:extLst>
          </p:nvPr>
        </p:nvGraphicFramePr>
        <p:xfrm>
          <a:off x="48089" y="3141314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정보관리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서브관리자관리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발주담당관리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포인트관리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202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ko-KR" altLang="en-US" sz="800" dirty="0" err="1"/>
                        <a:t>배송비설정</a:t>
                      </a:r>
                      <a:endParaRPr lang="ko-KR" altLang="en-US" sz="8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취소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환불안내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86852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BC8D3265-2B03-438E-AA78-B36B078AAB01}"/>
              </a:ext>
            </a:extLst>
          </p:cNvPr>
          <p:cNvSpPr txBox="1"/>
          <p:nvPr userDrawn="1"/>
        </p:nvSpPr>
        <p:spPr>
          <a:xfrm rot="10800000">
            <a:off x="1078469" y="1170836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15332B9-191C-4641-8990-333A13B417F1}"/>
              </a:ext>
            </a:extLst>
          </p:cNvPr>
          <p:cNvSpPr txBox="1"/>
          <p:nvPr userDrawn="1"/>
        </p:nvSpPr>
        <p:spPr>
          <a:xfrm rot="10800000">
            <a:off x="1080745" y="138181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A56AF25-5630-4D30-BD64-86C1C8443ACD}"/>
              </a:ext>
            </a:extLst>
          </p:cNvPr>
          <p:cNvSpPr txBox="1"/>
          <p:nvPr userDrawn="1"/>
        </p:nvSpPr>
        <p:spPr>
          <a:xfrm rot="10800000">
            <a:off x="1078468" y="15987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3BFFC09-9B25-480E-8A0D-B55536013B6F}"/>
              </a:ext>
            </a:extLst>
          </p:cNvPr>
          <p:cNvSpPr txBox="1"/>
          <p:nvPr userDrawn="1"/>
        </p:nvSpPr>
        <p:spPr>
          <a:xfrm rot="10800000">
            <a:off x="1080093" y="18310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FF9E67F-865C-4941-8F4C-BD77070B2672}"/>
              </a:ext>
            </a:extLst>
          </p:cNvPr>
          <p:cNvSpPr/>
          <p:nvPr userDrawn="1"/>
        </p:nvSpPr>
        <p:spPr>
          <a:xfrm>
            <a:off x="41208" y="429370"/>
            <a:ext cx="1304991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E3554E6-FFA0-4AB2-9770-77F77FFF2960}"/>
              </a:ext>
            </a:extLst>
          </p:cNvPr>
          <p:cNvSpPr txBox="1"/>
          <p:nvPr userDrawn="1"/>
        </p:nvSpPr>
        <p:spPr>
          <a:xfrm>
            <a:off x="40495" y="2905534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>
                    <a:lumMod val="65000"/>
                  </a:schemeClr>
                </a:solidFill>
              </a:rPr>
              <a:t> 환경설정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D424B240-347A-4226-A533-396CEA462E35}"/>
              </a:ext>
            </a:extLst>
          </p:cNvPr>
          <p:cNvSpPr/>
          <p:nvPr userDrawn="1"/>
        </p:nvSpPr>
        <p:spPr>
          <a:xfrm>
            <a:off x="9271463" y="429370"/>
            <a:ext cx="840725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712CFF9C-6597-4080-9334-EAF146D0BD3A}"/>
              </a:ext>
            </a:extLst>
          </p:cNvPr>
          <p:cNvSpPr/>
          <p:nvPr userDrawn="1"/>
        </p:nvSpPr>
        <p:spPr>
          <a:xfrm>
            <a:off x="9375639" y="540420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953B08B0-2DA9-45CC-BCA5-192CAE72EC65}"/>
              </a:ext>
            </a:extLst>
          </p:cNvPr>
          <p:cNvSpPr/>
          <p:nvPr userDrawn="1"/>
        </p:nvSpPr>
        <p:spPr>
          <a:xfrm>
            <a:off x="9375639" y="847737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9AC8D88B-62AC-4D6A-A1F4-D504C94EC50F}"/>
              </a:ext>
            </a:extLst>
          </p:cNvPr>
          <p:cNvSpPr/>
          <p:nvPr userDrawn="1"/>
        </p:nvSpPr>
        <p:spPr>
          <a:xfrm>
            <a:off x="9375639" y="1155054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4AFB3A6-F304-430E-BCF1-13D5D5F5DD6C}"/>
              </a:ext>
            </a:extLst>
          </p:cNvPr>
          <p:cNvSpPr/>
          <p:nvPr userDrawn="1"/>
        </p:nvSpPr>
        <p:spPr>
          <a:xfrm>
            <a:off x="9375639" y="1462371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4BFF4BF-5D2B-4567-9770-5E644DFF8B4B}"/>
              </a:ext>
            </a:extLst>
          </p:cNvPr>
          <p:cNvSpPr/>
          <p:nvPr userDrawn="1"/>
        </p:nvSpPr>
        <p:spPr>
          <a:xfrm>
            <a:off x="9375639" y="1769688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FF4492D-6FFF-4F5A-B24A-C419465EBF87}"/>
              </a:ext>
            </a:extLst>
          </p:cNvPr>
          <p:cNvSpPr/>
          <p:nvPr userDrawn="1"/>
        </p:nvSpPr>
        <p:spPr>
          <a:xfrm>
            <a:off x="9375639" y="2077005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7919699-F6AE-4A06-B8FA-F192BE18A595}"/>
              </a:ext>
            </a:extLst>
          </p:cNvPr>
          <p:cNvSpPr/>
          <p:nvPr userDrawn="1"/>
        </p:nvSpPr>
        <p:spPr>
          <a:xfrm>
            <a:off x="9375639" y="2384322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0863BA7-FEC8-485F-AE86-021AC6177E7C}"/>
              </a:ext>
            </a:extLst>
          </p:cNvPr>
          <p:cNvSpPr/>
          <p:nvPr userDrawn="1"/>
        </p:nvSpPr>
        <p:spPr>
          <a:xfrm>
            <a:off x="9375639" y="2691639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733F93A0-B6FA-4BB2-9AD4-1FE906C2910D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521AA3A4-10AB-41FA-BC53-F7E4F0F59C2D}"/>
              </a:ext>
            </a:extLst>
          </p:cNvPr>
          <p:cNvSpPr/>
          <p:nvPr userDrawn="1"/>
        </p:nvSpPr>
        <p:spPr>
          <a:xfrm>
            <a:off x="1414854" y="48500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977AF6FD-5CEA-4FFE-BC88-830A40E20018}"/>
              </a:ext>
            </a:extLst>
          </p:cNvPr>
          <p:cNvSpPr/>
          <p:nvPr userDrawn="1"/>
        </p:nvSpPr>
        <p:spPr>
          <a:xfrm>
            <a:off x="7202350" y="493535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437351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FC7C98B6-A724-48B2-8824-214DDC0B2BEA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1CB11EA-EFEF-4F56-93FE-CC2ACBB9D95F}"/>
              </a:ext>
            </a:extLst>
          </p:cNvPr>
          <p:cNvSpPr/>
          <p:nvPr userDrawn="1"/>
        </p:nvSpPr>
        <p:spPr>
          <a:xfrm>
            <a:off x="41208" y="34272"/>
            <a:ext cx="10071693" cy="39509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71D84B45-A194-4B42-AC7E-3159B1EEB8F5}"/>
              </a:ext>
            </a:extLst>
          </p:cNvPr>
          <p:cNvGrpSpPr/>
          <p:nvPr userDrawn="1"/>
        </p:nvGrpSpPr>
        <p:grpSpPr>
          <a:xfrm>
            <a:off x="118741" y="94475"/>
            <a:ext cx="1148071" cy="273280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6" name="Border">
              <a:extLst>
                <a:ext uri="{FF2B5EF4-FFF2-40B4-BE49-F238E27FC236}">
                  <a16:creationId xmlns:a16="http://schemas.microsoft.com/office/drawing/2014/main" id="{67E5CCF3-D9C4-4234-A375-049AC3977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Line 2">
              <a:extLst>
                <a:ext uri="{FF2B5EF4-FFF2-40B4-BE49-F238E27FC236}">
                  <a16:creationId xmlns:a16="http://schemas.microsoft.com/office/drawing/2014/main" id="{82B040F9-9B6C-4F9C-BF30-5666A3185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1">
              <a:extLst>
                <a:ext uri="{FF2B5EF4-FFF2-40B4-BE49-F238E27FC236}">
                  <a16:creationId xmlns:a16="http://schemas.microsoft.com/office/drawing/2014/main" id="{0C776255-F0D6-42AA-96D3-1012B9E3B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B48207C-B014-4A02-B95F-AC646A90D386}"/>
                </a:ext>
              </a:extLst>
            </p:cNvPr>
            <p:cNvSpPr txBox="1"/>
            <p:nvPr/>
          </p:nvSpPr>
          <p:spPr>
            <a:xfrm>
              <a:off x="3335780" y="2018289"/>
              <a:ext cx="690867" cy="4706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5019932-3901-4C6B-A6B1-CC9758E79102}"/>
              </a:ext>
            </a:extLst>
          </p:cNvPr>
          <p:cNvSpPr/>
          <p:nvPr userDrawn="1"/>
        </p:nvSpPr>
        <p:spPr>
          <a:xfrm>
            <a:off x="7107532" y="104509"/>
            <a:ext cx="2933097" cy="2532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[ </a:t>
            </a:r>
            <a:r>
              <a:rPr lang="ko-KR" altLang="en-US" sz="800" b="1" dirty="0">
                <a:solidFill>
                  <a:schemeClr val="tx1"/>
                </a:solidFill>
                <a:latin typeface="+mj-ea"/>
                <a:ea typeface="+mj-ea"/>
              </a:rPr>
              <a:t>상호명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]  </a:t>
            </a:r>
            <a:r>
              <a:rPr lang="ko-KR" altLang="en-US" sz="800" dirty="0" err="1">
                <a:latin typeface="+mj-ea"/>
                <a:ea typeface="+mj-ea"/>
              </a:rPr>
              <a:t>회원명</a:t>
            </a:r>
            <a:r>
              <a:rPr lang="en-US" altLang="ko-KR" sz="800" dirty="0">
                <a:latin typeface="+mj-ea"/>
                <a:ea typeface="+mj-ea"/>
              </a:rPr>
              <a:t> 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로그아웃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064FA329-D021-4148-AD83-524D1B18ED38}"/>
              </a:ext>
            </a:extLst>
          </p:cNvPr>
          <p:cNvSpPr/>
          <p:nvPr userDrawn="1"/>
        </p:nvSpPr>
        <p:spPr>
          <a:xfrm>
            <a:off x="118741" y="567332"/>
            <a:ext cx="1148071" cy="474970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○ 주문관리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/>
                </a:solidFill>
              </a:rPr>
              <a:t>○ 상품등록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l"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0A2107E8-A597-4569-B861-6F2AE07BD252}"/>
              </a:ext>
            </a:extLst>
          </p:cNvPr>
          <p:cNvSpPr/>
          <p:nvPr userDrawn="1"/>
        </p:nvSpPr>
        <p:spPr>
          <a:xfrm>
            <a:off x="1476347" y="170905"/>
            <a:ext cx="748156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주문목록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AFFBDBF1-B919-4505-B47B-9C3CE18230C3}"/>
              </a:ext>
            </a:extLst>
          </p:cNvPr>
          <p:cNvSpPr/>
          <p:nvPr userDrawn="1"/>
        </p:nvSpPr>
        <p:spPr>
          <a:xfrm>
            <a:off x="2296062" y="170905"/>
            <a:ext cx="888569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회원정보수정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3DB9A787-0261-4B51-B15C-C42014DA13EA}"/>
              </a:ext>
            </a:extLst>
          </p:cNvPr>
          <p:cNvSpPr/>
          <p:nvPr userDrawn="1"/>
        </p:nvSpPr>
        <p:spPr>
          <a:xfrm>
            <a:off x="3256190" y="171431"/>
            <a:ext cx="63636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포인트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680F8F77-3C10-4515-8532-BB8E32F66946}"/>
              </a:ext>
            </a:extLst>
          </p:cNvPr>
          <p:cNvSpPr/>
          <p:nvPr userDrawn="1"/>
        </p:nvSpPr>
        <p:spPr>
          <a:xfrm>
            <a:off x="4020832" y="170905"/>
            <a:ext cx="84285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    방문한 채널</a:t>
            </a:r>
          </a:p>
        </p:txBody>
      </p:sp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D15338DC-C1F2-45AA-A3FE-9A341CE91969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253626332"/>
              </p:ext>
            </p:extLst>
          </p:nvPr>
        </p:nvGraphicFramePr>
        <p:xfrm>
          <a:off x="40495" y="1178787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en-US" altLang="ko-KR" sz="800" dirty="0"/>
                        <a:t>Shop </a:t>
                      </a:r>
                      <a:r>
                        <a:rPr lang="ko-KR" altLang="en-US" sz="800" dirty="0"/>
                        <a:t>채널관리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상품관리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공동구매 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주문관리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3591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○ 정산관리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24556"/>
                  </a:ext>
                </a:extLst>
              </a:tr>
            </a:tbl>
          </a:graphicData>
        </a:graphic>
      </p:graphicFrame>
      <p:sp>
        <p:nvSpPr>
          <p:cNvPr id="17" name="웃는 얼굴 16">
            <a:extLst>
              <a:ext uri="{FF2B5EF4-FFF2-40B4-BE49-F238E27FC236}">
                <a16:creationId xmlns:a16="http://schemas.microsoft.com/office/drawing/2014/main" id="{CD8E64A5-7AD9-4AA9-B188-A965B8BDAA9E}"/>
              </a:ext>
            </a:extLst>
          </p:cNvPr>
          <p:cNvSpPr/>
          <p:nvPr userDrawn="1"/>
        </p:nvSpPr>
        <p:spPr>
          <a:xfrm>
            <a:off x="1529408" y="20777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웃는 얼굴 17">
            <a:extLst>
              <a:ext uri="{FF2B5EF4-FFF2-40B4-BE49-F238E27FC236}">
                <a16:creationId xmlns:a16="http://schemas.microsoft.com/office/drawing/2014/main" id="{860FA053-4F81-444B-AD9C-191E1DB610A9}"/>
              </a:ext>
            </a:extLst>
          </p:cNvPr>
          <p:cNvSpPr/>
          <p:nvPr userDrawn="1"/>
        </p:nvSpPr>
        <p:spPr>
          <a:xfrm>
            <a:off x="2348177" y="20534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웃는 얼굴 18">
            <a:extLst>
              <a:ext uri="{FF2B5EF4-FFF2-40B4-BE49-F238E27FC236}">
                <a16:creationId xmlns:a16="http://schemas.microsoft.com/office/drawing/2014/main" id="{24785928-685B-4251-A6B2-107B742121D3}"/>
              </a:ext>
            </a:extLst>
          </p:cNvPr>
          <p:cNvSpPr/>
          <p:nvPr userDrawn="1"/>
        </p:nvSpPr>
        <p:spPr>
          <a:xfrm>
            <a:off x="3315372" y="20291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웃는 얼굴 19">
            <a:extLst>
              <a:ext uri="{FF2B5EF4-FFF2-40B4-BE49-F238E27FC236}">
                <a16:creationId xmlns:a16="http://schemas.microsoft.com/office/drawing/2014/main" id="{3DC45016-8F30-4713-913C-3C99347D8626}"/>
              </a:ext>
            </a:extLst>
          </p:cNvPr>
          <p:cNvSpPr/>
          <p:nvPr userDrawn="1"/>
        </p:nvSpPr>
        <p:spPr>
          <a:xfrm>
            <a:off x="4084904" y="213898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F7352E3C-DC23-4271-9DE1-CBDF98B33346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644296396"/>
              </p:ext>
            </p:extLst>
          </p:nvPr>
        </p:nvGraphicFramePr>
        <p:xfrm>
          <a:off x="48089" y="3141314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정보관리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서브관리자관리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발주담당관리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포인트관리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202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ko-KR" altLang="en-US" sz="800" dirty="0" err="1"/>
                        <a:t>배송비설정</a:t>
                      </a:r>
                      <a:endParaRPr lang="ko-KR" altLang="en-US" sz="8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취소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환불안내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86852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DB6B9A3E-09FE-4978-96C2-8EAAA380678C}"/>
              </a:ext>
            </a:extLst>
          </p:cNvPr>
          <p:cNvSpPr txBox="1"/>
          <p:nvPr userDrawn="1"/>
        </p:nvSpPr>
        <p:spPr>
          <a:xfrm rot="10800000">
            <a:off x="1078469" y="1170836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C3AF218-ADA7-4849-80A6-0BC2AF310B04}"/>
              </a:ext>
            </a:extLst>
          </p:cNvPr>
          <p:cNvSpPr txBox="1"/>
          <p:nvPr userDrawn="1"/>
        </p:nvSpPr>
        <p:spPr>
          <a:xfrm rot="10800000">
            <a:off x="1080745" y="138181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A7E1772-1104-4905-B96E-BD776E642F42}"/>
              </a:ext>
            </a:extLst>
          </p:cNvPr>
          <p:cNvSpPr txBox="1"/>
          <p:nvPr userDrawn="1"/>
        </p:nvSpPr>
        <p:spPr>
          <a:xfrm rot="10800000">
            <a:off x="1078468" y="15987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ECE60E6-A810-45F8-92B4-1FBDCA9519FB}"/>
              </a:ext>
            </a:extLst>
          </p:cNvPr>
          <p:cNvSpPr txBox="1"/>
          <p:nvPr userDrawn="1"/>
        </p:nvSpPr>
        <p:spPr>
          <a:xfrm rot="10800000">
            <a:off x="1080093" y="18310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08CE1692-5B78-46E8-B737-5CAC3B04998A}"/>
              </a:ext>
            </a:extLst>
          </p:cNvPr>
          <p:cNvSpPr/>
          <p:nvPr userDrawn="1"/>
        </p:nvSpPr>
        <p:spPr>
          <a:xfrm>
            <a:off x="41208" y="429370"/>
            <a:ext cx="1304991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9B9DFA9-0A75-4AC9-B41B-1372FCC51E27}"/>
              </a:ext>
            </a:extLst>
          </p:cNvPr>
          <p:cNvSpPr txBox="1"/>
          <p:nvPr userDrawn="1"/>
        </p:nvSpPr>
        <p:spPr>
          <a:xfrm>
            <a:off x="40495" y="2905534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>
                    <a:lumMod val="65000"/>
                  </a:schemeClr>
                </a:solidFill>
              </a:rPr>
              <a:t> 환경설정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BE17663-9167-4269-BD5B-48956ECE728C}"/>
              </a:ext>
            </a:extLst>
          </p:cNvPr>
          <p:cNvSpPr/>
          <p:nvPr userDrawn="1"/>
        </p:nvSpPr>
        <p:spPr>
          <a:xfrm>
            <a:off x="9271463" y="429370"/>
            <a:ext cx="840725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1E19D823-169E-45E3-ADAD-6FCE67A453AB}"/>
              </a:ext>
            </a:extLst>
          </p:cNvPr>
          <p:cNvSpPr/>
          <p:nvPr userDrawn="1"/>
        </p:nvSpPr>
        <p:spPr>
          <a:xfrm>
            <a:off x="9375639" y="540420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6B88E897-4361-4732-A866-BAD46454F9E8}"/>
              </a:ext>
            </a:extLst>
          </p:cNvPr>
          <p:cNvSpPr/>
          <p:nvPr userDrawn="1"/>
        </p:nvSpPr>
        <p:spPr>
          <a:xfrm>
            <a:off x="9375639" y="847737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C86301C-76D3-4E20-A2BA-DB02B41E89D9}"/>
              </a:ext>
            </a:extLst>
          </p:cNvPr>
          <p:cNvSpPr/>
          <p:nvPr userDrawn="1"/>
        </p:nvSpPr>
        <p:spPr>
          <a:xfrm>
            <a:off x="9375639" y="1155054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76CC17CD-CA28-4A0F-B1AB-D51C5AF71235}"/>
              </a:ext>
            </a:extLst>
          </p:cNvPr>
          <p:cNvSpPr/>
          <p:nvPr userDrawn="1"/>
        </p:nvSpPr>
        <p:spPr>
          <a:xfrm>
            <a:off x="9375639" y="1462371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50B54B9F-6D4A-4C5C-8DA5-17E072D68DCD}"/>
              </a:ext>
            </a:extLst>
          </p:cNvPr>
          <p:cNvSpPr/>
          <p:nvPr userDrawn="1"/>
        </p:nvSpPr>
        <p:spPr>
          <a:xfrm>
            <a:off x="9375639" y="1769688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DC744D3-BC29-456E-A909-3E3F3B72248E}"/>
              </a:ext>
            </a:extLst>
          </p:cNvPr>
          <p:cNvSpPr/>
          <p:nvPr userDrawn="1"/>
        </p:nvSpPr>
        <p:spPr>
          <a:xfrm>
            <a:off x="9375639" y="2077005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FD99EF6-62AD-413C-826F-046BCA58FCD2}"/>
              </a:ext>
            </a:extLst>
          </p:cNvPr>
          <p:cNvSpPr/>
          <p:nvPr userDrawn="1"/>
        </p:nvSpPr>
        <p:spPr>
          <a:xfrm>
            <a:off x="9375639" y="2384322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3FBAF2E-8570-4D2F-A94E-8E4A7F19B279}"/>
              </a:ext>
            </a:extLst>
          </p:cNvPr>
          <p:cNvSpPr/>
          <p:nvPr userDrawn="1"/>
        </p:nvSpPr>
        <p:spPr>
          <a:xfrm>
            <a:off x="9375639" y="2691639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0D1E501-2014-4599-8C70-C1CAACDED211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D7C0C13-F9FC-4B35-9363-6F2E2358F972}"/>
              </a:ext>
            </a:extLst>
          </p:cNvPr>
          <p:cNvSpPr/>
          <p:nvPr userDrawn="1"/>
        </p:nvSpPr>
        <p:spPr>
          <a:xfrm>
            <a:off x="1414854" y="48500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5AA71F3-D427-413A-8E6C-874E907EAF95}"/>
              </a:ext>
            </a:extLst>
          </p:cNvPr>
          <p:cNvSpPr/>
          <p:nvPr userDrawn="1"/>
        </p:nvSpPr>
        <p:spPr>
          <a:xfrm>
            <a:off x="7202350" y="493535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06D851A-891B-474F-B9CE-CA4AB08C4478}"/>
              </a:ext>
            </a:extLst>
          </p:cNvPr>
          <p:cNvSpPr/>
          <p:nvPr userDrawn="1"/>
        </p:nvSpPr>
        <p:spPr>
          <a:xfrm>
            <a:off x="2348177" y="858404"/>
            <a:ext cx="5521056" cy="18389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917FA8D-F41F-4DF9-BC88-8829E1F6CF2D}"/>
              </a:ext>
            </a:extLst>
          </p:cNvPr>
          <p:cNvSpPr/>
          <p:nvPr userDrawn="1"/>
        </p:nvSpPr>
        <p:spPr>
          <a:xfrm>
            <a:off x="8450090" y="858404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42" name="표 63">
            <a:extLst>
              <a:ext uri="{FF2B5EF4-FFF2-40B4-BE49-F238E27FC236}">
                <a16:creationId xmlns:a16="http://schemas.microsoft.com/office/drawing/2014/main" id="{E78660E0-A8E5-44D9-A162-49D190D274D5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84233243"/>
              </p:ext>
            </p:extLst>
          </p:nvPr>
        </p:nvGraphicFramePr>
        <p:xfrm>
          <a:off x="1419945" y="825016"/>
          <a:ext cx="7797729" cy="48917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64749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6932980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24458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244585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43" name="직사각형 42">
            <a:extLst>
              <a:ext uri="{FF2B5EF4-FFF2-40B4-BE49-F238E27FC236}">
                <a16:creationId xmlns:a16="http://schemas.microsoft.com/office/drawing/2014/main" id="{B44D5860-88C9-4D79-BEA1-3BE5CA7EE3EB}"/>
              </a:ext>
            </a:extLst>
          </p:cNvPr>
          <p:cNvSpPr/>
          <p:nvPr userDrawn="1"/>
        </p:nvSpPr>
        <p:spPr>
          <a:xfrm>
            <a:off x="8452538" y="1085623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7B79A77C-968C-4AC2-91FD-E7CF7D0FB9EF}"/>
              </a:ext>
            </a:extLst>
          </p:cNvPr>
          <p:cNvSpPr txBox="1"/>
          <p:nvPr userDrawn="1"/>
        </p:nvSpPr>
        <p:spPr>
          <a:xfrm>
            <a:off x="1431783" y="1472007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pic>
        <p:nvPicPr>
          <p:cNvPr id="46" name="Picture 2">
            <a:extLst>
              <a:ext uri="{FF2B5EF4-FFF2-40B4-BE49-F238E27FC236}">
                <a16:creationId xmlns:a16="http://schemas.microsoft.com/office/drawing/2014/main" id="{AAEDE75C-5A20-4ECE-B0D9-BE50148742E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9764" y="4004060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" name="직사각형 46">
            <a:extLst>
              <a:ext uri="{FF2B5EF4-FFF2-40B4-BE49-F238E27FC236}">
                <a16:creationId xmlns:a16="http://schemas.microsoft.com/office/drawing/2014/main" id="{1E2DB73E-DD7E-44E2-BC1C-1C6DA0C62AEC}"/>
              </a:ext>
            </a:extLst>
          </p:cNvPr>
          <p:cNvSpPr/>
          <p:nvPr userDrawn="1"/>
        </p:nvSpPr>
        <p:spPr>
          <a:xfrm>
            <a:off x="6942093" y="1388503"/>
            <a:ext cx="1043646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bg1"/>
                </a:solidFill>
              </a:rPr>
              <a:t> Excel </a:t>
            </a:r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6B5D1866-31A7-4FD0-B303-395055DA62FB}"/>
              </a:ext>
            </a:extLst>
          </p:cNvPr>
          <p:cNvGrpSpPr/>
          <p:nvPr userDrawn="1"/>
        </p:nvGrpSpPr>
        <p:grpSpPr>
          <a:xfrm>
            <a:off x="7735920" y="1432230"/>
            <a:ext cx="157646" cy="117956"/>
            <a:chOff x="4102371" y="6165304"/>
            <a:chExt cx="294535" cy="220381"/>
          </a:xfrm>
        </p:grpSpPr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FC2644A6-0A15-4865-88B1-B419B9ED2360}"/>
                </a:ext>
              </a:extLst>
            </p:cNvPr>
            <p:cNvSpPr/>
            <p:nvPr/>
          </p:nvSpPr>
          <p:spPr>
            <a:xfrm>
              <a:off x="4102371" y="6231675"/>
              <a:ext cx="294535" cy="15401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아래쪽 화살표 38">
              <a:extLst>
                <a:ext uri="{FF2B5EF4-FFF2-40B4-BE49-F238E27FC236}">
                  <a16:creationId xmlns:a16="http://schemas.microsoft.com/office/drawing/2014/main" id="{30F6BB85-7517-470C-A8CF-42D279D2029F}"/>
                </a:ext>
              </a:extLst>
            </p:cNvPr>
            <p:cNvSpPr/>
            <p:nvPr/>
          </p:nvSpPr>
          <p:spPr>
            <a:xfrm>
              <a:off x="4139952" y="6165304"/>
              <a:ext cx="203642" cy="200477"/>
            </a:xfrm>
            <a:prstGeom prst="downArrow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AECB9A8D-0C1F-49FC-AD4E-FFB26146CCEB}"/>
              </a:ext>
            </a:extLst>
          </p:cNvPr>
          <p:cNvSpPr/>
          <p:nvPr userDrawn="1"/>
        </p:nvSpPr>
        <p:spPr>
          <a:xfrm>
            <a:off x="8052938" y="1388570"/>
            <a:ext cx="1157388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상품등록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101" name="표 100">
            <a:extLst>
              <a:ext uri="{FF2B5EF4-FFF2-40B4-BE49-F238E27FC236}">
                <a16:creationId xmlns:a16="http://schemas.microsoft.com/office/drawing/2014/main" id="{35C1EDB2-6E1E-4F8F-A0BB-58878482F596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485722732"/>
              </p:ext>
            </p:extLst>
          </p:nvPr>
        </p:nvGraphicFramePr>
        <p:xfrm>
          <a:off x="1394083" y="1709832"/>
          <a:ext cx="7823592" cy="1447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664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34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149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45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110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8364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4758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0186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80125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상품상태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판매범위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게시채널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판매요청목록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판매중지신청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\ 5,000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</a:p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\ 1,000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--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예고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\ 1,000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</a:p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3D17DCED-3F0A-4C85-82FC-CA96564F0BC3}"/>
              </a:ext>
            </a:extLst>
          </p:cNvPr>
          <p:cNvGrpSpPr/>
          <p:nvPr userDrawn="1"/>
        </p:nvGrpSpPr>
        <p:grpSpPr>
          <a:xfrm>
            <a:off x="2526521" y="1902210"/>
            <a:ext cx="2414206" cy="338554"/>
            <a:chOff x="1237833" y="3417650"/>
            <a:chExt cx="1708480" cy="338554"/>
          </a:xfrm>
        </p:grpSpPr>
        <p:grpSp>
          <p:nvGrpSpPr>
            <p:cNvPr id="103" name="그룹 102">
              <a:extLst>
                <a:ext uri="{FF2B5EF4-FFF2-40B4-BE49-F238E27FC236}">
                  <a16:creationId xmlns:a16="http://schemas.microsoft.com/office/drawing/2014/main" id="{786D5FF5-FBBD-4211-82FE-FEAD5BFAB50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05" name="Border">
                <a:extLst>
                  <a:ext uri="{FF2B5EF4-FFF2-40B4-BE49-F238E27FC236}">
                    <a16:creationId xmlns:a16="http://schemas.microsoft.com/office/drawing/2014/main" id="{2E86F944-DA97-47BE-B803-37B9209B0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" name="Line 2">
                <a:extLst>
                  <a:ext uri="{FF2B5EF4-FFF2-40B4-BE49-F238E27FC236}">
                    <a16:creationId xmlns:a16="http://schemas.microsoft.com/office/drawing/2014/main" id="{1F2B17F7-43EC-4452-A243-55AE55229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7" name="Line 1">
                <a:extLst>
                  <a:ext uri="{FF2B5EF4-FFF2-40B4-BE49-F238E27FC236}">
                    <a16:creationId xmlns:a16="http://schemas.microsoft.com/office/drawing/2014/main" id="{EA328471-C258-42CF-8032-16EE8CE13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580E93FB-9D5E-4C1B-A4A3-A01BC7FB104A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362EB82F-ED1A-47C2-910C-DE3CD7DAF1BA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AFC4E3A8-7786-4946-B75F-19ED98AF5761}"/>
              </a:ext>
            </a:extLst>
          </p:cNvPr>
          <p:cNvGrpSpPr/>
          <p:nvPr userDrawn="1"/>
        </p:nvGrpSpPr>
        <p:grpSpPr>
          <a:xfrm>
            <a:off x="2542177" y="2896270"/>
            <a:ext cx="1727218" cy="216483"/>
            <a:chOff x="1540392" y="3661144"/>
            <a:chExt cx="1222314" cy="216483"/>
          </a:xfrm>
        </p:grpSpPr>
        <p:grpSp>
          <p:nvGrpSpPr>
            <p:cNvPr id="110" name="그룹 109">
              <a:extLst>
                <a:ext uri="{FF2B5EF4-FFF2-40B4-BE49-F238E27FC236}">
                  <a16:creationId xmlns:a16="http://schemas.microsoft.com/office/drawing/2014/main" id="{31751B67-C224-4745-968A-22B59182117D}"/>
                </a:ext>
              </a:extLst>
            </p:cNvPr>
            <p:cNvGrpSpPr/>
            <p:nvPr/>
          </p:nvGrpSpPr>
          <p:grpSpPr>
            <a:xfrm>
              <a:off x="1540392" y="3662183"/>
              <a:ext cx="800219" cy="215444"/>
              <a:chOff x="660362" y="4396314"/>
              <a:chExt cx="800219" cy="215444"/>
            </a:xfrm>
          </p:grpSpPr>
          <p:sp>
            <p:nvSpPr>
              <p:cNvPr id="112" name="모서리가 둥근 직사각형 70">
                <a:extLst>
                  <a:ext uri="{FF2B5EF4-FFF2-40B4-BE49-F238E27FC236}">
                    <a16:creationId xmlns:a16="http://schemas.microsoft.com/office/drawing/2014/main" id="{9CACD90E-4419-401A-8BD8-BAF42B1BC304}"/>
                  </a:ext>
                </a:extLst>
              </p:cNvPr>
              <p:cNvSpPr/>
              <p:nvPr/>
            </p:nvSpPr>
            <p:spPr>
              <a:xfrm>
                <a:off x="677152" y="4437112"/>
                <a:ext cx="756248" cy="122813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469A1169-1897-4DB0-9F59-F6BE475163F1}"/>
                  </a:ext>
                </a:extLst>
              </p:cNvPr>
              <p:cNvSpPr txBox="1"/>
              <p:nvPr/>
            </p:nvSpPr>
            <p:spPr>
              <a:xfrm>
                <a:off x="660362" y="4396314"/>
                <a:ext cx="800219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ko-KR" altLang="en-US" sz="800" dirty="0">
                    <a:solidFill>
                      <a:schemeClr val="bg1"/>
                    </a:solidFill>
                  </a:rPr>
                  <a:t>판매중지예고</a:t>
                </a:r>
              </a:p>
            </p:txBody>
          </p:sp>
        </p:grpSp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AE770632-BCE3-483A-8E3D-8B2900045FB5}"/>
                </a:ext>
              </a:extLst>
            </p:cNvPr>
            <p:cNvSpPr/>
            <p:nvPr/>
          </p:nvSpPr>
          <p:spPr>
            <a:xfrm>
              <a:off x="2282624" y="3661144"/>
              <a:ext cx="480082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/>
                <a:t>2024.01.15</a:t>
              </a:r>
              <a:endParaRPr lang="ko-KR" altLang="en-US" dirty="0"/>
            </a:p>
          </p:txBody>
        </p:sp>
      </p:grp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69900461-E972-4283-BB86-8738FB821E1D}"/>
              </a:ext>
            </a:extLst>
          </p:cNvPr>
          <p:cNvSpPr/>
          <p:nvPr userDrawn="1"/>
        </p:nvSpPr>
        <p:spPr>
          <a:xfrm>
            <a:off x="8794620" y="2116532"/>
            <a:ext cx="351299" cy="106693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49668F17-D4AC-4553-A2DF-F9F299924C8B}"/>
              </a:ext>
            </a:extLst>
          </p:cNvPr>
          <p:cNvSpPr/>
          <p:nvPr userDrawn="1"/>
        </p:nvSpPr>
        <p:spPr>
          <a:xfrm>
            <a:off x="8410807" y="2116532"/>
            <a:ext cx="341530" cy="106693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BDE6CDF4-12F4-4AE6-AC0A-4A67C62AA3C9}"/>
              </a:ext>
            </a:extLst>
          </p:cNvPr>
          <p:cNvSpPr/>
          <p:nvPr userDrawn="1"/>
        </p:nvSpPr>
        <p:spPr>
          <a:xfrm>
            <a:off x="8798394" y="1975186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2E6EB364-09AB-476A-BD38-16FE2FD2FE7E}"/>
              </a:ext>
            </a:extLst>
          </p:cNvPr>
          <p:cNvSpPr/>
          <p:nvPr userDrawn="1"/>
        </p:nvSpPr>
        <p:spPr>
          <a:xfrm>
            <a:off x="7312449" y="1971279"/>
            <a:ext cx="961717" cy="13323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판매중지 예고신청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1FCDE7BD-6177-45D5-A8A2-C424BBDBF339}"/>
              </a:ext>
            </a:extLst>
          </p:cNvPr>
          <p:cNvSpPr/>
          <p:nvPr userDrawn="1"/>
        </p:nvSpPr>
        <p:spPr>
          <a:xfrm>
            <a:off x="6458732" y="1971279"/>
            <a:ext cx="729245" cy="127579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>
                <a:solidFill>
                  <a:schemeClr val="bg1"/>
                </a:solidFill>
              </a:rPr>
              <a:t>판매요청목록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A7A080B0-800D-4F1A-B2F5-019BB5382E9C}"/>
              </a:ext>
            </a:extLst>
          </p:cNvPr>
          <p:cNvSpPr/>
          <p:nvPr userDrawn="1"/>
        </p:nvSpPr>
        <p:spPr>
          <a:xfrm>
            <a:off x="6458732" y="2306558"/>
            <a:ext cx="729246" cy="127579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>
                <a:solidFill>
                  <a:schemeClr val="bg1"/>
                </a:solidFill>
              </a:rPr>
              <a:t>판매요청목록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6A6B4F3B-BE41-4716-9C28-EB2589BC2B62}"/>
              </a:ext>
            </a:extLst>
          </p:cNvPr>
          <p:cNvGrpSpPr/>
          <p:nvPr userDrawn="1"/>
        </p:nvGrpSpPr>
        <p:grpSpPr>
          <a:xfrm>
            <a:off x="2517812" y="2236346"/>
            <a:ext cx="2414206" cy="338554"/>
            <a:chOff x="1237833" y="3417650"/>
            <a:chExt cx="1708480" cy="338554"/>
          </a:xfrm>
        </p:grpSpPr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2513F232-0A7B-4EC0-BC61-69D8FF3A367B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23" name="Border">
                <a:extLst>
                  <a:ext uri="{FF2B5EF4-FFF2-40B4-BE49-F238E27FC236}">
                    <a16:creationId xmlns:a16="http://schemas.microsoft.com/office/drawing/2014/main" id="{2A58C00D-C15F-4735-BCAC-7852CC067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4" name="Line 2">
                <a:extLst>
                  <a:ext uri="{FF2B5EF4-FFF2-40B4-BE49-F238E27FC236}">
                    <a16:creationId xmlns:a16="http://schemas.microsoft.com/office/drawing/2014/main" id="{4FC98A15-1C35-4D5F-816C-86E8AFCE9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5" name="Line 1">
                <a:extLst>
                  <a:ext uri="{FF2B5EF4-FFF2-40B4-BE49-F238E27FC236}">
                    <a16:creationId xmlns:a16="http://schemas.microsoft.com/office/drawing/2014/main" id="{98FA059B-096F-455F-8194-D1F93AAAA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B973D642-CF49-4C78-BC8A-0D541A06DD10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99333ED1-156D-41D6-82F3-FC870765A9AE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C8F421A5-66DA-4A3B-AEED-F00C47FCA37E}"/>
              </a:ext>
            </a:extLst>
          </p:cNvPr>
          <p:cNvGrpSpPr/>
          <p:nvPr userDrawn="1"/>
        </p:nvGrpSpPr>
        <p:grpSpPr>
          <a:xfrm>
            <a:off x="2522518" y="2572632"/>
            <a:ext cx="2414206" cy="338554"/>
            <a:chOff x="1237833" y="3417650"/>
            <a:chExt cx="1708480" cy="338554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F091CC43-71D9-43AC-854D-C182382D2F8A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30" name="Border">
                <a:extLst>
                  <a:ext uri="{FF2B5EF4-FFF2-40B4-BE49-F238E27FC236}">
                    <a16:creationId xmlns:a16="http://schemas.microsoft.com/office/drawing/2014/main" id="{C4057072-83B2-4664-8F45-F29B91A24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1" name="Line 2">
                <a:extLst>
                  <a:ext uri="{FF2B5EF4-FFF2-40B4-BE49-F238E27FC236}">
                    <a16:creationId xmlns:a16="http://schemas.microsoft.com/office/drawing/2014/main" id="{1BC7CFDA-579E-4BA1-9A7A-EC7D631FD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2" name="Line 1">
                <a:extLst>
                  <a:ext uri="{FF2B5EF4-FFF2-40B4-BE49-F238E27FC236}">
                    <a16:creationId xmlns:a16="http://schemas.microsoft.com/office/drawing/2014/main" id="{2417F0C6-DAB5-4FB2-B8B7-6FF743B56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3" name="TextBox 132">
                <a:extLst>
                  <a:ext uri="{FF2B5EF4-FFF2-40B4-BE49-F238E27FC236}">
                    <a16:creationId xmlns:a16="http://schemas.microsoft.com/office/drawing/2014/main" id="{931FE412-500A-46A2-BA9D-8D7D053134C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C85B3137-74E1-40B7-A3C9-18E9C7573F93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86C53EB5-413D-4B55-A4D3-B6BDF583EBE4}"/>
              </a:ext>
            </a:extLst>
          </p:cNvPr>
          <p:cNvSpPr/>
          <p:nvPr userDrawn="1"/>
        </p:nvSpPr>
        <p:spPr>
          <a:xfrm>
            <a:off x="6458732" y="2641083"/>
            <a:ext cx="729246" cy="123602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>
                <a:solidFill>
                  <a:schemeClr val="bg1"/>
                </a:solidFill>
              </a:rPr>
              <a:t>판매요청목록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E5C453C-4BCF-4260-8840-C03BE75602A5}"/>
              </a:ext>
            </a:extLst>
          </p:cNvPr>
          <p:cNvSpPr/>
          <p:nvPr userDrawn="1"/>
        </p:nvSpPr>
        <p:spPr>
          <a:xfrm>
            <a:off x="8784522" y="2436546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821C432A-2AC7-4205-B0C9-F5336217248B}"/>
              </a:ext>
            </a:extLst>
          </p:cNvPr>
          <p:cNvSpPr/>
          <p:nvPr userDrawn="1"/>
        </p:nvSpPr>
        <p:spPr>
          <a:xfrm>
            <a:off x="8400709" y="2436546"/>
            <a:ext cx="341530" cy="10669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8062A864-DD11-4021-85C8-11A6E3BB91CF}"/>
              </a:ext>
            </a:extLst>
          </p:cNvPr>
          <p:cNvSpPr/>
          <p:nvPr userDrawn="1"/>
        </p:nvSpPr>
        <p:spPr>
          <a:xfrm>
            <a:off x="8788296" y="2295200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51CB4C13-0905-402C-978D-D004181C8780}"/>
              </a:ext>
            </a:extLst>
          </p:cNvPr>
          <p:cNvSpPr/>
          <p:nvPr userDrawn="1"/>
        </p:nvSpPr>
        <p:spPr>
          <a:xfrm>
            <a:off x="7302352" y="2291293"/>
            <a:ext cx="961716" cy="133233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판매중지 예고신청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6C90AFC8-0497-421A-BFFC-C2F6909697DF}"/>
              </a:ext>
            </a:extLst>
          </p:cNvPr>
          <p:cNvSpPr/>
          <p:nvPr userDrawn="1"/>
        </p:nvSpPr>
        <p:spPr>
          <a:xfrm>
            <a:off x="8772781" y="2776705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F80DEF60-83A8-48E7-8207-952B352F2D80}"/>
              </a:ext>
            </a:extLst>
          </p:cNvPr>
          <p:cNvSpPr/>
          <p:nvPr userDrawn="1"/>
        </p:nvSpPr>
        <p:spPr>
          <a:xfrm>
            <a:off x="8388968" y="2776705"/>
            <a:ext cx="341530" cy="106693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577AC0D8-9F80-4DE1-AF6F-CB8B5BFC7B06}"/>
              </a:ext>
            </a:extLst>
          </p:cNvPr>
          <p:cNvSpPr/>
          <p:nvPr userDrawn="1"/>
        </p:nvSpPr>
        <p:spPr>
          <a:xfrm>
            <a:off x="8776555" y="2635359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D82D480C-89EA-4741-B368-F819B2A89065}"/>
              </a:ext>
            </a:extLst>
          </p:cNvPr>
          <p:cNvSpPr/>
          <p:nvPr userDrawn="1"/>
        </p:nvSpPr>
        <p:spPr>
          <a:xfrm>
            <a:off x="7290610" y="2631452"/>
            <a:ext cx="983555" cy="133233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판매중지 예고신청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6AE35946-C478-49F0-AE59-B598C3BD7FBB}"/>
              </a:ext>
            </a:extLst>
          </p:cNvPr>
          <p:cNvSpPr/>
          <p:nvPr userDrawn="1"/>
        </p:nvSpPr>
        <p:spPr>
          <a:xfrm>
            <a:off x="8410094" y="1967197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904BDCB9-A013-47E8-A773-915C99CAD910}"/>
              </a:ext>
            </a:extLst>
          </p:cNvPr>
          <p:cNvSpPr/>
          <p:nvPr userDrawn="1"/>
        </p:nvSpPr>
        <p:spPr>
          <a:xfrm>
            <a:off x="8399996" y="2287211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F302C798-7E17-4E62-A807-195AB144A125}"/>
              </a:ext>
            </a:extLst>
          </p:cNvPr>
          <p:cNvSpPr/>
          <p:nvPr userDrawn="1"/>
        </p:nvSpPr>
        <p:spPr>
          <a:xfrm>
            <a:off x="8388255" y="2627370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65073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판매채널_배송비관리목록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FC7C98B6-A724-48B2-8824-214DDC0B2BEA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1CB11EA-EFEF-4F56-93FE-CC2ACBB9D95F}"/>
              </a:ext>
            </a:extLst>
          </p:cNvPr>
          <p:cNvSpPr/>
          <p:nvPr userDrawn="1"/>
        </p:nvSpPr>
        <p:spPr>
          <a:xfrm>
            <a:off x="41208" y="34272"/>
            <a:ext cx="10071693" cy="39509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71D84B45-A194-4B42-AC7E-3159B1EEB8F5}"/>
              </a:ext>
            </a:extLst>
          </p:cNvPr>
          <p:cNvGrpSpPr/>
          <p:nvPr userDrawn="1"/>
        </p:nvGrpSpPr>
        <p:grpSpPr>
          <a:xfrm>
            <a:off x="118741" y="94475"/>
            <a:ext cx="1148071" cy="273280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6" name="Border">
              <a:extLst>
                <a:ext uri="{FF2B5EF4-FFF2-40B4-BE49-F238E27FC236}">
                  <a16:creationId xmlns:a16="http://schemas.microsoft.com/office/drawing/2014/main" id="{67E5CCF3-D9C4-4234-A375-049AC3977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Line 2">
              <a:extLst>
                <a:ext uri="{FF2B5EF4-FFF2-40B4-BE49-F238E27FC236}">
                  <a16:creationId xmlns:a16="http://schemas.microsoft.com/office/drawing/2014/main" id="{82B040F9-9B6C-4F9C-BF30-5666A3185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1">
              <a:extLst>
                <a:ext uri="{FF2B5EF4-FFF2-40B4-BE49-F238E27FC236}">
                  <a16:creationId xmlns:a16="http://schemas.microsoft.com/office/drawing/2014/main" id="{0C776255-F0D6-42AA-96D3-1012B9E3B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B48207C-B014-4A02-B95F-AC646A90D386}"/>
                </a:ext>
              </a:extLst>
            </p:cNvPr>
            <p:cNvSpPr txBox="1"/>
            <p:nvPr/>
          </p:nvSpPr>
          <p:spPr>
            <a:xfrm>
              <a:off x="3335780" y="2018289"/>
              <a:ext cx="690867" cy="4706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5019932-3901-4C6B-A6B1-CC9758E79102}"/>
              </a:ext>
            </a:extLst>
          </p:cNvPr>
          <p:cNvSpPr/>
          <p:nvPr userDrawn="1"/>
        </p:nvSpPr>
        <p:spPr>
          <a:xfrm>
            <a:off x="7107532" y="104509"/>
            <a:ext cx="2933097" cy="2532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[ </a:t>
            </a:r>
            <a:r>
              <a:rPr lang="ko-KR" altLang="en-US" sz="800" b="1" dirty="0">
                <a:solidFill>
                  <a:schemeClr val="tx1"/>
                </a:solidFill>
                <a:latin typeface="+mj-ea"/>
                <a:ea typeface="+mj-ea"/>
              </a:rPr>
              <a:t>상호명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]  </a:t>
            </a:r>
            <a:r>
              <a:rPr lang="ko-KR" altLang="en-US" sz="800" dirty="0" err="1">
                <a:latin typeface="+mj-ea"/>
                <a:ea typeface="+mj-ea"/>
              </a:rPr>
              <a:t>회원명</a:t>
            </a:r>
            <a:r>
              <a:rPr lang="en-US" altLang="ko-KR" sz="800" dirty="0">
                <a:latin typeface="+mj-ea"/>
                <a:ea typeface="+mj-ea"/>
              </a:rPr>
              <a:t> 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로그아웃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064FA329-D021-4148-AD83-524D1B18ED38}"/>
              </a:ext>
            </a:extLst>
          </p:cNvPr>
          <p:cNvSpPr/>
          <p:nvPr userDrawn="1"/>
        </p:nvSpPr>
        <p:spPr>
          <a:xfrm>
            <a:off x="118741" y="567332"/>
            <a:ext cx="1148071" cy="474970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○ 주문관리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/>
                </a:solidFill>
              </a:rPr>
              <a:t>○ 상품등록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l"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0A2107E8-A597-4569-B861-6F2AE07BD252}"/>
              </a:ext>
            </a:extLst>
          </p:cNvPr>
          <p:cNvSpPr/>
          <p:nvPr userDrawn="1"/>
        </p:nvSpPr>
        <p:spPr>
          <a:xfrm>
            <a:off x="1476347" y="170905"/>
            <a:ext cx="748156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주문목록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AFFBDBF1-B919-4505-B47B-9C3CE18230C3}"/>
              </a:ext>
            </a:extLst>
          </p:cNvPr>
          <p:cNvSpPr/>
          <p:nvPr userDrawn="1"/>
        </p:nvSpPr>
        <p:spPr>
          <a:xfrm>
            <a:off x="2296062" y="170905"/>
            <a:ext cx="888569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회원정보수정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3DB9A787-0261-4B51-B15C-C42014DA13EA}"/>
              </a:ext>
            </a:extLst>
          </p:cNvPr>
          <p:cNvSpPr/>
          <p:nvPr userDrawn="1"/>
        </p:nvSpPr>
        <p:spPr>
          <a:xfrm>
            <a:off x="3256190" y="171431"/>
            <a:ext cx="63636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포인트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680F8F77-3C10-4515-8532-BB8E32F66946}"/>
              </a:ext>
            </a:extLst>
          </p:cNvPr>
          <p:cNvSpPr/>
          <p:nvPr userDrawn="1"/>
        </p:nvSpPr>
        <p:spPr>
          <a:xfrm>
            <a:off x="4020832" y="170905"/>
            <a:ext cx="84285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    방문한 채널</a:t>
            </a:r>
          </a:p>
        </p:txBody>
      </p:sp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D15338DC-C1F2-45AA-A3FE-9A341CE91969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59389008"/>
              </p:ext>
            </p:extLst>
          </p:nvPr>
        </p:nvGraphicFramePr>
        <p:xfrm>
          <a:off x="40495" y="1178787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en-US" altLang="ko-KR" sz="800" dirty="0"/>
                        <a:t>Shop </a:t>
                      </a:r>
                      <a:r>
                        <a:rPr lang="ko-KR" altLang="en-US" sz="800" dirty="0"/>
                        <a:t>채널관리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상품관리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공동구매 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주문관리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3591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○ 정산관리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24556"/>
                  </a:ext>
                </a:extLst>
              </a:tr>
            </a:tbl>
          </a:graphicData>
        </a:graphic>
      </p:graphicFrame>
      <p:sp>
        <p:nvSpPr>
          <p:cNvPr id="17" name="웃는 얼굴 16">
            <a:extLst>
              <a:ext uri="{FF2B5EF4-FFF2-40B4-BE49-F238E27FC236}">
                <a16:creationId xmlns:a16="http://schemas.microsoft.com/office/drawing/2014/main" id="{CD8E64A5-7AD9-4AA9-B188-A965B8BDAA9E}"/>
              </a:ext>
            </a:extLst>
          </p:cNvPr>
          <p:cNvSpPr/>
          <p:nvPr userDrawn="1"/>
        </p:nvSpPr>
        <p:spPr>
          <a:xfrm>
            <a:off x="1529408" y="20777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웃는 얼굴 17">
            <a:extLst>
              <a:ext uri="{FF2B5EF4-FFF2-40B4-BE49-F238E27FC236}">
                <a16:creationId xmlns:a16="http://schemas.microsoft.com/office/drawing/2014/main" id="{860FA053-4F81-444B-AD9C-191E1DB610A9}"/>
              </a:ext>
            </a:extLst>
          </p:cNvPr>
          <p:cNvSpPr/>
          <p:nvPr userDrawn="1"/>
        </p:nvSpPr>
        <p:spPr>
          <a:xfrm>
            <a:off x="2348177" y="20534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웃는 얼굴 18">
            <a:extLst>
              <a:ext uri="{FF2B5EF4-FFF2-40B4-BE49-F238E27FC236}">
                <a16:creationId xmlns:a16="http://schemas.microsoft.com/office/drawing/2014/main" id="{24785928-685B-4251-A6B2-107B742121D3}"/>
              </a:ext>
            </a:extLst>
          </p:cNvPr>
          <p:cNvSpPr/>
          <p:nvPr userDrawn="1"/>
        </p:nvSpPr>
        <p:spPr>
          <a:xfrm>
            <a:off x="3315372" y="20291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웃는 얼굴 19">
            <a:extLst>
              <a:ext uri="{FF2B5EF4-FFF2-40B4-BE49-F238E27FC236}">
                <a16:creationId xmlns:a16="http://schemas.microsoft.com/office/drawing/2014/main" id="{3DC45016-8F30-4713-913C-3C99347D8626}"/>
              </a:ext>
            </a:extLst>
          </p:cNvPr>
          <p:cNvSpPr/>
          <p:nvPr userDrawn="1"/>
        </p:nvSpPr>
        <p:spPr>
          <a:xfrm>
            <a:off x="4084904" y="213898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F7352E3C-DC23-4271-9DE1-CBDF98B33346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163969496"/>
              </p:ext>
            </p:extLst>
          </p:nvPr>
        </p:nvGraphicFramePr>
        <p:xfrm>
          <a:off x="48089" y="3141314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정보관리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서브관리자관리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발주담당관리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포인트관리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202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ko-KR" altLang="en-US" sz="800" dirty="0" err="1"/>
                        <a:t>배송비설정</a:t>
                      </a:r>
                      <a:endParaRPr lang="ko-KR" altLang="en-US" sz="8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취소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환불안내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86852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DB6B9A3E-09FE-4978-96C2-8EAAA380678C}"/>
              </a:ext>
            </a:extLst>
          </p:cNvPr>
          <p:cNvSpPr txBox="1"/>
          <p:nvPr userDrawn="1"/>
        </p:nvSpPr>
        <p:spPr>
          <a:xfrm rot="10800000">
            <a:off x="1078469" y="1170836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C3AF218-ADA7-4849-80A6-0BC2AF310B04}"/>
              </a:ext>
            </a:extLst>
          </p:cNvPr>
          <p:cNvSpPr txBox="1"/>
          <p:nvPr userDrawn="1"/>
        </p:nvSpPr>
        <p:spPr>
          <a:xfrm rot="10800000">
            <a:off x="1080745" y="138181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A7E1772-1104-4905-B96E-BD776E642F42}"/>
              </a:ext>
            </a:extLst>
          </p:cNvPr>
          <p:cNvSpPr txBox="1"/>
          <p:nvPr userDrawn="1"/>
        </p:nvSpPr>
        <p:spPr>
          <a:xfrm rot="10800000">
            <a:off x="1078468" y="15987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ECE60E6-A810-45F8-92B4-1FBDCA9519FB}"/>
              </a:ext>
            </a:extLst>
          </p:cNvPr>
          <p:cNvSpPr txBox="1"/>
          <p:nvPr userDrawn="1"/>
        </p:nvSpPr>
        <p:spPr>
          <a:xfrm rot="10800000">
            <a:off x="1080093" y="18310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08CE1692-5B78-46E8-B737-5CAC3B04998A}"/>
              </a:ext>
            </a:extLst>
          </p:cNvPr>
          <p:cNvSpPr/>
          <p:nvPr userDrawn="1"/>
        </p:nvSpPr>
        <p:spPr>
          <a:xfrm>
            <a:off x="41208" y="429370"/>
            <a:ext cx="1304991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9B9DFA9-0A75-4AC9-B41B-1372FCC51E27}"/>
              </a:ext>
            </a:extLst>
          </p:cNvPr>
          <p:cNvSpPr txBox="1"/>
          <p:nvPr userDrawn="1"/>
        </p:nvSpPr>
        <p:spPr>
          <a:xfrm>
            <a:off x="40495" y="2905534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>
                    <a:lumMod val="65000"/>
                  </a:schemeClr>
                </a:solidFill>
              </a:rPr>
              <a:t> 환경설정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BE17663-9167-4269-BD5B-48956ECE728C}"/>
              </a:ext>
            </a:extLst>
          </p:cNvPr>
          <p:cNvSpPr/>
          <p:nvPr userDrawn="1"/>
        </p:nvSpPr>
        <p:spPr>
          <a:xfrm>
            <a:off x="9271463" y="429370"/>
            <a:ext cx="840725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1E19D823-169E-45E3-ADAD-6FCE67A453AB}"/>
              </a:ext>
            </a:extLst>
          </p:cNvPr>
          <p:cNvSpPr/>
          <p:nvPr userDrawn="1"/>
        </p:nvSpPr>
        <p:spPr>
          <a:xfrm>
            <a:off x="9375639" y="540420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6B88E897-4361-4732-A866-BAD46454F9E8}"/>
              </a:ext>
            </a:extLst>
          </p:cNvPr>
          <p:cNvSpPr/>
          <p:nvPr userDrawn="1"/>
        </p:nvSpPr>
        <p:spPr>
          <a:xfrm>
            <a:off x="9375639" y="847737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C86301C-76D3-4E20-A2BA-DB02B41E89D9}"/>
              </a:ext>
            </a:extLst>
          </p:cNvPr>
          <p:cNvSpPr/>
          <p:nvPr userDrawn="1"/>
        </p:nvSpPr>
        <p:spPr>
          <a:xfrm>
            <a:off x="9375639" y="1155054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76CC17CD-CA28-4A0F-B1AB-D51C5AF71235}"/>
              </a:ext>
            </a:extLst>
          </p:cNvPr>
          <p:cNvSpPr/>
          <p:nvPr userDrawn="1"/>
        </p:nvSpPr>
        <p:spPr>
          <a:xfrm>
            <a:off x="9375639" y="1462371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50B54B9F-6D4A-4C5C-8DA5-17E072D68DCD}"/>
              </a:ext>
            </a:extLst>
          </p:cNvPr>
          <p:cNvSpPr/>
          <p:nvPr userDrawn="1"/>
        </p:nvSpPr>
        <p:spPr>
          <a:xfrm>
            <a:off x="9375639" y="1769688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DC744D3-BC29-456E-A909-3E3F3B72248E}"/>
              </a:ext>
            </a:extLst>
          </p:cNvPr>
          <p:cNvSpPr/>
          <p:nvPr userDrawn="1"/>
        </p:nvSpPr>
        <p:spPr>
          <a:xfrm>
            <a:off x="9375639" y="2077005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FD99EF6-62AD-413C-826F-046BCA58FCD2}"/>
              </a:ext>
            </a:extLst>
          </p:cNvPr>
          <p:cNvSpPr/>
          <p:nvPr userDrawn="1"/>
        </p:nvSpPr>
        <p:spPr>
          <a:xfrm>
            <a:off x="9375639" y="2384322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3FBAF2E-8570-4D2F-A94E-8E4A7F19B279}"/>
              </a:ext>
            </a:extLst>
          </p:cNvPr>
          <p:cNvSpPr/>
          <p:nvPr userDrawn="1"/>
        </p:nvSpPr>
        <p:spPr>
          <a:xfrm>
            <a:off x="9375639" y="2691639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0D1E501-2014-4599-8C70-C1CAACDED211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D7C0C13-F9FC-4B35-9363-6F2E2358F972}"/>
              </a:ext>
            </a:extLst>
          </p:cNvPr>
          <p:cNvSpPr/>
          <p:nvPr userDrawn="1"/>
        </p:nvSpPr>
        <p:spPr>
          <a:xfrm>
            <a:off x="1414854" y="48500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5AA71F3-D427-413A-8E6C-874E907EAF95}"/>
              </a:ext>
            </a:extLst>
          </p:cNvPr>
          <p:cNvSpPr/>
          <p:nvPr userDrawn="1"/>
        </p:nvSpPr>
        <p:spPr>
          <a:xfrm>
            <a:off x="7202350" y="493535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7B79A77C-968C-4AC2-91FD-E7CF7D0FB9EF}"/>
              </a:ext>
            </a:extLst>
          </p:cNvPr>
          <p:cNvSpPr txBox="1"/>
          <p:nvPr userDrawn="1"/>
        </p:nvSpPr>
        <p:spPr>
          <a:xfrm>
            <a:off x="1370988" y="945871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AECB9A8D-0C1F-49FC-AD4E-FFB26146CCEB}"/>
              </a:ext>
            </a:extLst>
          </p:cNvPr>
          <p:cNvSpPr/>
          <p:nvPr userDrawn="1"/>
        </p:nvSpPr>
        <p:spPr>
          <a:xfrm>
            <a:off x="8052938" y="869949"/>
            <a:ext cx="1157388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배송비 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101" name="표 100">
            <a:extLst>
              <a:ext uri="{FF2B5EF4-FFF2-40B4-BE49-F238E27FC236}">
                <a16:creationId xmlns:a16="http://schemas.microsoft.com/office/drawing/2014/main" id="{35C1EDB2-6E1E-4F8F-A0BB-58878482F596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83173593"/>
              </p:ext>
            </p:extLst>
          </p:nvPr>
        </p:nvGraphicFramePr>
        <p:xfrm>
          <a:off x="1394083" y="1191211"/>
          <a:ext cx="7823593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13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13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1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03111">
                  <a:extLst>
                    <a:ext uri="{9D8B030D-6E8A-4147-A177-3AD203B41FA5}">
                      <a16:colId xmlns:a16="http://schemas.microsoft.com/office/drawing/2014/main" val="1113347812"/>
                    </a:ext>
                  </a:extLst>
                </a:gridCol>
                <a:gridCol w="1064525">
                  <a:extLst>
                    <a:ext uri="{9D8B030D-6E8A-4147-A177-3AD203B41FA5}">
                      <a16:colId xmlns:a16="http://schemas.microsoft.com/office/drawing/2014/main" val="4053828965"/>
                    </a:ext>
                  </a:extLst>
                </a:gridCol>
                <a:gridCol w="83251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273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615873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배송구분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배송명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지정택배사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배송비 유형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배송비 결제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상품수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기본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기본배송비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자체배송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무료 배송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선결제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조건배송비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한진택배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무료 배송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조건부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착불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사용자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고정배송비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우체국택배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 배송비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선결제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조건배송비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한진택배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무료 배송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조건부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착불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8927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사용자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고정배송비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우체국택배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 배송비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선결제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62596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조건배송비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한진택배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무료 배송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조건부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착불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7841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사용자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고정배송비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우체국택배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 배송비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선결제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4539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조건배송비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한진택배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무료 배송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조건부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착불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62424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사용자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고정배송비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우체국택배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 배송비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선결제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7065392"/>
                  </a:ext>
                </a:extLst>
              </a:tr>
            </a:tbl>
          </a:graphicData>
        </a:graphic>
      </p:graphicFrame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E5C453C-4BCF-4260-8840-C03BE75602A5}"/>
              </a:ext>
            </a:extLst>
          </p:cNvPr>
          <p:cNvSpPr/>
          <p:nvPr userDrawn="1"/>
        </p:nvSpPr>
        <p:spPr>
          <a:xfrm>
            <a:off x="8815987" y="1463282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821C432A-2AC7-4205-B0C9-F5336217248B}"/>
              </a:ext>
            </a:extLst>
          </p:cNvPr>
          <p:cNvSpPr/>
          <p:nvPr userDrawn="1"/>
        </p:nvSpPr>
        <p:spPr>
          <a:xfrm>
            <a:off x="8431079" y="1466836"/>
            <a:ext cx="341530" cy="10669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8062A864-DD11-4021-85C8-11A6E3BB91CF}"/>
              </a:ext>
            </a:extLst>
          </p:cNvPr>
          <p:cNvSpPr/>
          <p:nvPr userDrawn="1"/>
        </p:nvSpPr>
        <p:spPr>
          <a:xfrm>
            <a:off x="8052249" y="1460932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904BDCB9-A013-47E8-A773-915C99CAD910}"/>
              </a:ext>
            </a:extLst>
          </p:cNvPr>
          <p:cNvSpPr/>
          <p:nvPr userDrawn="1"/>
        </p:nvSpPr>
        <p:spPr>
          <a:xfrm>
            <a:off x="7667723" y="1460932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A6003AD7-A95E-42AD-B37D-042797B86253}"/>
              </a:ext>
            </a:extLst>
          </p:cNvPr>
          <p:cNvSpPr/>
          <p:nvPr userDrawn="1"/>
        </p:nvSpPr>
        <p:spPr>
          <a:xfrm>
            <a:off x="8815987" y="1675585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CEBDD02A-C1A6-4098-8E14-95186E754D91}"/>
              </a:ext>
            </a:extLst>
          </p:cNvPr>
          <p:cNvSpPr/>
          <p:nvPr userDrawn="1"/>
        </p:nvSpPr>
        <p:spPr>
          <a:xfrm>
            <a:off x="8431079" y="1679139"/>
            <a:ext cx="341530" cy="10669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16B8DD24-A3D6-4AF7-815B-3787F17F54A7}"/>
              </a:ext>
            </a:extLst>
          </p:cNvPr>
          <p:cNvSpPr/>
          <p:nvPr userDrawn="1"/>
        </p:nvSpPr>
        <p:spPr>
          <a:xfrm>
            <a:off x="8052249" y="1673235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7F60E62D-7259-4BFC-A952-630116C3C62D}"/>
              </a:ext>
            </a:extLst>
          </p:cNvPr>
          <p:cNvSpPr/>
          <p:nvPr userDrawn="1"/>
        </p:nvSpPr>
        <p:spPr>
          <a:xfrm>
            <a:off x="7667723" y="1673235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7E925035-F62A-41B6-BE0A-838EA7424D60}"/>
              </a:ext>
            </a:extLst>
          </p:cNvPr>
          <p:cNvSpPr/>
          <p:nvPr userDrawn="1"/>
        </p:nvSpPr>
        <p:spPr>
          <a:xfrm>
            <a:off x="8815987" y="1873442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5EBE048-A9F4-4846-BD4A-5DE2A376E4A1}"/>
              </a:ext>
            </a:extLst>
          </p:cNvPr>
          <p:cNvSpPr/>
          <p:nvPr userDrawn="1"/>
        </p:nvSpPr>
        <p:spPr>
          <a:xfrm>
            <a:off x="8431079" y="1876996"/>
            <a:ext cx="341530" cy="10669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4437BF69-3B36-4A13-ABCC-888D56300BD6}"/>
              </a:ext>
            </a:extLst>
          </p:cNvPr>
          <p:cNvSpPr/>
          <p:nvPr userDrawn="1"/>
        </p:nvSpPr>
        <p:spPr>
          <a:xfrm>
            <a:off x="8052249" y="1871092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D5FF3F16-F780-414F-A417-B85B0079C97A}"/>
              </a:ext>
            </a:extLst>
          </p:cNvPr>
          <p:cNvSpPr/>
          <p:nvPr userDrawn="1"/>
        </p:nvSpPr>
        <p:spPr>
          <a:xfrm>
            <a:off x="7667723" y="1871092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1625EAA4-E222-4040-9F2D-A83CCFDBA3C9}"/>
              </a:ext>
            </a:extLst>
          </p:cNvPr>
          <p:cNvSpPr/>
          <p:nvPr userDrawn="1"/>
        </p:nvSpPr>
        <p:spPr>
          <a:xfrm>
            <a:off x="8815987" y="2092551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AF2A86E7-3F2D-4609-8ADC-FE9DE41F014C}"/>
              </a:ext>
            </a:extLst>
          </p:cNvPr>
          <p:cNvSpPr/>
          <p:nvPr userDrawn="1"/>
        </p:nvSpPr>
        <p:spPr>
          <a:xfrm>
            <a:off x="8431079" y="2096105"/>
            <a:ext cx="341530" cy="10669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07C23A5D-6D1E-4FFA-B88C-FF0F1BFE44E7}"/>
              </a:ext>
            </a:extLst>
          </p:cNvPr>
          <p:cNvSpPr/>
          <p:nvPr userDrawn="1"/>
        </p:nvSpPr>
        <p:spPr>
          <a:xfrm>
            <a:off x="8052249" y="2090201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7472587C-3C8F-4091-BC9A-F88BF00C2403}"/>
              </a:ext>
            </a:extLst>
          </p:cNvPr>
          <p:cNvSpPr/>
          <p:nvPr userDrawn="1"/>
        </p:nvSpPr>
        <p:spPr>
          <a:xfrm>
            <a:off x="7667723" y="2090201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629AD1AA-E87F-4F50-BD98-4D124333E15B}"/>
              </a:ext>
            </a:extLst>
          </p:cNvPr>
          <p:cNvSpPr/>
          <p:nvPr userDrawn="1"/>
        </p:nvSpPr>
        <p:spPr>
          <a:xfrm>
            <a:off x="8815987" y="2314744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AA4AD826-BA43-4DA0-A967-87F81DACAF08}"/>
              </a:ext>
            </a:extLst>
          </p:cNvPr>
          <p:cNvSpPr/>
          <p:nvPr userDrawn="1"/>
        </p:nvSpPr>
        <p:spPr>
          <a:xfrm>
            <a:off x="8431079" y="2318298"/>
            <a:ext cx="341530" cy="10669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B3805B21-656E-4034-AF53-E45919138F6E}"/>
              </a:ext>
            </a:extLst>
          </p:cNvPr>
          <p:cNvSpPr/>
          <p:nvPr userDrawn="1"/>
        </p:nvSpPr>
        <p:spPr>
          <a:xfrm>
            <a:off x="8052249" y="2312394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78457D90-3876-4899-9A47-1A5DA44001D3}"/>
              </a:ext>
            </a:extLst>
          </p:cNvPr>
          <p:cNvSpPr/>
          <p:nvPr userDrawn="1"/>
        </p:nvSpPr>
        <p:spPr>
          <a:xfrm>
            <a:off x="7667723" y="2312394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B7B0FF61-ACB6-49D9-8352-7C90A6818053}"/>
              </a:ext>
            </a:extLst>
          </p:cNvPr>
          <p:cNvSpPr/>
          <p:nvPr userDrawn="1"/>
        </p:nvSpPr>
        <p:spPr>
          <a:xfrm>
            <a:off x="8815987" y="2533341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900C4BA6-7612-49E7-9E70-7A4B9B897813}"/>
              </a:ext>
            </a:extLst>
          </p:cNvPr>
          <p:cNvSpPr/>
          <p:nvPr userDrawn="1"/>
        </p:nvSpPr>
        <p:spPr>
          <a:xfrm>
            <a:off x="8431079" y="2536895"/>
            <a:ext cx="341530" cy="10669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925CEF41-78E3-4CC9-B6EE-D605B3108E23}"/>
              </a:ext>
            </a:extLst>
          </p:cNvPr>
          <p:cNvSpPr/>
          <p:nvPr userDrawn="1"/>
        </p:nvSpPr>
        <p:spPr>
          <a:xfrm>
            <a:off x="8052249" y="2530991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B96A49E7-84AE-485F-AF2C-1647B051FEC9}"/>
              </a:ext>
            </a:extLst>
          </p:cNvPr>
          <p:cNvSpPr/>
          <p:nvPr userDrawn="1"/>
        </p:nvSpPr>
        <p:spPr>
          <a:xfrm>
            <a:off x="7667723" y="2530991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06D269BE-377F-4437-B609-E90788BED8E6}"/>
              </a:ext>
            </a:extLst>
          </p:cNvPr>
          <p:cNvSpPr/>
          <p:nvPr userDrawn="1"/>
        </p:nvSpPr>
        <p:spPr>
          <a:xfrm>
            <a:off x="8815987" y="2729589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9EFC92F-1CA3-498C-AA3B-6D7E52EB20DF}"/>
              </a:ext>
            </a:extLst>
          </p:cNvPr>
          <p:cNvSpPr/>
          <p:nvPr userDrawn="1"/>
        </p:nvSpPr>
        <p:spPr>
          <a:xfrm>
            <a:off x="8431079" y="2733143"/>
            <a:ext cx="341530" cy="10669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4FA7535C-4F38-4BFC-A758-A15F9EBA9BA4}"/>
              </a:ext>
            </a:extLst>
          </p:cNvPr>
          <p:cNvSpPr/>
          <p:nvPr userDrawn="1"/>
        </p:nvSpPr>
        <p:spPr>
          <a:xfrm>
            <a:off x="8052249" y="2727239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1A3D9072-86A8-4EA7-BB2A-1134B458E1E9}"/>
              </a:ext>
            </a:extLst>
          </p:cNvPr>
          <p:cNvSpPr/>
          <p:nvPr userDrawn="1"/>
        </p:nvSpPr>
        <p:spPr>
          <a:xfrm>
            <a:off x="7667723" y="2727239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175AEB74-9F2A-41CC-A0B6-FCB4364062B9}"/>
              </a:ext>
            </a:extLst>
          </p:cNvPr>
          <p:cNvSpPr/>
          <p:nvPr userDrawn="1"/>
        </p:nvSpPr>
        <p:spPr>
          <a:xfrm>
            <a:off x="8815987" y="2951782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73E41FB4-BA56-4CD0-AAA4-3F285C0EDAAE}"/>
              </a:ext>
            </a:extLst>
          </p:cNvPr>
          <p:cNvSpPr/>
          <p:nvPr userDrawn="1"/>
        </p:nvSpPr>
        <p:spPr>
          <a:xfrm>
            <a:off x="8431079" y="2955336"/>
            <a:ext cx="341530" cy="10669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0A5A0D75-FE2B-49C4-A59E-1A36B2C9AC11}"/>
              </a:ext>
            </a:extLst>
          </p:cNvPr>
          <p:cNvSpPr/>
          <p:nvPr userDrawn="1"/>
        </p:nvSpPr>
        <p:spPr>
          <a:xfrm>
            <a:off x="8052249" y="2949432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016794DB-6824-4332-960C-4BF7704E6994}"/>
              </a:ext>
            </a:extLst>
          </p:cNvPr>
          <p:cNvSpPr/>
          <p:nvPr userDrawn="1"/>
        </p:nvSpPr>
        <p:spPr>
          <a:xfrm>
            <a:off x="7667723" y="2949432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5D81661C-9DE8-4920-B8F7-E800E823AC0A}"/>
              </a:ext>
            </a:extLst>
          </p:cNvPr>
          <p:cNvSpPr/>
          <p:nvPr userDrawn="1"/>
        </p:nvSpPr>
        <p:spPr>
          <a:xfrm>
            <a:off x="8815987" y="3170379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EC367C1C-C7BC-466B-AE4D-50B2E1C3C437}"/>
              </a:ext>
            </a:extLst>
          </p:cNvPr>
          <p:cNvSpPr/>
          <p:nvPr userDrawn="1"/>
        </p:nvSpPr>
        <p:spPr>
          <a:xfrm>
            <a:off x="8431079" y="3173933"/>
            <a:ext cx="341530" cy="10669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BB26C5E-F1CC-40CD-96CC-EECA7F4C0A54}"/>
              </a:ext>
            </a:extLst>
          </p:cNvPr>
          <p:cNvSpPr/>
          <p:nvPr userDrawn="1"/>
        </p:nvSpPr>
        <p:spPr>
          <a:xfrm>
            <a:off x="8052249" y="3168029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BF0FFD14-E198-471C-85B3-EF8EC41761F3}"/>
              </a:ext>
            </a:extLst>
          </p:cNvPr>
          <p:cNvSpPr/>
          <p:nvPr userDrawn="1"/>
        </p:nvSpPr>
        <p:spPr>
          <a:xfrm>
            <a:off x="7667723" y="3168029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pic>
        <p:nvPicPr>
          <p:cNvPr id="172" name="Picture 2">
            <a:extLst>
              <a:ext uri="{FF2B5EF4-FFF2-40B4-BE49-F238E27FC236}">
                <a16:creationId xmlns:a16="http://schemas.microsoft.com/office/drawing/2014/main" id="{1F8E4F6A-1C08-412A-8315-0EBB2B974FB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81897" y="3885982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380034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B61912A-4581-497A-AFEC-34564CD4C874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BF09F1F-2548-4830-A1BC-2C01F078318A}"/>
              </a:ext>
            </a:extLst>
          </p:cNvPr>
          <p:cNvSpPr/>
          <p:nvPr userDrawn="1"/>
        </p:nvSpPr>
        <p:spPr>
          <a:xfrm>
            <a:off x="41208" y="34272"/>
            <a:ext cx="10071693" cy="39509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393096D6-C0DA-46EA-96E6-783BE72ACFF0}"/>
              </a:ext>
            </a:extLst>
          </p:cNvPr>
          <p:cNvGrpSpPr/>
          <p:nvPr userDrawn="1"/>
        </p:nvGrpSpPr>
        <p:grpSpPr>
          <a:xfrm>
            <a:off x="118741" y="94475"/>
            <a:ext cx="1148071" cy="273280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6" name="Border">
              <a:extLst>
                <a:ext uri="{FF2B5EF4-FFF2-40B4-BE49-F238E27FC236}">
                  <a16:creationId xmlns:a16="http://schemas.microsoft.com/office/drawing/2014/main" id="{41C061F3-3633-4C7E-B781-EB2F5990C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Line 2">
              <a:extLst>
                <a:ext uri="{FF2B5EF4-FFF2-40B4-BE49-F238E27FC236}">
                  <a16:creationId xmlns:a16="http://schemas.microsoft.com/office/drawing/2014/main" id="{D26769DF-3186-464D-8875-01067ED6E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1">
              <a:extLst>
                <a:ext uri="{FF2B5EF4-FFF2-40B4-BE49-F238E27FC236}">
                  <a16:creationId xmlns:a16="http://schemas.microsoft.com/office/drawing/2014/main" id="{097158C3-C16F-40AF-BA65-62A9F900A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B230D91-3B9E-4B51-8EEF-7546E0F98345}"/>
                </a:ext>
              </a:extLst>
            </p:cNvPr>
            <p:cNvSpPr txBox="1"/>
            <p:nvPr/>
          </p:nvSpPr>
          <p:spPr>
            <a:xfrm>
              <a:off x="3335780" y="2018289"/>
              <a:ext cx="690867" cy="4706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77A8DCD-C3DC-4666-83D9-ABC589E250FC}"/>
              </a:ext>
            </a:extLst>
          </p:cNvPr>
          <p:cNvSpPr/>
          <p:nvPr userDrawn="1"/>
        </p:nvSpPr>
        <p:spPr>
          <a:xfrm>
            <a:off x="7107532" y="104509"/>
            <a:ext cx="2933097" cy="2532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[ </a:t>
            </a:r>
            <a:r>
              <a:rPr lang="ko-KR" altLang="en-US" sz="800" b="1" dirty="0">
                <a:solidFill>
                  <a:schemeClr val="tx1"/>
                </a:solidFill>
                <a:latin typeface="+mj-ea"/>
                <a:ea typeface="+mj-ea"/>
              </a:rPr>
              <a:t>상호명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]  </a:t>
            </a:r>
            <a:r>
              <a:rPr lang="ko-KR" altLang="en-US" sz="800" dirty="0" err="1">
                <a:latin typeface="+mj-ea"/>
                <a:ea typeface="+mj-ea"/>
              </a:rPr>
              <a:t>회원명</a:t>
            </a:r>
            <a:r>
              <a:rPr lang="en-US" altLang="ko-KR" sz="800" dirty="0">
                <a:latin typeface="+mj-ea"/>
                <a:ea typeface="+mj-ea"/>
              </a:rPr>
              <a:t> 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로그아웃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4A05DCC8-469F-4EFD-AAA6-E450D46C9AE1}"/>
              </a:ext>
            </a:extLst>
          </p:cNvPr>
          <p:cNvSpPr/>
          <p:nvPr userDrawn="1"/>
        </p:nvSpPr>
        <p:spPr>
          <a:xfrm>
            <a:off x="118741" y="567332"/>
            <a:ext cx="1148071" cy="474970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○ 주문관리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/>
                </a:solidFill>
              </a:rPr>
              <a:t>○ 상품등록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l"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6B99DC7-CAD5-4226-943A-6C5097FB9053}"/>
              </a:ext>
            </a:extLst>
          </p:cNvPr>
          <p:cNvSpPr/>
          <p:nvPr userDrawn="1"/>
        </p:nvSpPr>
        <p:spPr>
          <a:xfrm>
            <a:off x="1476347" y="170905"/>
            <a:ext cx="748156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주문목록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CD24192A-448D-4339-9B71-BE2F7B181501}"/>
              </a:ext>
            </a:extLst>
          </p:cNvPr>
          <p:cNvSpPr/>
          <p:nvPr userDrawn="1"/>
        </p:nvSpPr>
        <p:spPr>
          <a:xfrm>
            <a:off x="2296062" y="170905"/>
            <a:ext cx="888569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회원정보수정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34F10541-E080-4F1D-B7D7-3F44E37A4275}"/>
              </a:ext>
            </a:extLst>
          </p:cNvPr>
          <p:cNvSpPr/>
          <p:nvPr userDrawn="1"/>
        </p:nvSpPr>
        <p:spPr>
          <a:xfrm>
            <a:off x="3256190" y="171431"/>
            <a:ext cx="63636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포인트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1A929C9D-11B0-48FF-92EE-ACBC912E2F35}"/>
              </a:ext>
            </a:extLst>
          </p:cNvPr>
          <p:cNvSpPr/>
          <p:nvPr userDrawn="1"/>
        </p:nvSpPr>
        <p:spPr>
          <a:xfrm>
            <a:off x="4020832" y="170905"/>
            <a:ext cx="84285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    방문한 채널</a:t>
            </a:r>
          </a:p>
        </p:txBody>
      </p:sp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A00409AE-ABB8-4C42-922F-5BFC02D8362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210993406"/>
              </p:ext>
            </p:extLst>
          </p:nvPr>
        </p:nvGraphicFramePr>
        <p:xfrm>
          <a:off x="40495" y="1178787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en-US" altLang="ko-KR" sz="800" dirty="0"/>
                        <a:t>Shop </a:t>
                      </a:r>
                      <a:r>
                        <a:rPr lang="ko-KR" altLang="en-US" sz="800" dirty="0"/>
                        <a:t>채널관리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상품관리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공동구매 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주문관리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3591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○ 정산관리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24556"/>
                  </a:ext>
                </a:extLst>
              </a:tr>
            </a:tbl>
          </a:graphicData>
        </a:graphic>
      </p:graphicFrame>
      <p:sp>
        <p:nvSpPr>
          <p:cNvPr id="17" name="웃는 얼굴 16">
            <a:extLst>
              <a:ext uri="{FF2B5EF4-FFF2-40B4-BE49-F238E27FC236}">
                <a16:creationId xmlns:a16="http://schemas.microsoft.com/office/drawing/2014/main" id="{3CC25C43-7C8F-42F0-A349-4C58D96DEBB7}"/>
              </a:ext>
            </a:extLst>
          </p:cNvPr>
          <p:cNvSpPr/>
          <p:nvPr userDrawn="1"/>
        </p:nvSpPr>
        <p:spPr>
          <a:xfrm>
            <a:off x="1529408" y="20777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웃는 얼굴 17">
            <a:extLst>
              <a:ext uri="{FF2B5EF4-FFF2-40B4-BE49-F238E27FC236}">
                <a16:creationId xmlns:a16="http://schemas.microsoft.com/office/drawing/2014/main" id="{2D146E30-475A-42D6-8CA8-2521983B1DCE}"/>
              </a:ext>
            </a:extLst>
          </p:cNvPr>
          <p:cNvSpPr/>
          <p:nvPr userDrawn="1"/>
        </p:nvSpPr>
        <p:spPr>
          <a:xfrm>
            <a:off x="2348177" y="20534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웃는 얼굴 18">
            <a:extLst>
              <a:ext uri="{FF2B5EF4-FFF2-40B4-BE49-F238E27FC236}">
                <a16:creationId xmlns:a16="http://schemas.microsoft.com/office/drawing/2014/main" id="{8796B6EE-0887-4725-BD17-EDCF2C2330B2}"/>
              </a:ext>
            </a:extLst>
          </p:cNvPr>
          <p:cNvSpPr/>
          <p:nvPr userDrawn="1"/>
        </p:nvSpPr>
        <p:spPr>
          <a:xfrm>
            <a:off x="3315372" y="20291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웃는 얼굴 19">
            <a:extLst>
              <a:ext uri="{FF2B5EF4-FFF2-40B4-BE49-F238E27FC236}">
                <a16:creationId xmlns:a16="http://schemas.microsoft.com/office/drawing/2014/main" id="{0994E878-01A2-4334-AA42-86C36E4D6218}"/>
              </a:ext>
            </a:extLst>
          </p:cNvPr>
          <p:cNvSpPr/>
          <p:nvPr userDrawn="1"/>
        </p:nvSpPr>
        <p:spPr>
          <a:xfrm>
            <a:off x="4084904" y="213898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962B27DB-6ECC-4332-8B4D-E91B7BA5AB48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51450614"/>
              </p:ext>
            </p:extLst>
          </p:nvPr>
        </p:nvGraphicFramePr>
        <p:xfrm>
          <a:off x="48089" y="3141314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정보관리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서브관리자관리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발주담당관리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포인트관리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202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ko-KR" altLang="en-US" sz="800" dirty="0" err="1"/>
                        <a:t>배송비설정</a:t>
                      </a:r>
                      <a:endParaRPr lang="ko-KR" altLang="en-US" sz="8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취소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환불안내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86852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6C2D079C-AC8C-4312-B374-0AF0647D0D8B}"/>
              </a:ext>
            </a:extLst>
          </p:cNvPr>
          <p:cNvSpPr txBox="1"/>
          <p:nvPr userDrawn="1"/>
        </p:nvSpPr>
        <p:spPr>
          <a:xfrm rot="10800000">
            <a:off x="1078469" y="1170836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0580078-F1FE-4C2B-B627-E14297006481}"/>
              </a:ext>
            </a:extLst>
          </p:cNvPr>
          <p:cNvSpPr txBox="1"/>
          <p:nvPr userDrawn="1"/>
        </p:nvSpPr>
        <p:spPr>
          <a:xfrm rot="10800000">
            <a:off x="1080745" y="138181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B3AF345-0474-45A7-A0F4-B404C8F96B94}"/>
              </a:ext>
            </a:extLst>
          </p:cNvPr>
          <p:cNvSpPr txBox="1"/>
          <p:nvPr userDrawn="1"/>
        </p:nvSpPr>
        <p:spPr>
          <a:xfrm rot="10800000">
            <a:off x="1078468" y="15987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43B691A-A6BA-439E-AA7D-8BF0BA0EB8B1}"/>
              </a:ext>
            </a:extLst>
          </p:cNvPr>
          <p:cNvSpPr txBox="1"/>
          <p:nvPr userDrawn="1"/>
        </p:nvSpPr>
        <p:spPr>
          <a:xfrm rot="10800000">
            <a:off x="1080093" y="18310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A796118-3BB7-4F87-8702-5DE0C9D05FA3}"/>
              </a:ext>
            </a:extLst>
          </p:cNvPr>
          <p:cNvSpPr/>
          <p:nvPr userDrawn="1"/>
        </p:nvSpPr>
        <p:spPr>
          <a:xfrm>
            <a:off x="41208" y="429370"/>
            <a:ext cx="1304991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F04469A-1DC9-4AEE-AFAF-F814AD9183B1}"/>
              </a:ext>
            </a:extLst>
          </p:cNvPr>
          <p:cNvSpPr txBox="1"/>
          <p:nvPr userDrawn="1"/>
        </p:nvSpPr>
        <p:spPr>
          <a:xfrm>
            <a:off x="40495" y="2905534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>
                    <a:lumMod val="65000"/>
                  </a:schemeClr>
                </a:solidFill>
              </a:rPr>
              <a:t> 환경설정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2126A3A-8462-4138-9825-679B60A7F0F4}"/>
              </a:ext>
            </a:extLst>
          </p:cNvPr>
          <p:cNvSpPr/>
          <p:nvPr userDrawn="1"/>
        </p:nvSpPr>
        <p:spPr>
          <a:xfrm>
            <a:off x="9271463" y="429370"/>
            <a:ext cx="840725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A465BF4-EC5F-445A-8BF9-DAC510C28B61}"/>
              </a:ext>
            </a:extLst>
          </p:cNvPr>
          <p:cNvSpPr/>
          <p:nvPr userDrawn="1"/>
        </p:nvSpPr>
        <p:spPr>
          <a:xfrm>
            <a:off x="9375639" y="540420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C1FB320E-6DF5-4A1F-8541-A68AE50F3E4E}"/>
              </a:ext>
            </a:extLst>
          </p:cNvPr>
          <p:cNvSpPr/>
          <p:nvPr userDrawn="1"/>
        </p:nvSpPr>
        <p:spPr>
          <a:xfrm>
            <a:off x="9375639" y="847737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9E2C7711-053B-40F1-8F11-83780B544E7F}"/>
              </a:ext>
            </a:extLst>
          </p:cNvPr>
          <p:cNvSpPr/>
          <p:nvPr userDrawn="1"/>
        </p:nvSpPr>
        <p:spPr>
          <a:xfrm>
            <a:off x="9375639" y="1155054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4718628A-9EF3-4843-B0A9-3FF635DF3E1F}"/>
              </a:ext>
            </a:extLst>
          </p:cNvPr>
          <p:cNvSpPr/>
          <p:nvPr userDrawn="1"/>
        </p:nvSpPr>
        <p:spPr>
          <a:xfrm>
            <a:off x="9375639" y="1462371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4B62C25A-E48E-4310-982E-EA997929015B}"/>
              </a:ext>
            </a:extLst>
          </p:cNvPr>
          <p:cNvSpPr/>
          <p:nvPr userDrawn="1"/>
        </p:nvSpPr>
        <p:spPr>
          <a:xfrm>
            <a:off x="9375639" y="1769688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77C96AE-FC40-466C-8898-FA3F388DF211}"/>
              </a:ext>
            </a:extLst>
          </p:cNvPr>
          <p:cNvSpPr/>
          <p:nvPr userDrawn="1"/>
        </p:nvSpPr>
        <p:spPr>
          <a:xfrm>
            <a:off x="9375639" y="2077005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FF3190A-1F7B-40BF-8D4A-CA3FC395248A}"/>
              </a:ext>
            </a:extLst>
          </p:cNvPr>
          <p:cNvSpPr/>
          <p:nvPr userDrawn="1"/>
        </p:nvSpPr>
        <p:spPr>
          <a:xfrm>
            <a:off x="9375639" y="2384322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A8EBA87-F450-401C-85AC-4E4D6039B26C}"/>
              </a:ext>
            </a:extLst>
          </p:cNvPr>
          <p:cNvSpPr/>
          <p:nvPr userDrawn="1"/>
        </p:nvSpPr>
        <p:spPr>
          <a:xfrm>
            <a:off x="9375639" y="2691639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369A2C5-9AC0-4784-B621-6C089B5F4037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9DA94B8-53A2-4EBD-BE9E-DD2BC8E3B7BE}"/>
              </a:ext>
            </a:extLst>
          </p:cNvPr>
          <p:cNvSpPr/>
          <p:nvPr userDrawn="1"/>
        </p:nvSpPr>
        <p:spPr>
          <a:xfrm>
            <a:off x="1414854" y="48500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76BAE76C-5AEC-49BE-A7FB-73971A81AF64}"/>
              </a:ext>
            </a:extLst>
          </p:cNvPr>
          <p:cNvSpPr/>
          <p:nvPr userDrawn="1"/>
        </p:nvSpPr>
        <p:spPr>
          <a:xfrm>
            <a:off x="7202350" y="493535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8A953EDC-F024-4942-A3C3-F70B8158827F}"/>
              </a:ext>
            </a:extLst>
          </p:cNvPr>
          <p:cNvSpPr txBox="1"/>
          <p:nvPr userDrawn="1"/>
        </p:nvSpPr>
        <p:spPr>
          <a:xfrm>
            <a:off x="1370988" y="945871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E66A1B0-048D-42F5-9BF6-18C01712D400}"/>
              </a:ext>
            </a:extLst>
          </p:cNvPr>
          <p:cNvSpPr/>
          <p:nvPr userDrawn="1"/>
        </p:nvSpPr>
        <p:spPr>
          <a:xfrm>
            <a:off x="7905335" y="869949"/>
            <a:ext cx="1304991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취소</a:t>
            </a:r>
            <a:r>
              <a:rPr lang="en-US" altLang="ko-KR" sz="800" dirty="0">
                <a:solidFill>
                  <a:schemeClr val="bg1"/>
                </a:solidFill>
              </a:rPr>
              <a:t>/</a:t>
            </a:r>
            <a:r>
              <a:rPr lang="ko-KR" altLang="en-US" sz="800" dirty="0">
                <a:solidFill>
                  <a:schemeClr val="bg1"/>
                </a:solidFill>
              </a:rPr>
              <a:t>환불안내 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29F9363A-1FF2-4328-B0EF-3AC23FD2619D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86206751"/>
              </p:ext>
            </p:extLst>
          </p:nvPr>
        </p:nvGraphicFramePr>
        <p:xfrm>
          <a:off x="1394083" y="1191211"/>
          <a:ext cx="7823593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13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13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423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273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615873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설정구분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취소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환불안내 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상품수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기본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기본 취소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환불안내 명칭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사용자 취소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환불안내 명칭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사용자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사용자 취소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환불안내 명칭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사용자 취소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환불안내 명칭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892757"/>
                  </a:ext>
                </a:extLst>
              </a:tr>
            </a:tbl>
          </a:graphicData>
        </a:graphic>
      </p:graphicFrame>
      <p:sp>
        <p:nvSpPr>
          <p:cNvPr id="43" name="직사각형 42">
            <a:extLst>
              <a:ext uri="{FF2B5EF4-FFF2-40B4-BE49-F238E27FC236}">
                <a16:creationId xmlns:a16="http://schemas.microsoft.com/office/drawing/2014/main" id="{9E63ECBB-40BD-44D0-AE74-53FF43BDF376}"/>
              </a:ext>
            </a:extLst>
          </p:cNvPr>
          <p:cNvSpPr/>
          <p:nvPr userDrawn="1"/>
        </p:nvSpPr>
        <p:spPr>
          <a:xfrm>
            <a:off x="8815987" y="1463282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AC2C698C-5FBA-4894-AD64-AECF9FC40E1B}"/>
              </a:ext>
            </a:extLst>
          </p:cNvPr>
          <p:cNvSpPr/>
          <p:nvPr userDrawn="1"/>
        </p:nvSpPr>
        <p:spPr>
          <a:xfrm>
            <a:off x="8431079" y="1466836"/>
            <a:ext cx="341530" cy="10669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CBE47DC-D0FC-48E4-B897-385F58954751}"/>
              </a:ext>
            </a:extLst>
          </p:cNvPr>
          <p:cNvSpPr/>
          <p:nvPr userDrawn="1"/>
        </p:nvSpPr>
        <p:spPr>
          <a:xfrm>
            <a:off x="8052249" y="1460932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C307F28-1F8B-49A1-A187-57F759939620}"/>
              </a:ext>
            </a:extLst>
          </p:cNvPr>
          <p:cNvSpPr/>
          <p:nvPr userDrawn="1"/>
        </p:nvSpPr>
        <p:spPr>
          <a:xfrm>
            <a:off x="7667723" y="1460932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D583CCFC-B68B-41EA-8792-4E1B32A34864}"/>
              </a:ext>
            </a:extLst>
          </p:cNvPr>
          <p:cNvSpPr/>
          <p:nvPr userDrawn="1"/>
        </p:nvSpPr>
        <p:spPr>
          <a:xfrm>
            <a:off x="8815987" y="1675585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76EF65B-71F8-4B04-AF04-BC665E6B83BC}"/>
              </a:ext>
            </a:extLst>
          </p:cNvPr>
          <p:cNvSpPr/>
          <p:nvPr userDrawn="1"/>
        </p:nvSpPr>
        <p:spPr>
          <a:xfrm>
            <a:off x="8431079" y="1679139"/>
            <a:ext cx="341530" cy="10669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094A5185-10F2-4EEA-845C-67B7BD7E6810}"/>
              </a:ext>
            </a:extLst>
          </p:cNvPr>
          <p:cNvSpPr/>
          <p:nvPr userDrawn="1"/>
        </p:nvSpPr>
        <p:spPr>
          <a:xfrm>
            <a:off x="8052249" y="1673235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407699CC-5221-42D4-B8F4-851BC5F52DB7}"/>
              </a:ext>
            </a:extLst>
          </p:cNvPr>
          <p:cNvSpPr/>
          <p:nvPr userDrawn="1"/>
        </p:nvSpPr>
        <p:spPr>
          <a:xfrm>
            <a:off x="7667723" y="1673235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EF3E9C7-80FB-4B5C-8A86-3B8B249A6CF7}"/>
              </a:ext>
            </a:extLst>
          </p:cNvPr>
          <p:cNvSpPr/>
          <p:nvPr userDrawn="1"/>
        </p:nvSpPr>
        <p:spPr>
          <a:xfrm>
            <a:off x="8815987" y="1873442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481076F-254F-4803-8917-FC8E0BB09EE0}"/>
              </a:ext>
            </a:extLst>
          </p:cNvPr>
          <p:cNvSpPr/>
          <p:nvPr userDrawn="1"/>
        </p:nvSpPr>
        <p:spPr>
          <a:xfrm>
            <a:off x="8431079" y="1876996"/>
            <a:ext cx="341530" cy="10669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E6EDAE72-A337-48C1-B164-9BD177239FCD}"/>
              </a:ext>
            </a:extLst>
          </p:cNvPr>
          <p:cNvSpPr/>
          <p:nvPr userDrawn="1"/>
        </p:nvSpPr>
        <p:spPr>
          <a:xfrm>
            <a:off x="8052249" y="1871092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70A943C-0313-4A6D-B4A7-92C182774A2F}"/>
              </a:ext>
            </a:extLst>
          </p:cNvPr>
          <p:cNvSpPr/>
          <p:nvPr userDrawn="1"/>
        </p:nvSpPr>
        <p:spPr>
          <a:xfrm>
            <a:off x="7667723" y="1871092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571AA83-7788-481B-9C6E-D0C08B44C4E2}"/>
              </a:ext>
            </a:extLst>
          </p:cNvPr>
          <p:cNvSpPr/>
          <p:nvPr userDrawn="1"/>
        </p:nvSpPr>
        <p:spPr>
          <a:xfrm>
            <a:off x="8815987" y="2092551"/>
            <a:ext cx="351299" cy="106693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A0B7DC4-7691-4D15-8C86-03699AB77099}"/>
              </a:ext>
            </a:extLst>
          </p:cNvPr>
          <p:cNvSpPr/>
          <p:nvPr userDrawn="1"/>
        </p:nvSpPr>
        <p:spPr>
          <a:xfrm>
            <a:off x="8431079" y="2096105"/>
            <a:ext cx="341530" cy="106693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CFA66A11-1595-4204-A6C1-C5D6DD6536C0}"/>
              </a:ext>
            </a:extLst>
          </p:cNvPr>
          <p:cNvSpPr/>
          <p:nvPr userDrawn="1"/>
        </p:nvSpPr>
        <p:spPr>
          <a:xfrm>
            <a:off x="8052249" y="2090201"/>
            <a:ext cx="341530" cy="106693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468474E2-1BD8-4299-BB2D-F49B6B24A5A9}"/>
              </a:ext>
            </a:extLst>
          </p:cNvPr>
          <p:cNvSpPr/>
          <p:nvPr userDrawn="1"/>
        </p:nvSpPr>
        <p:spPr>
          <a:xfrm>
            <a:off x="7667723" y="2090201"/>
            <a:ext cx="341530" cy="106693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pic>
        <p:nvPicPr>
          <p:cNvPr id="79" name="Picture 2">
            <a:extLst>
              <a:ext uri="{FF2B5EF4-FFF2-40B4-BE49-F238E27FC236}">
                <a16:creationId xmlns:a16="http://schemas.microsoft.com/office/drawing/2014/main" id="{8DCD447C-0107-4F78-920E-AA99D36D80E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84904" y="2657241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1499951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발주담당 목록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B61912A-4581-497A-AFEC-34564CD4C874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BF09F1F-2548-4830-A1BC-2C01F078318A}"/>
              </a:ext>
            </a:extLst>
          </p:cNvPr>
          <p:cNvSpPr/>
          <p:nvPr userDrawn="1"/>
        </p:nvSpPr>
        <p:spPr>
          <a:xfrm>
            <a:off x="41208" y="34272"/>
            <a:ext cx="10071693" cy="39509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393096D6-C0DA-46EA-96E6-783BE72ACFF0}"/>
              </a:ext>
            </a:extLst>
          </p:cNvPr>
          <p:cNvGrpSpPr/>
          <p:nvPr userDrawn="1"/>
        </p:nvGrpSpPr>
        <p:grpSpPr>
          <a:xfrm>
            <a:off x="118741" y="94475"/>
            <a:ext cx="1148071" cy="273280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6" name="Border">
              <a:extLst>
                <a:ext uri="{FF2B5EF4-FFF2-40B4-BE49-F238E27FC236}">
                  <a16:creationId xmlns:a16="http://schemas.microsoft.com/office/drawing/2014/main" id="{41C061F3-3633-4C7E-B781-EB2F5990C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Line 2">
              <a:extLst>
                <a:ext uri="{FF2B5EF4-FFF2-40B4-BE49-F238E27FC236}">
                  <a16:creationId xmlns:a16="http://schemas.microsoft.com/office/drawing/2014/main" id="{D26769DF-3186-464D-8875-01067ED6E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1">
              <a:extLst>
                <a:ext uri="{FF2B5EF4-FFF2-40B4-BE49-F238E27FC236}">
                  <a16:creationId xmlns:a16="http://schemas.microsoft.com/office/drawing/2014/main" id="{097158C3-C16F-40AF-BA65-62A9F900A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B230D91-3B9E-4B51-8EEF-7546E0F98345}"/>
                </a:ext>
              </a:extLst>
            </p:cNvPr>
            <p:cNvSpPr txBox="1"/>
            <p:nvPr/>
          </p:nvSpPr>
          <p:spPr>
            <a:xfrm>
              <a:off x="3335780" y="2018289"/>
              <a:ext cx="690867" cy="4706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77A8DCD-C3DC-4666-83D9-ABC589E250FC}"/>
              </a:ext>
            </a:extLst>
          </p:cNvPr>
          <p:cNvSpPr/>
          <p:nvPr userDrawn="1"/>
        </p:nvSpPr>
        <p:spPr>
          <a:xfrm>
            <a:off x="7107532" y="104509"/>
            <a:ext cx="2933097" cy="2532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[ </a:t>
            </a:r>
            <a:r>
              <a:rPr lang="ko-KR" altLang="en-US" sz="800" b="1" dirty="0">
                <a:solidFill>
                  <a:schemeClr val="tx1"/>
                </a:solidFill>
                <a:latin typeface="+mj-ea"/>
                <a:ea typeface="+mj-ea"/>
              </a:rPr>
              <a:t>상호명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]  </a:t>
            </a:r>
            <a:r>
              <a:rPr lang="ko-KR" altLang="en-US" sz="800" dirty="0" err="1">
                <a:latin typeface="+mj-ea"/>
                <a:ea typeface="+mj-ea"/>
              </a:rPr>
              <a:t>회원명</a:t>
            </a:r>
            <a:r>
              <a:rPr lang="en-US" altLang="ko-KR" sz="800" dirty="0">
                <a:latin typeface="+mj-ea"/>
                <a:ea typeface="+mj-ea"/>
              </a:rPr>
              <a:t> 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로그아웃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4A05DCC8-469F-4EFD-AAA6-E450D46C9AE1}"/>
              </a:ext>
            </a:extLst>
          </p:cNvPr>
          <p:cNvSpPr/>
          <p:nvPr userDrawn="1"/>
        </p:nvSpPr>
        <p:spPr>
          <a:xfrm>
            <a:off x="118741" y="567332"/>
            <a:ext cx="1148071" cy="474970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○ 주문관리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/>
                </a:solidFill>
              </a:rPr>
              <a:t>○ 상품등록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l"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6B99DC7-CAD5-4226-943A-6C5097FB9053}"/>
              </a:ext>
            </a:extLst>
          </p:cNvPr>
          <p:cNvSpPr/>
          <p:nvPr userDrawn="1"/>
        </p:nvSpPr>
        <p:spPr>
          <a:xfrm>
            <a:off x="1476347" y="170905"/>
            <a:ext cx="748156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주문목록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CD24192A-448D-4339-9B71-BE2F7B181501}"/>
              </a:ext>
            </a:extLst>
          </p:cNvPr>
          <p:cNvSpPr/>
          <p:nvPr userDrawn="1"/>
        </p:nvSpPr>
        <p:spPr>
          <a:xfrm>
            <a:off x="2296062" y="170905"/>
            <a:ext cx="888569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회원정보수정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34F10541-E080-4F1D-B7D7-3F44E37A4275}"/>
              </a:ext>
            </a:extLst>
          </p:cNvPr>
          <p:cNvSpPr/>
          <p:nvPr userDrawn="1"/>
        </p:nvSpPr>
        <p:spPr>
          <a:xfrm>
            <a:off x="3256190" y="171431"/>
            <a:ext cx="63636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포인트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1A929C9D-11B0-48FF-92EE-ACBC912E2F35}"/>
              </a:ext>
            </a:extLst>
          </p:cNvPr>
          <p:cNvSpPr/>
          <p:nvPr userDrawn="1"/>
        </p:nvSpPr>
        <p:spPr>
          <a:xfrm>
            <a:off x="4020832" y="170905"/>
            <a:ext cx="84285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    방문한 채널</a:t>
            </a:r>
          </a:p>
        </p:txBody>
      </p:sp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A00409AE-ABB8-4C42-922F-5BFC02D8362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194138090"/>
              </p:ext>
            </p:extLst>
          </p:nvPr>
        </p:nvGraphicFramePr>
        <p:xfrm>
          <a:off x="40495" y="1178787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en-US" altLang="ko-KR" sz="800" dirty="0"/>
                        <a:t>Shop </a:t>
                      </a:r>
                      <a:r>
                        <a:rPr lang="ko-KR" altLang="en-US" sz="800" dirty="0"/>
                        <a:t>채널관리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상품관리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공동구매 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주문관리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3591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○ 정산관리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24556"/>
                  </a:ext>
                </a:extLst>
              </a:tr>
            </a:tbl>
          </a:graphicData>
        </a:graphic>
      </p:graphicFrame>
      <p:sp>
        <p:nvSpPr>
          <p:cNvPr id="17" name="웃는 얼굴 16">
            <a:extLst>
              <a:ext uri="{FF2B5EF4-FFF2-40B4-BE49-F238E27FC236}">
                <a16:creationId xmlns:a16="http://schemas.microsoft.com/office/drawing/2014/main" id="{3CC25C43-7C8F-42F0-A349-4C58D96DEBB7}"/>
              </a:ext>
            </a:extLst>
          </p:cNvPr>
          <p:cNvSpPr/>
          <p:nvPr userDrawn="1"/>
        </p:nvSpPr>
        <p:spPr>
          <a:xfrm>
            <a:off x="1529408" y="20777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웃는 얼굴 17">
            <a:extLst>
              <a:ext uri="{FF2B5EF4-FFF2-40B4-BE49-F238E27FC236}">
                <a16:creationId xmlns:a16="http://schemas.microsoft.com/office/drawing/2014/main" id="{2D146E30-475A-42D6-8CA8-2521983B1DCE}"/>
              </a:ext>
            </a:extLst>
          </p:cNvPr>
          <p:cNvSpPr/>
          <p:nvPr userDrawn="1"/>
        </p:nvSpPr>
        <p:spPr>
          <a:xfrm>
            <a:off x="2348177" y="20534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웃는 얼굴 18">
            <a:extLst>
              <a:ext uri="{FF2B5EF4-FFF2-40B4-BE49-F238E27FC236}">
                <a16:creationId xmlns:a16="http://schemas.microsoft.com/office/drawing/2014/main" id="{8796B6EE-0887-4725-BD17-EDCF2C2330B2}"/>
              </a:ext>
            </a:extLst>
          </p:cNvPr>
          <p:cNvSpPr/>
          <p:nvPr userDrawn="1"/>
        </p:nvSpPr>
        <p:spPr>
          <a:xfrm>
            <a:off x="3315372" y="20291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웃는 얼굴 19">
            <a:extLst>
              <a:ext uri="{FF2B5EF4-FFF2-40B4-BE49-F238E27FC236}">
                <a16:creationId xmlns:a16="http://schemas.microsoft.com/office/drawing/2014/main" id="{0994E878-01A2-4334-AA42-86C36E4D6218}"/>
              </a:ext>
            </a:extLst>
          </p:cNvPr>
          <p:cNvSpPr/>
          <p:nvPr userDrawn="1"/>
        </p:nvSpPr>
        <p:spPr>
          <a:xfrm>
            <a:off x="4084904" y="213898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962B27DB-6ECC-4332-8B4D-E91B7BA5AB48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854022509"/>
              </p:ext>
            </p:extLst>
          </p:nvPr>
        </p:nvGraphicFramePr>
        <p:xfrm>
          <a:off x="48089" y="3141314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정보관리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서브관리자관리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발주담당관리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포인트관리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202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ko-KR" altLang="en-US" sz="800" dirty="0" err="1"/>
                        <a:t>배송비설정</a:t>
                      </a:r>
                      <a:endParaRPr lang="ko-KR" altLang="en-US" sz="8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취소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환불안내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86852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6C2D079C-AC8C-4312-B374-0AF0647D0D8B}"/>
              </a:ext>
            </a:extLst>
          </p:cNvPr>
          <p:cNvSpPr txBox="1"/>
          <p:nvPr userDrawn="1"/>
        </p:nvSpPr>
        <p:spPr>
          <a:xfrm rot="10800000">
            <a:off x="1078469" y="1170836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0580078-F1FE-4C2B-B627-E14297006481}"/>
              </a:ext>
            </a:extLst>
          </p:cNvPr>
          <p:cNvSpPr txBox="1"/>
          <p:nvPr userDrawn="1"/>
        </p:nvSpPr>
        <p:spPr>
          <a:xfrm rot="10800000">
            <a:off x="1080745" y="138181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B3AF345-0474-45A7-A0F4-B404C8F96B94}"/>
              </a:ext>
            </a:extLst>
          </p:cNvPr>
          <p:cNvSpPr txBox="1"/>
          <p:nvPr userDrawn="1"/>
        </p:nvSpPr>
        <p:spPr>
          <a:xfrm rot="10800000">
            <a:off x="1078468" y="15987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43B691A-A6BA-439E-AA7D-8BF0BA0EB8B1}"/>
              </a:ext>
            </a:extLst>
          </p:cNvPr>
          <p:cNvSpPr txBox="1"/>
          <p:nvPr userDrawn="1"/>
        </p:nvSpPr>
        <p:spPr>
          <a:xfrm rot="10800000">
            <a:off x="1080093" y="18310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A796118-3BB7-4F87-8702-5DE0C9D05FA3}"/>
              </a:ext>
            </a:extLst>
          </p:cNvPr>
          <p:cNvSpPr/>
          <p:nvPr userDrawn="1"/>
        </p:nvSpPr>
        <p:spPr>
          <a:xfrm>
            <a:off x="41208" y="429370"/>
            <a:ext cx="1304991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F04469A-1DC9-4AEE-AFAF-F814AD9183B1}"/>
              </a:ext>
            </a:extLst>
          </p:cNvPr>
          <p:cNvSpPr txBox="1"/>
          <p:nvPr userDrawn="1"/>
        </p:nvSpPr>
        <p:spPr>
          <a:xfrm>
            <a:off x="40495" y="2905534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>
                    <a:lumMod val="65000"/>
                  </a:schemeClr>
                </a:solidFill>
              </a:rPr>
              <a:t> 환경설정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2126A3A-8462-4138-9825-679B60A7F0F4}"/>
              </a:ext>
            </a:extLst>
          </p:cNvPr>
          <p:cNvSpPr/>
          <p:nvPr userDrawn="1"/>
        </p:nvSpPr>
        <p:spPr>
          <a:xfrm>
            <a:off x="9271463" y="429370"/>
            <a:ext cx="840725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A465BF4-EC5F-445A-8BF9-DAC510C28B61}"/>
              </a:ext>
            </a:extLst>
          </p:cNvPr>
          <p:cNvSpPr/>
          <p:nvPr userDrawn="1"/>
        </p:nvSpPr>
        <p:spPr>
          <a:xfrm>
            <a:off x="9375639" y="540420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C1FB320E-6DF5-4A1F-8541-A68AE50F3E4E}"/>
              </a:ext>
            </a:extLst>
          </p:cNvPr>
          <p:cNvSpPr/>
          <p:nvPr userDrawn="1"/>
        </p:nvSpPr>
        <p:spPr>
          <a:xfrm>
            <a:off x="9375639" y="847737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9E2C7711-053B-40F1-8F11-83780B544E7F}"/>
              </a:ext>
            </a:extLst>
          </p:cNvPr>
          <p:cNvSpPr/>
          <p:nvPr userDrawn="1"/>
        </p:nvSpPr>
        <p:spPr>
          <a:xfrm>
            <a:off x="9375639" y="1155054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4718628A-9EF3-4843-B0A9-3FF635DF3E1F}"/>
              </a:ext>
            </a:extLst>
          </p:cNvPr>
          <p:cNvSpPr/>
          <p:nvPr userDrawn="1"/>
        </p:nvSpPr>
        <p:spPr>
          <a:xfrm>
            <a:off x="9375639" y="1462371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4B62C25A-E48E-4310-982E-EA997929015B}"/>
              </a:ext>
            </a:extLst>
          </p:cNvPr>
          <p:cNvSpPr/>
          <p:nvPr userDrawn="1"/>
        </p:nvSpPr>
        <p:spPr>
          <a:xfrm>
            <a:off x="9375639" y="1769688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77C96AE-FC40-466C-8898-FA3F388DF211}"/>
              </a:ext>
            </a:extLst>
          </p:cNvPr>
          <p:cNvSpPr/>
          <p:nvPr userDrawn="1"/>
        </p:nvSpPr>
        <p:spPr>
          <a:xfrm>
            <a:off x="9375639" y="2077005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FF3190A-1F7B-40BF-8D4A-CA3FC395248A}"/>
              </a:ext>
            </a:extLst>
          </p:cNvPr>
          <p:cNvSpPr/>
          <p:nvPr userDrawn="1"/>
        </p:nvSpPr>
        <p:spPr>
          <a:xfrm>
            <a:off x="9375639" y="2384322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A8EBA87-F450-401C-85AC-4E4D6039B26C}"/>
              </a:ext>
            </a:extLst>
          </p:cNvPr>
          <p:cNvSpPr/>
          <p:nvPr userDrawn="1"/>
        </p:nvSpPr>
        <p:spPr>
          <a:xfrm>
            <a:off x="9375639" y="2691639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369A2C5-9AC0-4784-B621-6C089B5F4037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9DA94B8-53A2-4EBD-BE9E-DD2BC8E3B7BE}"/>
              </a:ext>
            </a:extLst>
          </p:cNvPr>
          <p:cNvSpPr/>
          <p:nvPr userDrawn="1"/>
        </p:nvSpPr>
        <p:spPr>
          <a:xfrm>
            <a:off x="1414854" y="48500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76BAE76C-5AEC-49BE-A7FB-73971A81AF64}"/>
              </a:ext>
            </a:extLst>
          </p:cNvPr>
          <p:cNvSpPr/>
          <p:nvPr userDrawn="1"/>
        </p:nvSpPr>
        <p:spPr>
          <a:xfrm>
            <a:off x="7202350" y="493535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8A953EDC-F024-4942-A3C3-F70B8158827F}"/>
              </a:ext>
            </a:extLst>
          </p:cNvPr>
          <p:cNvSpPr txBox="1"/>
          <p:nvPr userDrawn="1"/>
        </p:nvSpPr>
        <p:spPr>
          <a:xfrm>
            <a:off x="1370988" y="1474063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E66A1B0-048D-42F5-9BF6-18C01712D400}"/>
              </a:ext>
            </a:extLst>
          </p:cNvPr>
          <p:cNvSpPr/>
          <p:nvPr userDrawn="1"/>
        </p:nvSpPr>
        <p:spPr>
          <a:xfrm>
            <a:off x="7905335" y="1398141"/>
            <a:ext cx="1304991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발주담당 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29F9363A-1FF2-4328-B0EF-3AC23FD2619D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252871325"/>
              </p:ext>
            </p:extLst>
          </p:nvPr>
        </p:nvGraphicFramePr>
        <p:xfrm>
          <a:off x="1394083" y="1719403"/>
          <a:ext cx="7816244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44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06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127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9694">
                  <a:extLst>
                    <a:ext uri="{9D8B030D-6E8A-4147-A177-3AD203B41FA5}">
                      <a16:colId xmlns:a16="http://schemas.microsoft.com/office/drawing/2014/main" val="1545715726"/>
                    </a:ext>
                  </a:extLst>
                </a:gridCol>
                <a:gridCol w="1902634">
                  <a:extLst>
                    <a:ext uri="{9D8B030D-6E8A-4147-A177-3AD203B41FA5}">
                      <a16:colId xmlns:a16="http://schemas.microsoft.com/office/drawing/2014/main" val="2206878465"/>
                    </a:ext>
                  </a:extLst>
                </a:gridCol>
                <a:gridCol w="75537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230625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발주담당자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운영기간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관리상품수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운영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email_id001@email_domain.com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홍길동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2024.10.01 01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 ~ 2024.11.01 23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운영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email_id002@email_domain.com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성춘향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2024.10.01 01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 ~ 2024.11.01 23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email_id003@email_domain.com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이목룡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2024.10.01 01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 ~ 2024.11.01 23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운영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email_id004@email_domain.com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김철수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2024.10.01 01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 ~ 2024.11.01 23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8927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운영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email_id005@email_domain.com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김철수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2024.10.01 01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 ~ 2024.11.01 23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752108"/>
                  </a:ext>
                </a:extLst>
              </a:tr>
            </a:tbl>
          </a:graphicData>
        </a:graphic>
      </p:graphicFrame>
      <p:sp>
        <p:nvSpPr>
          <p:cNvPr id="55" name="직사각형 54">
            <a:extLst>
              <a:ext uri="{FF2B5EF4-FFF2-40B4-BE49-F238E27FC236}">
                <a16:creationId xmlns:a16="http://schemas.microsoft.com/office/drawing/2014/main" id="{C571AA83-7788-481B-9C6E-D0C08B44C4E2}"/>
              </a:ext>
            </a:extLst>
          </p:cNvPr>
          <p:cNvSpPr/>
          <p:nvPr userDrawn="1"/>
        </p:nvSpPr>
        <p:spPr>
          <a:xfrm>
            <a:off x="8815987" y="1961205"/>
            <a:ext cx="351299" cy="13381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A0B7DC4-7691-4D15-8C86-03699AB77099}"/>
              </a:ext>
            </a:extLst>
          </p:cNvPr>
          <p:cNvSpPr/>
          <p:nvPr userDrawn="1"/>
        </p:nvSpPr>
        <p:spPr>
          <a:xfrm>
            <a:off x="8426313" y="1961204"/>
            <a:ext cx="341530" cy="13381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468474E2-1BD8-4299-BB2D-F49B6B24A5A9}"/>
              </a:ext>
            </a:extLst>
          </p:cNvPr>
          <p:cNvSpPr/>
          <p:nvPr userDrawn="1"/>
        </p:nvSpPr>
        <p:spPr>
          <a:xfrm>
            <a:off x="8030995" y="1961204"/>
            <a:ext cx="341530" cy="133815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pic>
        <p:nvPicPr>
          <p:cNvPr id="79" name="Picture 2">
            <a:extLst>
              <a:ext uri="{FF2B5EF4-FFF2-40B4-BE49-F238E27FC236}">
                <a16:creationId xmlns:a16="http://schemas.microsoft.com/office/drawing/2014/main" id="{8DCD447C-0107-4F78-920E-AA99D36D80E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3724" y="3438840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DC624BCA-9ECB-4F52-A701-14404B7B0F78}"/>
              </a:ext>
            </a:extLst>
          </p:cNvPr>
          <p:cNvSpPr/>
          <p:nvPr userDrawn="1"/>
        </p:nvSpPr>
        <p:spPr>
          <a:xfrm>
            <a:off x="8815987" y="2180455"/>
            <a:ext cx="351299" cy="13381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D7E2CA0-E4D4-4D2C-BCD9-225468B49A1A}"/>
              </a:ext>
            </a:extLst>
          </p:cNvPr>
          <p:cNvSpPr/>
          <p:nvPr userDrawn="1"/>
        </p:nvSpPr>
        <p:spPr>
          <a:xfrm>
            <a:off x="8426313" y="2180454"/>
            <a:ext cx="341530" cy="13381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9C40D69-E75C-492A-A32A-79ED50971D83}"/>
              </a:ext>
            </a:extLst>
          </p:cNvPr>
          <p:cNvSpPr/>
          <p:nvPr userDrawn="1"/>
        </p:nvSpPr>
        <p:spPr>
          <a:xfrm>
            <a:off x="8030995" y="2180454"/>
            <a:ext cx="341530" cy="133815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B366E3AC-EB3B-40F7-896C-FE9745BD9B45}"/>
              </a:ext>
            </a:extLst>
          </p:cNvPr>
          <p:cNvSpPr/>
          <p:nvPr userDrawn="1"/>
        </p:nvSpPr>
        <p:spPr>
          <a:xfrm>
            <a:off x="8815987" y="2393086"/>
            <a:ext cx="351299" cy="13381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108E7D9-A277-4064-ABE2-1F5CB1F10569}"/>
              </a:ext>
            </a:extLst>
          </p:cNvPr>
          <p:cNvSpPr/>
          <p:nvPr userDrawn="1"/>
        </p:nvSpPr>
        <p:spPr>
          <a:xfrm>
            <a:off x="8426313" y="2393085"/>
            <a:ext cx="341530" cy="13381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952AB2F-83F5-4FD9-B41D-A46B16967EE2}"/>
              </a:ext>
            </a:extLst>
          </p:cNvPr>
          <p:cNvSpPr/>
          <p:nvPr userDrawn="1"/>
        </p:nvSpPr>
        <p:spPr>
          <a:xfrm>
            <a:off x="8030995" y="2393085"/>
            <a:ext cx="341530" cy="133815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5FB6685-3BDB-409C-9B35-19C0EE0AB86A}"/>
              </a:ext>
            </a:extLst>
          </p:cNvPr>
          <p:cNvSpPr/>
          <p:nvPr userDrawn="1"/>
        </p:nvSpPr>
        <p:spPr>
          <a:xfrm>
            <a:off x="8815987" y="2612336"/>
            <a:ext cx="351299" cy="13381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EAFD675F-C670-402C-8D9C-8A931F223C65}"/>
              </a:ext>
            </a:extLst>
          </p:cNvPr>
          <p:cNvSpPr/>
          <p:nvPr userDrawn="1"/>
        </p:nvSpPr>
        <p:spPr>
          <a:xfrm>
            <a:off x="8426313" y="2612335"/>
            <a:ext cx="341530" cy="13381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BE167958-B452-4240-AAD0-97DFF0D6B4F3}"/>
              </a:ext>
            </a:extLst>
          </p:cNvPr>
          <p:cNvSpPr/>
          <p:nvPr userDrawn="1"/>
        </p:nvSpPr>
        <p:spPr>
          <a:xfrm>
            <a:off x="8030995" y="2612335"/>
            <a:ext cx="341530" cy="133815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A0BFE9D-3CA2-4688-B0E8-246661C1CE13}"/>
              </a:ext>
            </a:extLst>
          </p:cNvPr>
          <p:cNvSpPr/>
          <p:nvPr userDrawn="1"/>
        </p:nvSpPr>
        <p:spPr>
          <a:xfrm>
            <a:off x="8828018" y="2827751"/>
            <a:ext cx="351299" cy="13381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A7955484-DD6F-480F-B119-1D2D602D6214}"/>
              </a:ext>
            </a:extLst>
          </p:cNvPr>
          <p:cNvSpPr/>
          <p:nvPr userDrawn="1"/>
        </p:nvSpPr>
        <p:spPr>
          <a:xfrm>
            <a:off x="8438344" y="2827750"/>
            <a:ext cx="341530" cy="13381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수정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1018F33-FDE5-45D6-B163-9A2F1D766460}"/>
              </a:ext>
            </a:extLst>
          </p:cNvPr>
          <p:cNvSpPr/>
          <p:nvPr userDrawn="1"/>
        </p:nvSpPr>
        <p:spPr>
          <a:xfrm>
            <a:off x="8043026" y="2827750"/>
            <a:ext cx="341530" cy="133815"/>
          </a:xfrm>
          <a:prstGeom prst="rect">
            <a:avLst/>
          </a:prstGeom>
          <a:solidFill>
            <a:schemeClr val="accent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A7158CF9-C510-4944-94F9-9D7B96534313}"/>
              </a:ext>
            </a:extLst>
          </p:cNvPr>
          <p:cNvSpPr txBox="1"/>
          <p:nvPr userDrawn="1"/>
        </p:nvSpPr>
        <p:spPr>
          <a:xfrm rot="10800000">
            <a:off x="1078469" y="1170836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AAD547B9-104D-47A1-B47D-7742CB2553D8}"/>
              </a:ext>
            </a:extLst>
          </p:cNvPr>
          <p:cNvSpPr/>
          <p:nvPr userDrawn="1"/>
        </p:nvSpPr>
        <p:spPr>
          <a:xfrm>
            <a:off x="2348177" y="858404"/>
            <a:ext cx="5521056" cy="18389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graphicFrame>
        <p:nvGraphicFramePr>
          <p:cNvPr id="73" name="표 63">
            <a:extLst>
              <a:ext uri="{FF2B5EF4-FFF2-40B4-BE49-F238E27FC236}">
                <a16:creationId xmlns:a16="http://schemas.microsoft.com/office/drawing/2014/main" id="{2F3C63C8-9E33-4B46-8596-26BDF1AD4D1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10319358"/>
              </p:ext>
            </p:extLst>
          </p:nvPr>
        </p:nvGraphicFramePr>
        <p:xfrm>
          <a:off x="1419945" y="825016"/>
          <a:ext cx="7797729" cy="48917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64749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6932980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24458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이메일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244585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74" name="직사각형 73">
            <a:extLst>
              <a:ext uri="{FF2B5EF4-FFF2-40B4-BE49-F238E27FC236}">
                <a16:creationId xmlns:a16="http://schemas.microsoft.com/office/drawing/2014/main" id="{1859A8C9-DE05-4A98-A545-113E52058385}"/>
              </a:ext>
            </a:extLst>
          </p:cNvPr>
          <p:cNvSpPr/>
          <p:nvPr userDrawn="1"/>
        </p:nvSpPr>
        <p:spPr>
          <a:xfrm>
            <a:off x="8452538" y="1085623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874962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컨테이터 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8061F4EA-EF62-427A-9FE4-478705A6AC7A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1641674-7B9A-464F-9E76-0714EFC6AF91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7703924-E8AD-4AC4-82B0-5D48BF950138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7BE9FF8C-4792-46A9-BF8A-FCFD3CD03547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726023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컨테이너 틀 긴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BFAA9072-BE51-4F53-833F-5D4394283ED1}"/>
              </a:ext>
            </a:extLst>
          </p:cNvPr>
          <p:cNvSpPr/>
          <p:nvPr userDrawn="1"/>
        </p:nvSpPr>
        <p:spPr>
          <a:xfrm>
            <a:off x="33614" y="40344"/>
            <a:ext cx="10078574" cy="2014177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2C8D159-F038-4189-910F-08E00D78AB2F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E5F7D5A-127E-4D8A-BB32-74031D21D8C9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52F004B-6732-4374-B623-1A860E9FA0B7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878129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컨테이너 틀 긴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BFAA9072-BE51-4F53-833F-5D4394283ED1}"/>
              </a:ext>
            </a:extLst>
          </p:cNvPr>
          <p:cNvSpPr/>
          <p:nvPr userDrawn="1"/>
        </p:nvSpPr>
        <p:spPr>
          <a:xfrm>
            <a:off x="33614" y="40343"/>
            <a:ext cx="10078574" cy="10717772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2C8D159-F038-4189-910F-08E00D78AB2F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E5F7D5A-127E-4D8A-BB32-74031D21D8C9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52F004B-6732-4374-B623-1A860E9FA0B7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584017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컨테이너 자사상품등록 기본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C457E287-760E-4AAD-8F64-E7C6A653A135}"/>
              </a:ext>
            </a:extLst>
          </p:cNvPr>
          <p:cNvSpPr/>
          <p:nvPr userDrawn="1"/>
        </p:nvSpPr>
        <p:spPr>
          <a:xfrm>
            <a:off x="33614" y="40343"/>
            <a:ext cx="10078574" cy="14325362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EA89718-E912-4BD6-B40A-9C5885AA39C1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CABEFA7-B735-428B-A7CE-7F783EE5914C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2B50178F-650F-4926-B6A5-589BDB0E6B54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C4EA4BB5-787D-4B40-A7D0-173064DBA037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242974281"/>
              </p:ext>
            </p:extLst>
          </p:nvPr>
        </p:nvGraphicFramePr>
        <p:xfrm>
          <a:off x="125632" y="2031060"/>
          <a:ext cx="9943899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목록 이미지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Max 5 )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6B510CBF-AEEE-42C2-B01D-382C9924646A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79632910"/>
              </p:ext>
            </p:extLst>
          </p:nvPr>
        </p:nvGraphicFramePr>
        <p:xfrm>
          <a:off x="125632" y="728842"/>
          <a:ext cx="9943899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5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804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95703">
                  <a:extLst>
                    <a:ext uri="{9D8B030D-6E8A-4147-A177-3AD203B41FA5}">
                      <a16:colId xmlns:a16="http://schemas.microsoft.com/office/drawing/2014/main" val="4010982125"/>
                    </a:ext>
                  </a:extLst>
                </a:gridCol>
                <a:gridCol w="3662741">
                  <a:extLst>
                    <a:ext uri="{9D8B030D-6E8A-4147-A177-3AD203B41FA5}">
                      <a16:colId xmlns:a16="http://schemas.microsoft.com/office/drawing/2014/main" val="264623407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Me9-2024-099833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상품상태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판매   ●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상품분류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판매범위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■ 자사   □ 공개   □ 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기본금액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              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1316242"/>
                  </a:ext>
                </a:extLst>
              </a:tr>
            </a:tbl>
          </a:graphicData>
        </a:graphic>
      </p:graphicFrame>
      <p:grpSp>
        <p:nvGrpSpPr>
          <p:cNvPr id="36" name="그룹 35">
            <a:extLst>
              <a:ext uri="{FF2B5EF4-FFF2-40B4-BE49-F238E27FC236}">
                <a16:creationId xmlns:a16="http://schemas.microsoft.com/office/drawing/2014/main" id="{2183DA36-6354-4768-BF84-0026CD070F52}"/>
              </a:ext>
            </a:extLst>
          </p:cNvPr>
          <p:cNvGrpSpPr/>
          <p:nvPr userDrawn="1"/>
        </p:nvGrpSpPr>
        <p:grpSpPr>
          <a:xfrm>
            <a:off x="1419829" y="2082259"/>
            <a:ext cx="2089400" cy="120097"/>
            <a:chOff x="5148065" y="1124744"/>
            <a:chExt cx="2089400" cy="192328"/>
          </a:xfrm>
        </p:grpSpPr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30DE86B7-4D15-42A4-8618-8E705A2C83DE}"/>
                </a:ext>
              </a:extLst>
            </p:cNvPr>
            <p:cNvSpPr/>
            <p:nvPr/>
          </p:nvSpPr>
          <p:spPr>
            <a:xfrm>
              <a:off x="5148065" y="1124744"/>
              <a:ext cx="1368151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6C20DA41-8E6F-4263-97B3-4FC095E996A5}"/>
                </a:ext>
              </a:extLst>
            </p:cNvPr>
            <p:cNvSpPr/>
            <p:nvPr/>
          </p:nvSpPr>
          <p:spPr>
            <a:xfrm>
              <a:off x="6516216" y="1124744"/>
              <a:ext cx="721249" cy="192328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찾아보기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3C4A7246-3511-4783-B429-1F2172DA4F42}"/>
              </a:ext>
            </a:extLst>
          </p:cNvPr>
          <p:cNvSpPr txBox="1"/>
          <p:nvPr userDrawn="1"/>
        </p:nvSpPr>
        <p:spPr>
          <a:xfrm>
            <a:off x="3606788" y="2032727"/>
            <a:ext cx="15600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최적사이즈 </a:t>
            </a:r>
            <a:r>
              <a:rPr lang="en-US" altLang="ko-KR" sz="900" dirty="0"/>
              <a:t>000px * 000px</a:t>
            </a:r>
            <a:endParaRPr lang="ko-KR" altLang="en-US" sz="900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90FAB11E-6C40-497C-8A1C-4D5988548B88}"/>
              </a:ext>
            </a:extLst>
          </p:cNvPr>
          <p:cNvSpPr txBox="1"/>
          <p:nvPr userDrawn="1"/>
        </p:nvSpPr>
        <p:spPr>
          <a:xfrm>
            <a:off x="67275" y="498010"/>
            <a:ext cx="10727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기본정보</a:t>
            </a:r>
            <a:endParaRPr lang="ko-KR" altLang="en-US" sz="900" dirty="0"/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3D54083-EFFA-4C91-8199-3EE31E9A290F}"/>
              </a:ext>
            </a:extLst>
          </p:cNvPr>
          <p:cNvSpPr/>
          <p:nvPr userDrawn="1"/>
        </p:nvSpPr>
        <p:spPr>
          <a:xfrm>
            <a:off x="5278037" y="2063643"/>
            <a:ext cx="721249" cy="154747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추가하기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3F2A1F67-9B6B-428A-9685-5277A71E202F}"/>
              </a:ext>
            </a:extLst>
          </p:cNvPr>
          <p:cNvGrpSpPr/>
          <p:nvPr userDrawn="1"/>
        </p:nvGrpSpPr>
        <p:grpSpPr>
          <a:xfrm>
            <a:off x="1414155" y="977395"/>
            <a:ext cx="3372978" cy="142974"/>
            <a:chOff x="889678" y="2192622"/>
            <a:chExt cx="2522315" cy="192328"/>
          </a:xfrm>
        </p:grpSpPr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B0AFBE17-CF7F-4DF5-B4A4-1ABCC3561B9F}"/>
                </a:ext>
              </a:extLst>
            </p:cNvPr>
            <p:cNvSpPr/>
            <p:nvPr/>
          </p:nvSpPr>
          <p:spPr>
            <a:xfrm>
              <a:off x="889678" y="2192622"/>
              <a:ext cx="792089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▼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E05F3A69-CCFE-46BB-98DE-47B01C9C557E}"/>
                </a:ext>
              </a:extLst>
            </p:cNvPr>
            <p:cNvSpPr/>
            <p:nvPr/>
          </p:nvSpPr>
          <p:spPr>
            <a:xfrm>
              <a:off x="1751471" y="2192622"/>
              <a:ext cx="792089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▼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9CE7D5B2-9EA7-4E15-B202-33D33F7A4D1C}"/>
                </a:ext>
              </a:extLst>
            </p:cNvPr>
            <p:cNvSpPr/>
            <p:nvPr/>
          </p:nvSpPr>
          <p:spPr>
            <a:xfrm>
              <a:off x="2619904" y="2192622"/>
              <a:ext cx="792089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 ▼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20C58B1-86C9-4511-80A8-BAE306E3A62C}"/>
              </a:ext>
            </a:extLst>
          </p:cNvPr>
          <p:cNvSpPr/>
          <p:nvPr userDrawn="1"/>
        </p:nvSpPr>
        <p:spPr>
          <a:xfrm>
            <a:off x="1414155" y="1177620"/>
            <a:ext cx="8535063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A448CD3-54A4-4433-A7A8-9BC9EEF1B947}"/>
              </a:ext>
            </a:extLst>
          </p:cNvPr>
          <p:cNvSpPr/>
          <p:nvPr userDrawn="1"/>
        </p:nvSpPr>
        <p:spPr>
          <a:xfrm>
            <a:off x="6519085" y="1389889"/>
            <a:ext cx="1587689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1,000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408661A3-39FF-423F-83FF-E3ED7A02C68C}"/>
              </a:ext>
            </a:extLst>
          </p:cNvPr>
          <p:cNvSpPr txBox="1"/>
          <p:nvPr userDrawn="1"/>
        </p:nvSpPr>
        <p:spPr>
          <a:xfrm>
            <a:off x="67275" y="1770894"/>
            <a:ext cx="122822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목록 이미지</a:t>
            </a:r>
            <a:endParaRPr lang="ko-KR" altLang="en-US" sz="900" dirty="0"/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4CCCF107-58A5-4EAD-BC58-0CDEF5950F68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492450559"/>
              </p:ext>
            </p:extLst>
          </p:nvPr>
        </p:nvGraphicFramePr>
        <p:xfrm>
          <a:off x="125632" y="6916945"/>
          <a:ext cx="9943899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5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88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지급포인트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point 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포인트를 기재하지 않으면 포인트 지급은 반영되지 않습니다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. )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과세구분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과세        ○면세         ○영세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50681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가격 제약 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제약없음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○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제약있음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991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구매제한수량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미사용      ○ 사용      </a:t>
                      </a:r>
                      <a:r>
                        <a:rPr lang="ko-KR" altLang="en-US" sz="7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en-US" altLang="ko-KR" sz="7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700" b="0" i="0" u="none" strike="noStrike" dirty="0" err="1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구매시</a:t>
                      </a:r>
                      <a:r>
                        <a:rPr lang="ko-KR" altLang="en-US" sz="7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최소 또는 최대 구매 수량을 제한 할 수 있습니다</a:t>
                      </a:r>
                      <a:r>
                        <a:rPr lang="en-US" altLang="ko-KR" sz="7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0" name="TextBox 49">
            <a:extLst>
              <a:ext uri="{FF2B5EF4-FFF2-40B4-BE49-F238E27FC236}">
                <a16:creationId xmlns:a16="http://schemas.microsoft.com/office/drawing/2014/main" id="{55E12E3C-FCE4-4C50-8A63-88955F93F4B9}"/>
              </a:ext>
            </a:extLst>
          </p:cNvPr>
          <p:cNvSpPr txBox="1"/>
          <p:nvPr userDrawn="1"/>
        </p:nvSpPr>
        <p:spPr>
          <a:xfrm>
            <a:off x="67275" y="6588646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제약 조건</a:t>
            </a:r>
            <a:endParaRPr lang="ko-KR" altLang="en-US" sz="900" dirty="0"/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5CA8BA89-DA14-4265-9508-3D99D215D8FA}"/>
              </a:ext>
            </a:extLst>
          </p:cNvPr>
          <p:cNvSpPr/>
          <p:nvPr userDrawn="1"/>
        </p:nvSpPr>
        <p:spPr>
          <a:xfrm>
            <a:off x="1414154" y="6951998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5DFE3075-C0C0-4DAD-BD7F-99089DC33C3F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0114292"/>
              </p:ext>
            </p:extLst>
          </p:nvPr>
        </p:nvGraphicFramePr>
        <p:xfrm>
          <a:off x="127243" y="5813492"/>
          <a:ext cx="9943899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재고사용 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미사용      ○ 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옵션선택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4085260"/>
                  </a:ext>
                </a:extLst>
              </a:tr>
            </a:tbl>
          </a:graphicData>
        </a:graphic>
      </p:graphicFrame>
      <p:sp>
        <p:nvSpPr>
          <p:cNvPr id="53" name="TextBox 52">
            <a:extLst>
              <a:ext uri="{FF2B5EF4-FFF2-40B4-BE49-F238E27FC236}">
                <a16:creationId xmlns:a16="http://schemas.microsoft.com/office/drawing/2014/main" id="{6DC9111A-F6BA-4CB5-AF0C-DA1B8354204E}"/>
              </a:ext>
            </a:extLst>
          </p:cNvPr>
          <p:cNvSpPr txBox="1"/>
          <p:nvPr userDrawn="1"/>
        </p:nvSpPr>
        <p:spPr>
          <a:xfrm>
            <a:off x="67275" y="5521716"/>
            <a:ext cx="84189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옵션</a:t>
            </a:r>
            <a:endParaRPr lang="ko-KR" altLang="en-US" sz="900" dirty="0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E8271DB-110E-4103-AAB7-11671476444F}"/>
              </a:ext>
            </a:extLst>
          </p:cNvPr>
          <p:cNvSpPr txBox="1"/>
          <p:nvPr userDrawn="1"/>
        </p:nvSpPr>
        <p:spPr>
          <a:xfrm>
            <a:off x="67274" y="2442829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상세 설명</a:t>
            </a:r>
            <a:endParaRPr lang="ko-KR" altLang="en-US" sz="900" dirty="0"/>
          </a:p>
        </p:txBody>
      </p:sp>
      <p:graphicFrame>
        <p:nvGraphicFramePr>
          <p:cNvPr id="55" name="표 54">
            <a:extLst>
              <a:ext uri="{FF2B5EF4-FFF2-40B4-BE49-F238E27FC236}">
                <a16:creationId xmlns:a16="http://schemas.microsoft.com/office/drawing/2014/main" id="{C0BE3EB0-8ACB-4DF1-B90D-96720F66331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983010624"/>
              </p:ext>
            </p:extLst>
          </p:nvPr>
        </p:nvGraphicFramePr>
        <p:xfrm>
          <a:off x="125631" y="2703867"/>
          <a:ext cx="9943899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17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421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상세정보 등록타입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●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미사용 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이미지로 등록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텍스트로 등록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B1B42EA9-E107-4283-971D-EFD4B1316B35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785507122"/>
              </p:ext>
            </p:extLst>
          </p:nvPr>
        </p:nvGraphicFramePr>
        <p:xfrm>
          <a:off x="143578" y="9164099"/>
          <a:ext cx="9913121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783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48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발주 담당자 설정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설정안함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○ 설정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7" name="TextBox 56">
            <a:extLst>
              <a:ext uri="{FF2B5EF4-FFF2-40B4-BE49-F238E27FC236}">
                <a16:creationId xmlns:a16="http://schemas.microsoft.com/office/drawing/2014/main" id="{D10AA798-3490-489F-91D0-322EFE11C775}"/>
              </a:ext>
            </a:extLst>
          </p:cNvPr>
          <p:cNvSpPr txBox="1"/>
          <p:nvPr userDrawn="1"/>
        </p:nvSpPr>
        <p:spPr>
          <a:xfrm>
            <a:off x="67274" y="8936584"/>
            <a:ext cx="122822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발주 담당자 정보</a:t>
            </a:r>
            <a:endParaRPr lang="ko-KR" altLang="en-US" sz="900" dirty="0"/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122B7734-79AB-450A-92C2-9A8976908347}"/>
              </a:ext>
            </a:extLst>
          </p:cNvPr>
          <p:cNvSpPr/>
          <p:nvPr userDrawn="1"/>
        </p:nvSpPr>
        <p:spPr>
          <a:xfrm>
            <a:off x="4504328" y="9625214"/>
            <a:ext cx="721249" cy="192328"/>
          </a:xfrm>
          <a:prstGeom prst="rect">
            <a:avLst/>
          </a:prstGeom>
          <a:solidFill>
            <a:srgbClr val="FF000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DDF33ECD-A2D6-4C77-94D0-EBFF0D6A4A4D}"/>
              </a:ext>
            </a:extLst>
          </p:cNvPr>
          <p:cNvSpPr/>
          <p:nvPr userDrawn="1"/>
        </p:nvSpPr>
        <p:spPr>
          <a:xfrm>
            <a:off x="5374751" y="9619287"/>
            <a:ext cx="721249" cy="192328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목록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60" name="표 59">
            <a:extLst>
              <a:ext uri="{FF2B5EF4-FFF2-40B4-BE49-F238E27FC236}">
                <a16:creationId xmlns:a16="http://schemas.microsoft.com/office/drawing/2014/main" id="{AFF4D9C0-2B31-4DD8-8CF9-BC9FF5C97543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927275776"/>
              </p:ext>
            </p:extLst>
          </p:nvPr>
        </p:nvGraphicFramePr>
        <p:xfrm>
          <a:off x="125631" y="8320449"/>
          <a:ext cx="9943899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배송비 선택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1" name="직사각형 60">
            <a:extLst>
              <a:ext uri="{FF2B5EF4-FFF2-40B4-BE49-F238E27FC236}">
                <a16:creationId xmlns:a16="http://schemas.microsoft.com/office/drawing/2014/main" id="{D0DD7606-CDC2-494A-A7A5-2FCE726E2E0A}"/>
              </a:ext>
            </a:extLst>
          </p:cNvPr>
          <p:cNvSpPr/>
          <p:nvPr userDrawn="1"/>
        </p:nvSpPr>
        <p:spPr>
          <a:xfrm>
            <a:off x="1412543" y="8371842"/>
            <a:ext cx="1682050" cy="1177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무료배송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(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조건식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)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2548D37D-E44B-4B58-8A6A-6D716C7BB03F}"/>
              </a:ext>
            </a:extLst>
          </p:cNvPr>
          <p:cNvSpPr txBox="1"/>
          <p:nvPr userDrawn="1"/>
        </p:nvSpPr>
        <p:spPr>
          <a:xfrm>
            <a:off x="65663" y="8028673"/>
            <a:ext cx="9573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배송비 선택</a:t>
            </a:r>
            <a:endParaRPr lang="ko-KR" altLang="en-US" sz="900" dirty="0"/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9DEE8077-E328-49C0-ABCE-344666D05114}"/>
              </a:ext>
            </a:extLst>
          </p:cNvPr>
          <p:cNvSpPr/>
          <p:nvPr userDrawn="1"/>
        </p:nvSpPr>
        <p:spPr>
          <a:xfrm>
            <a:off x="1412543" y="6080144"/>
            <a:ext cx="1682050" cy="1177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옵션타입 선택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17D1FFF1-09B1-42B9-8942-012B0F80C448}"/>
              </a:ext>
            </a:extLst>
          </p:cNvPr>
          <p:cNvSpPr txBox="1"/>
          <p:nvPr userDrawn="1"/>
        </p:nvSpPr>
        <p:spPr>
          <a:xfrm>
            <a:off x="67274" y="3179235"/>
            <a:ext cx="169148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취소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환불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교환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안내 설정</a:t>
            </a:r>
            <a:endParaRPr lang="ko-KR" altLang="en-US" sz="900" dirty="0"/>
          </a:p>
        </p:txBody>
      </p:sp>
      <p:graphicFrame>
        <p:nvGraphicFramePr>
          <p:cNvPr id="65" name="표 64">
            <a:extLst>
              <a:ext uri="{FF2B5EF4-FFF2-40B4-BE49-F238E27FC236}">
                <a16:creationId xmlns:a16="http://schemas.microsoft.com/office/drawing/2014/main" id="{3FFFB2D8-4B49-4083-99DD-0FF7FFED5B14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498528930"/>
              </p:ext>
            </p:extLst>
          </p:nvPr>
        </p:nvGraphicFramePr>
        <p:xfrm>
          <a:off x="125631" y="3440273"/>
          <a:ext cx="9943899" cy="1767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17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421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설정 정보 선택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취소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환불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교환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안내 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177375"/>
                  </a:ext>
                </a:extLst>
              </a:tr>
            </a:tbl>
          </a:graphicData>
        </a:graphic>
      </p:graphicFrame>
      <p:sp>
        <p:nvSpPr>
          <p:cNvPr id="66" name="직사각형 65">
            <a:extLst>
              <a:ext uri="{FF2B5EF4-FFF2-40B4-BE49-F238E27FC236}">
                <a16:creationId xmlns:a16="http://schemas.microsoft.com/office/drawing/2014/main" id="{45920D51-0A47-482E-BB76-4B359D3A6234}"/>
              </a:ext>
            </a:extLst>
          </p:cNvPr>
          <p:cNvSpPr/>
          <p:nvPr userDrawn="1"/>
        </p:nvSpPr>
        <p:spPr>
          <a:xfrm>
            <a:off x="1402115" y="3471605"/>
            <a:ext cx="1682050" cy="15726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기본 정보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47350D78-EA0F-4AB1-B834-7CAAAF160671}"/>
              </a:ext>
            </a:extLst>
          </p:cNvPr>
          <p:cNvGrpSpPr/>
          <p:nvPr userDrawn="1"/>
        </p:nvGrpSpPr>
        <p:grpSpPr>
          <a:xfrm>
            <a:off x="1402115" y="3705045"/>
            <a:ext cx="4950461" cy="218296"/>
            <a:chOff x="1557338" y="3290888"/>
            <a:chExt cx="6264166" cy="276225"/>
          </a:xfrm>
        </p:grpSpPr>
        <p:pic>
          <p:nvPicPr>
            <p:cNvPr id="68" name="Picture 2">
              <a:extLst>
                <a:ext uri="{FF2B5EF4-FFF2-40B4-BE49-F238E27FC236}">
                  <a16:creationId xmlns:a16="http://schemas.microsoft.com/office/drawing/2014/main" id="{16B21B41-2B55-4B7E-819A-359E9D7C0A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7338" y="3290888"/>
              <a:ext cx="60293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3">
              <a:extLst>
                <a:ext uri="{FF2B5EF4-FFF2-40B4-BE49-F238E27FC236}">
                  <a16:creationId xmlns:a16="http://schemas.microsoft.com/office/drawing/2014/main" id="{E60683BA-267E-4A82-BBAC-601555F547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92904" y="3310319"/>
              <a:ext cx="228600" cy="219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16AE59EE-A1DE-419C-9E80-4A8EE68E4A22}"/>
              </a:ext>
            </a:extLst>
          </p:cNvPr>
          <p:cNvSpPr/>
          <p:nvPr userDrawn="1"/>
        </p:nvSpPr>
        <p:spPr>
          <a:xfrm>
            <a:off x="1402115" y="3705045"/>
            <a:ext cx="7465939" cy="1399268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0092933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자사상품 목록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921AF85A-7D13-4C4E-83CB-227F7E690847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375F272-07AA-459A-BDBE-07CE3C7BF4DE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4BF5857-37DF-4274-890C-793F636076F6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B2398B78-E545-4F22-96B3-6E4B16ECCC46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4C6D08F-4D86-4F2B-BA28-700CE6A06DD9}"/>
              </a:ext>
            </a:extLst>
          </p:cNvPr>
          <p:cNvSpPr/>
          <p:nvPr userDrawn="1"/>
        </p:nvSpPr>
        <p:spPr>
          <a:xfrm>
            <a:off x="1349724" y="570864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0423D29-556C-4E03-9CEE-2817D2BA9C99}"/>
              </a:ext>
            </a:extLst>
          </p:cNvPr>
          <p:cNvSpPr/>
          <p:nvPr userDrawn="1"/>
        </p:nvSpPr>
        <p:spPr>
          <a:xfrm>
            <a:off x="9271395" y="559383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11" name="표 63">
            <a:extLst>
              <a:ext uri="{FF2B5EF4-FFF2-40B4-BE49-F238E27FC236}">
                <a16:creationId xmlns:a16="http://schemas.microsoft.com/office/drawing/2014/main" id="{ABBFEEFB-32CC-425C-AA33-D4650321939A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354347810"/>
              </p:ext>
            </p:extLst>
          </p:nvPr>
        </p:nvGraphicFramePr>
        <p:xfrm>
          <a:off x="108567" y="547912"/>
          <a:ext cx="9936421" cy="45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01924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8834497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66B84E10-B961-47B2-851B-BF1275E3F99D}"/>
              </a:ext>
            </a:extLst>
          </p:cNvPr>
          <p:cNvSpPr/>
          <p:nvPr userDrawn="1"/>
        </p:nvSpPr>
        <p:spPr>
          <a:xfrm>
            <a:off x="9273843" y="786602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6AE4D20-70E4-4821-A1FE-DE8C1FD40A7F}"/>
              </a:ext>
            </a:extLst>
          </p:cNvPr>
          <p:cNvSpPr txBox="1"/>
          <p:nvPr userDrawn="1"/>
        </p:nvSpPr>
        <p:spPr>
          <a:xfrm>
            <a:off x="94598" y="1319232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pic>
        <p:nvPicPr>
          <p:cNvPr id="17" name="Picture 2">
            <a:extLst>
              <a:ext uri="{FF2B5EF4-FFF2-40B4-BE49-F238E27FC236}">
                <a16:creationId xmlns:a16="http://schemas.microsoft.com/office/drawing/2014/main" id="{08F032E1-0A6E-4C0C-AC88-9968F320631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41841" y="3560114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직사각형 17">
            <a:extLst>
              <a:ext uri="{FF2B5EF4-FFF2-40B4-BE49-F238E27FC236}">
                <a16:creationId xmlns:a16="http://schemas.microsoft.com/office/drawing/2014/main" id="{E145501B-1A72-4E1C-B29E-41752B246EC4}"/>
              </a:ext>
            </a:extLst>
          </p:cNvPr>
          <p:cNvSpPr/>
          <p:nvPr userDrawn="1"/>
        </p:nvSpPr>
        <p:spPr>
          <a:xfrm>
            <a:off x="7776755" y="1157549"/>
            <a:ext cx="1043646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bg1"/>
                </a:solidFill>
              </a:rPr>
              <a:t> Excel </a:t>
            </a: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A7CE5DD1-0CA3-4A4E-B666-6EE4E9A197A7}"/>
              </a:ext>
            </a:extLst>
          </p:cNvPr>
          <p:cNvGrpSpPr/>
          <p:nvPr userDrawn="1"/>
        </p:nvGrpSpPr>
        <p:grpSpPr>
          <a:xfrm>
            <a:off x="8570582" y="1201276"/>
            <a:ext cx="157646" cy="117956"/>
            <a:chOff x="4102371" y="6165304"/>
            <a:chExt cx="294535" cy="220381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865EEE22-9854-4773-AFD8-A5FF21DEBDC6}"/>
                </a:ext>
              </a:extLst>
            </p:cNvPr>
            <p:cNvSpPr/>
            <p:nvPr/>
          </p:nvSpPr>
          <p:spPr>
            <a:xfrm>
              <a:off x="4102371" y="6231675"/>
              <a:ext cx="294535" cy="15401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" name="아래쪽 화살표 38">
              <a:extLst>
                <a:ext uri="{FF2B5EF4-FFF2-40B4-BE49-F238E27FC236}">
                  <a16:creationId xmlns:a16="http://schemas.microsoft.com/office/drawing/2014/main" id="{5A738F50-1896-4A4F-8D9C-61DFD5116B80}"/>
                </a:ext>
              </a:extLst>
            </p:cNvPr>
            <p:cNvSpPr/>
            <p:nvPr/>
          </p:nvSpPr>
          <p:spPr>
            <a:xfrm>
              <a:off x="4139952" y="6165304"/>
              <a:ext cx="203642" cy="200477"/>
            </a:xfrm>
            <a:prstGeom prst="downArrow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B48B09D5-E3D7-4B94-B666-3E61FFFDA973}"/>
              </a:ext>
            </a:extLst>
          </p:cNvPr>
          <p:cNvSpPr/>
          <p:nvPr userDrawn="1"/>
        </p:nvSpPr>
        <p:spPr>
          <a:xfrm>
            <a:off x="8887600" y="1157616"/>
            <a:ext cx="1157388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상품등록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65" name="표 64">
            <a:extLst>
              <a:ext uri="{FF2B5EF4-FFF2-40B4-BE49-F238E27FC236}">
                <a16:creationId xmlns:a16="http://schemas.microsoft.com/office/drawing/2014/main" id="{AEF55378-D8A3-4E90-B7E8-2CAAFA422CD3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11389064"/>
              </p:ext>
            </p:extLst>
          </p:nvPr>
        </p:nvGraphicFramePr>
        <p:xfrm>
          <a:off x="108565" y="1557057"/>
          <a:ext cx="9936420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64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360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13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797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3211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053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0678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747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745535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판매범위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게시채널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판매요청목록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판매중지 신청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\ 5,000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\ 12,000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판매중지예고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\ 12,000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66" name="그룹 65">
            <a:extLst>
              <a:ext uri="{FF2B5EF4-FFF2-40B4-BE49-F238E27FC236}">
                <a16:creationId xmlns:a16="http://schemas.microsoft.com/office/drawing/2014/main" id="{57E9727C-039F-4CC4-B997-30ED349012B5}"/>
              </a:ext>
            </a:extLst>
          </p:cNvPr>
          <p:cNvGrpSpPr/>
          <p:nvPr userDrawn="1"/>
        </p:nvGrpSpPr>
        <p:grpSpPr>
          <a:xfrm>
            <a:off x="1642560" y="1773288"/>
            <a:ext cx="2414206" cy="338554"/>
            <a:chOff x="1237833" y="3417650"/>
            <a:chExt cx="1708480" cy="338554"/>
          </a:xfrm>
        </p:grpSpPr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6917E26B-1B0B-4D36-B3DD-CD215D9F58B5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69" name="Border">
                <a:extLst>
                  <a:ext uri="{FF2B5EF4-FFF2-40B4-BE49-F238E27FC236}">
                    <a16:creationId xmlns:a16="http://schemas.microsoft.com/office/drawing/2014/main" id="{FCD066B3-0A8D-4683-A8FF-CBB6CF95E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0" name="Line 2">
                <a:extLst>
                  <a:ext uri="{FF2B5EF4-FFF2-40B4-BE49-F238E27FC236}">
                    <a16:creationId xmlns:a16="http://schemas.microsoft.com/office/drawing/2014/main" id="{5AE9ED06-7F1A-46FB-9E07-0015CD5EB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" name="Line 1">
                <a:extLst>
                  <a:ext uri="{FF2B5EF4-FFF2-40B4-BE49-F238E27FC236}">
                    <a16:creationId xmlns:a16="http://schemas.microsoft.com/office/drawing/2014/main" id="{B95E5A5E-277C-4A4D-B35C-2C6538B00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7894D8BF-3842-41C3-8431-7B13C2871494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D8701D41-C622-419F-B337-DC30FB088499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3B81EAA3-3308-4615-BB99-F37046CBFAA4}"/>
              </a:ext>
            </a:extLst>
          </p:cNvPr>
          <p:cNvGrpSpPr/>
          <p:nvPr userDrawn="1"/>
        </p:nvGrpSpPr>
        <p:grpSpPr>
          <a:xfrm>
            <a:off x="1658216" y="2767348"/>
            <a:ext cx="1727218" cy="216483"/>
            <a:chOff x="1540392" y="3661144"/>
            <a:chExt cx="1222314" cy="216483"/>
          </a:xfrm>
        </p:grpSpPr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ADCD394D-2B32-4F1A-A364-92E5694DFCA7}"/>
                </a:ext>
              </a:extLst>
            </p:cNvPr>
            <p:cNvGrpSpPr/>
            <p:nvPr/>
          </p:nvGrpSpPr>
          <p:grpSpPr>
            <a:xfrm>
              <a:off x="1540392" y="3662183"/>
              <a:ext cx="800219" cy="215444"/>
              <a:chOff x="660362" y="4396314"/>
              <a:chExt cx="800219" cy="215444"/>
            </a:xfrm>
          </p:grpSpPr>
          <p:sp>
            <p:nvSpPr>
              <p:cNvPr id="76" name="모서리가 둥근 직사각형 70">
                <a:extLst>
                  <a:ext uri="{FF2B5EF4-FFF2-40B4-BE49-F238E27FC236}">
                    <a16:creationId xmlns:a16="http://schemas.microsoft.com/office/drawing/2014/main" id="{2A0D58A8-2F2D-4AC7-AB40-32A89E30C514}"/>
                  </a:ext>
                </a:extLst>
              </p:cNvPr>
              <p:cNvSpPr/>
              <p:nvPr/>
            </p:nvSpPr>
            <p:spPr>
              <a:xfrm>
                <a:off x="677152" y="4437112"/>
                <a:ext cx="756248" cy="122813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FC094B1C-B970-44AC-913E-04D41F8A454B}"/>
                  </a:ext>
                </a:extLst>
              </p:cNvPr>
              <p:cNvSpPr txBox="1"/>
              <p:nvPr/>
            </p:nvSpPr>
            <p:spPr>
              <a:xfrm>
                <a:off x="660362" y="4396314"/>
                <a:ext cx="800219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ko-KR" altLang="en-US" sz="800" dirty="0">
                    <a:solidFill>
                      <a:schemeClr val="bg1"/>
                    </a:solidFill>
                  </a:rPr>
                  <a:t>판매중지예고</a:t>
                </a:r>
              </a:p>
            </p:txBody>
          </p:sp>
        </p:grp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3A12F6E1-E27E-4C46-AFD1-A04694C016EC}"/>
                </a:ext>
              </a:extLst>
            </p:cNvPr>
            <p:cNvSpPr/>
            <p:nvPr/>
          </p:nvSpPr>
          <p:spPr>
            <a:xfrm>
              <a:off x="2282624" y="3661144"/>
              <a:ext cx="480082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/>
                <a:t>2024.01.15</a:t>
              </a:r>
              <a:endParaRPr lang="ko-KR" altLang="en-US" dirty="0"/>
            </a:p>
          </p:txBody>
        </p:sp>
      </p:grp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EB5E8C61-5733-44AF-A2DA-27E76760C4E7}"/>
              </a:ext>
            </a:extLst>
          </p:cNvPr>
          <p:cNvSpPr/>
          <p:nvPr userDrawn="1"/>
        </p:nvSpPr>
        <p:spPr>
          <a:xfrm>
            <a:off x="9619836" y="1811624"/>
            <a:ext cx="379159" cy="15991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삭제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8BDAC7D3-1AF8-405A-B0A4-E2D28611C8F2}"/>
              </a:ext>
            </a:extLst>
          </p:cNvPr>
          <p:cNvSpPr/>
          <p:nvPr userDrawn="1"/>
        </p:nvSpPr>
        <p:spPr>
          <a:xfrm>
            <a:off x="9204118" y="1811624"/>
            <a:ext cx="379159" cy="15991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수정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46F8DD44-4BE8-4D4C-B5C5-9DEB385DEC6A}"/>
              </a:ext>
            </a:extLst>
          </p:cNvPr>
          <p:cNvSpPr/>
          <p:nvPr userDrawn="1"/>
        </p:nvSpPr>
        <p:spPr>
          <a:xfrm>
            <a:off x="8782050" y="1811624"/>
            <a:ext cx="379159" cy="159916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복사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F4F09A2D-A4D1-46C1-A38A-AA4A09D29942}"/>
              </a:ext>
            </a:extLst>
          </p:cNvPr>
          <p:cNvSpPr/>
          <p:nvPr userDrawn="1"/>
        </p:nvSpPr>
        <p:spPr>
          <a:xfrm>
            <a:off x="7185180" y="1814581"/>
            <a:ext cx="1022817" cy="159916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>
                <a:solidFill>
                  <a:schemeClr val="bg1"/>
                </a:solidFill>
              </a:rPr>
              <a:t>판매중지 예고신청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975D23D-D5DE-41A6-A8E9-8BA4AC5DD1E6}"/>
              </a:ext>
            </a:extLst>
          </p:cNvPr>
          <p:cNvSpPr/>
          <p:nvPr userDrawn="1"/>
        </p:nvSpPr>
        <p:spPr>
          <a:xfrm>
            <a:off x="6298342" y="1818504"/>
            <a:ext cx="767365" cy="159916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>
                <a:solidFill>
                  <a:schemeClr val="bg1"/>
                </a:solidFill>
              </a:rPr>
              <a:t>판매요청목록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A2F5E5F1-7F2D-43D4-A29B-CC36BE08C37B}"/>
              </a:ext>
            </a:extLst>
          </p:cNvPr>
          <p:cNvSpPr/>
          <p:nvPr userDrawn="1"/>
        </p:nvSpPr>
        <p:spPr>
          <a:xfrm>
            <a:off x="6298341" y="2153783"/>
            <a:ext cx="767365" cy="15991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>
                <a:solidFill>
                  <a:schemeClr val="bg1"/>
                </a:solidFill>
              </a:rPr>
              <a:t>판매요청목록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F3AEAC2-8594-4CAE-BE11-D1CCD0A7DBDE}"/>
              </a:ext>
            </a:extLst>
          </p:cNvPr>
          <p:cNvSpPr/>
          <p:nvPr userDrawn="1"/>
        </p:nvSpPr>
        <p:spPr>
          <a:xfrm>
            <a:off x="9619836" y="2156329"/>
            <a:ext cx="379159" cy="15991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삭제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E04B7EF2-7D63-4B96-857A-E6FF35458826}"/>
              </a:ext>
            </a:extLst>
          </p:cNvPr>
          <p:cNvSpPr/>
          <p:nvPr userDrawn="1"/>
        </p:nvSpPr>
        <p:spPr>
          <a:xfrm>
            <a:off x="9204118" y="2156329"/>
            <a:ext cx="379159" cy="159916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수정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D48100E6-2A82-41D7-875B-3C0122BC5E9C}"/>
              </a:ext>
            </a:extLst>
          </p:cNvPr>
          <p:cNvSpPr/>
          <p:nvPr userDrawn="1"/>
        </p:nvSpPr>
        <p:spPr>
          <a:xfrm>
            <a:off x="8782050" y="2156329"/>
            <a:ext cx="379159" cy="159916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복사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14DC396-BE1A-4499-96BB-84D804F3BEC9}"/>
              </a:ext>
            </a:extLst>
          </p:cNvPr>
          <p:cNvSpPr/>
          <p:nvPr userDrawn="1"/>
        </p:nvSpPr>
        <p:spPr>
          <a:xfrm>
            <a:off x="7185180" y="2159286"/>
            <a:ext cx="1022817" cy="15991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>
                <a:solidFill>
                  <a:schemeClr val="bg1"/>
                </a:solidFill>
              </a:rPr>
              <a:t>판매중지 예고신청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C59819A2-4B82-4299-B979-3EC3FEA5F4A3}"/>
              </a:ext>
            </a:extLst>
          </p:cNvPr>
          <p:cNvGrpSpPr/>
          <p:nvPr userDrawn="1"/>
        </p:nvGrpSpPr>
        <p:grpSpPr>
          <a:xfrm>
            <a:off x="1633851" y="2107424"/>
            <a:ext cx="2414206" cy="338554"/>
            <a:chOff x="1237833" y="3417650"/>
            <a:chExt cx="1708480" cy="338554"/>
          </a:xfrm>
        </p:grpSpPr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D440357A-757E-4871-A171-B6091FCE20BB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91" name="Border">
                <a:extLst>
                  <a:ext uri="{FF2B5EF4-FFF2-40B4-BE49-F238E27FC236}">
                    <a16:creationId xmlns:a16="http://schemas.microsoft.com/office/drawing/2014/main" id="{873A9BCF-AE41-4A12-9C20-8A5123F23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" name="Line 2">
                <a:extLst>
                  <a:ext uri="{FF2B5EF4-FFF2-40B4-BE49-F238E27FC236}">
                    <a16:creationId xmlns:a16="http://schemas.microsoft.com/office/drawing/2014/main" id="{6E714EC2-0830-42FE-8607-5EB5E6EB3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3" name="Line 1">
                <a:extLst>
                  <a:ext uri="{FF2B5EF4-FFF2-40B4-BE49-F238E27FC236}">
                    <a16:creationId xmlns:a16="http://schemas.microsoft.com/office/drawing/2014/main" id="{041D92C4-24C7-4D13-A518-EF8B2B3AC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DEACC150-D695-4FE8-801E-58F637EB2DA5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817B718A-C79D-47F0-AAE8-FC5E5004CC45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B80DDE24-36EC-493E-A4B2-AF65928059C1}"/>
              </a:ext>
            </a:extLst>
          </p:cNvPr>
          <p:cNvGrpSpPr/>
          <p:nvPr userDrawn="1"/>
        </p:nvGrpSpPr>
        <p:grpSpPr>
          <a:xfrm>
            <a:off x="1638557" y="2443710"/>
            <a:ext cx="2414206" cy="338554"/>
            <a:chOff x="1237833" y="3417650"/>
            <a:chExt cx="1708480" cy="338554"/>
          </a:xfrm>
        </p:grpSpPr>
        <p:grpSp>
          <p:nvGrpSpPr>
            <p:cNvPr id="96" name="그룹 95">
              <a:extLst>
                <a:ext uri="{FF2B5EF4-FFF2-40B4-BE49-F238E27FC236}">
                  <a16:creationId xmlns:a16="http://schemas.microsoft.com/office/drawing/2014/main" id="{C7838C57-D834-4DF3-BC59-CC06364F8F6A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98" name="Border">
                <a:extLst>
                  <a:ext uri="{FF2B5EF4-FFF2-40B4-BE49-F238E27FC236}">
                    <a16:creationId xmlns:a16="http://schemas.microsoft.com/office/drawing/2014/main" id="{338A2597-D438-48E6-A8E3-AD4CE73C7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9" name="Line 2">
                <a:extLst>
                  <a:ext uri="{FF2B5EF4-FFF2-40B4-BE49-F238E27FC236}">
                    <a16:creationId xmlns:a16="http://schemas.microsoft.com/office/drawing/2014/main" id="{D9038C37-5E3D-4B32-97F0-0000573FC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0" name="Line 1">
                <a:extLst>
                  <a:ext uri="{FF2B5EF4-FFF2-40B4-BE49-F238E27FC236}">
                    <a16:creationId xmlns:a16="http://schemas.microsoft.com/office/drawing/2014/main" id="{7E58D4F7-918F-4C14-9760-DFC47CFFB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9D9EE3EE-9C7C-43AE-BE01-7F6CAC5C69E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687A055F-7EE7-424B-8895-B08EB62E7215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2E2855D-66A7-4AF0-83BD-C859803BCA9D}"/>
              </a:ext>
            </a:extLst>
          </p:cNvPr>
          <p:cNvSpPr/>
          <p:nvPr userDrawn="1"/>
        </p:nvSpPr>
        <p:spPr>
          <a:xfrm>
            <a:off x="9619835" y="2481428"/>
            <a:ext cx="379159" cy="15991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삭제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E6DD9056-9353-48BF-94BA-ED82E64E61FD}"/>
              </a:ext>
            </a:extLst>
          </p:cNvPr>
          <p:cNvSpPr/>
          <p:nvPr userDrawn="1"/>
        </p:nvSpPr>
        <p:spPr>
          <a:xfrm>
            <a:off x="9204117" y="2481428"/>
            <a:ext cx="379159" cy="15991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수정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2C409F7C-BDB7-4F87-A6F5-A4D82B2FFA95}"/>
              </a:ext>
            </a:extLst>
          </p:cNvPr>
          <p:cNvSpPr/>
          <p:nvPr userDrawn="1"/>
        </p:nvSpPr>
        <p:spPr>
          <a:xfrm>
            <a:off x="8782049" y="2481428"/>
            <a:ext cx="379159" cy="159916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복사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D23BAD99-CE32-416E-B44C-3E99EB9CDA8E}"/>
              </a:ext>
            </a:extLst>
          </p:cNvPr>
          <p:cNvSpPr/>
          <p:nvPr userDrawn="1"/>
        </p:nvSpPr>
        <p:spPr>
          <a:xfrm>
            <a:off x="7185179" y="2484385"/>
            <a:ext cx="1022817" cy="15991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>
                <a:solidFill>
                  <a:schemeClr val="bg1"/>
                </a:solidFill>
              </a:rPr>
              <a:t>판매중지 예고신청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37F1402B-9724-4509-B74A-D04FD3244528}"/>
              </a:ext>
            </a:extLst>
          </p:cNvPr>
          <p:cNvSpPr/>
          <p:nvPr userDrawn="1"/>
        </p:nvSpPr>
        <p:spPr>
          <a:xfrm>
            <a:off x="6298341" y="2488308"/>
            <a:ext cx="767365" cy="159916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>
                <a:solidFill>
                  <a:schemeClr val="bg1"/>
                </a:solidFill>
              </a:rPr>
              <a:t>판매요청목록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DA21757-7202-4B71-B81D-14E3AEDA6242}"/>
              </a:ext>
            </a:extLst>
          </p:cNvPr>
          <p:cNvSpPr/>
          <p:nvPr userDrawn="1"/>
        </p:nvSpPr>
        <p:spPr>
          <a:xfrm>
            <a:off x="8359417" y="1814581"/>
            <a:ext cx="379159" cy="159916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보기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6C3AC269-0947-4ECA-9712-CCE4B030056C}"/>
              </a:ext>
            </a:extLst>
          </p:cNvPr>
          <p:cNvSpPr/>
          <p:nvPr userDrawn="1"/>
        </p:nvSpPr>
        <p:spPr>
          <a:xfrm>
            <a:off x="8359417" y="2159286"/>
            <a:ext cx="379159" cy="159916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보기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36D66586-1C7D-4D0C-B036-59A81DC87A2C}"/>
              </a:ext>
            </a:extLst>
          </p:cNvPr>
          <p:cNvSpPr/>
          <p:nvPr userDrawn="1"/>
        </p:nvSpPr>
        <p:spPr>
          <a:xfrm>
            <a:off x="8359416" y="2484385"/>
            <a:ext cx="379159" cy="159916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보기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647036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p채널 목록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F2650A37-F951-485F-B1F3-520E2080F61E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D4BB9F3-C754-4777-9B1F-FD29E770CF84}"/>
              </a:ext>
            </a:extLst>
          </p:cNvPr>
          <p:cNvSpPr/>
          <p:nvPr userDrawn="1"/>
        </p:nvSpPr>
        <p:spPr>
          <a:xfrm>
            <a:off x="41208" y="34272"/>
            <a:ext cx="10071693" cy="39509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BCC4FC3F-92ED-463C-BDA2-BC093ECFF446}"/>
              </a:ext>
            </a:extLst>
          </p:cNvPr>
          <p:cNvGrpSpPr/>
          <p:nvPr userDrawn="1"/>
        </p:nvGrpSpPr>
        <p:grpSpPr>
          <a:xfrm>
            <a:off x="118741" y="94475"/>
            <a:ext cx="1148071" cy="273280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6" name="Border">
              <a:extLst>
                <a:ext uri="{FF2B5EF4-FFF2-40B4-BE49-F238E27FC236}">
                  <a16:creationId xmlns:a16="http://schemas.microsoft.com/office/drawing/2014/main" id="{35C4B48E-3C55-426C-A36C-F80651D78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Line 2">
              <a:extLst>
                <a:ext uri="{FF2B5EF4-FFF2-40B4-BE49-F238E27FC236}">
                  <a16:creationId xmlns:a16="http://schemas.microsoft.com/office/drawing/2014/main" id="{E5F44606-BCDC-4BA6-A69D-0EA651177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1">
              <a:extLst>
                <a:ext uri="{FF2B5EF4-FFF2-40B4-BE49-F238E27FC236}">
                  <a16:creationId xmlns:a16="http://schemas.microsoft.com/office/drawing/2014/main" id="{4172315F-B786-413C-8909-965F9D501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A855A9A2-9DF2-4567-A90D-62B41151AC2D}"/>
                </a:ext>
              </a:extLst>
            </p:cNvPr>
            <p:cNvSpPr txBox="1"/>
            <p:nvPr/>
          </p:nvSpPr>
          <p:spPr>
            <a:xfrm>
              <a:off x="3335780" y="2018289"/>
              <a:ext cx="690867" cy="4706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AB266B7-BFE8-4DE9-8586-1ABA82ACCB52}"/>
              </a:ext>
            </a:extLst>
          </p:cNvPr>
          <p:cNvSpPr/>
          <p:nvPr userDrawn="1"/>
        </p:nvSpPr>
        <p:spPr>
          <a:xfrm>
            <a:off x="7107532" y="104509"/>
            <a:ext cx="2933097" cy="2532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[ </a:t>
            </a:r>
            <a:r>
              <a:rPr lang="ko-KR" altLang="en-US" sz="800" b="1" dirty="0">
                <a:solidFill>
                  <a:schemeClr val="tx1"/>
                </a:solidFill>
                <a:latin typeface="+mj-ea"/>
                <a:ea typeface="+mj-ea"/>
              </a:rPr>
              <a:t>상호명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]  </a:t>
            </a:r>
            <a:r>
              <a:rPr lang="ko-KR" altLang="en-US" sz="800" dirty="0" err="1">
                <a:latin typeface="+mj-ea"/>
                <a:ea typeface="+mj-ea"/>
              </a:rPr>
              <a:t>회원명</a:t>
            </a:r>
            <a:r>
              <a:rPr lang="en-US" altLang="ko-KR" sz="800" dirty="0">
                <a:latin typeface="+mj-ea"/>
                <a:ea typeface="+mj-ea"/>
              </a:rPr>
              <a:t> 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로그아웃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AD021B0E-2ABE-4DF3-A7FB-53BC3F16360E}"/>
              </a:ext>
            </a:extLst>
          </p:cNvPr>
          <p:cNvSpPr/>
          <p:nvPr userDrawn="1"/>
        </p:nvSpPr>
        <p:spPr>
          <a:xfrm>
            <a:off x="118741" y="567332"/>
            <a:ext cx="1148071" cy="474970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○ 주문관리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/>
                </a:solidFill>
              </a:rPr>
              <a:t>○ 상품등록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l"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9E0C05B1-0CD5-48DF-A464-916A564AF095}"/>
              </a:ext>
            </a:extLst>
          </p:cNvPr>
          <p:cNvSpPr/>
          <p:nvPr userDrawn="1"/>
        </p:nvSpPr>
        <p:spPr>
          <a:xfrm>
            <a:off x="1476347" y="170905"/>
            <a:ext cx="748156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주문목록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05DF0B41-3D81-4477-85A1-042D303B3BFD}"/>
              </a:ext>
            </a:extLst>
          </p:cNvPr>
          <p:cNvSpPr/>
          <p:nvPr userDrawn="1"/>
        </p:nvSpPr>
        <p:spPr>
          <a:xfrm>
            <a:off x="2296062" y="170905"/>
            <a:ext cx="888569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회원정보수정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E0C8A5E6-40E5-467C-A819-0700C5B659CF}"/>
              </a:ext>
            </a:extLst>
          </p:cNvPr>
          <p:cNvSpPr/>
          <p:nvPr userDrawn="1"/>
        </p:nvSpPr>
        <p:spPr>
          <a:xfrm>
            <a:off x="3256190" y="171431"/>
            <a:ext cx="63636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포인트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5B6249BF-EF16-48FF-95F4-F072BA05DA9A}"/>
              </a:ext>
            </a:extLst>
          </p:cNvPr>
          <p:cNvSpPr/>
          <p:nvPr userDrawn="1"/>
        </p:nvSpPr>
        <p:spPr>
          <a:xfrm>
            <a:off x="4020832" y="170905"/>
            <a:ext cx="84285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    방문한 채널</a:t>
            </a:r>
          </a:p>
        </p:txBody>
      </p:sp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E3BEF96E-70BA-477B-9785-2941BA527CCE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412468117"/>
              </p:ext>
            </p:extLst>
          </p:nvPr>
        </p:nvGraphicFramePr>
        <p:xfrm>
          <a:off x="40495" y="1178787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en-US" altLang="ko-KR" sz="800" dirty="0"/>
                        <a:t>Shop </a:t>
                      </a:r>
                      <a:r>
                        <a:rPr lang="ko-KR" altLang="en-US" sz="800" dirty="0"/>
                        <a:t>채널관리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상품관리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공동구매 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주문관리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3591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○ 정산관리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24556"/>
                  </a:ext>
                </a:extLst>
              </a:tr>
            </a:tbl>
          </a:graphicData>
        </a:graphic>
      </p:graphicFrame>
      <p:sp>
        <p:nvSpPr>
          <p:cNvPr id="17" name="웃는 얼굴 16">
            <a:extLst>
              <a:ext uri="{FF2B5EF4-FFF2-40B4-BE49-F238E27FC236}">
                <a16:creationId xmlns:a16="http://schemas.microsoft.com/office/drawing/2014/main" id="{19D59255-BF13-4480-B702-8D079FD69FEA}"/>
              </a:ext>
            </a:extLst>
          </p:cNvPr>
          <p:cNvSpPr/>
          <p:nvPr userDrawn="1"/>
        </p:nvSpPr>
        <p:spPr>
          <a:xfrm>
            <a:off x="1529408" y="20777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웃는 얼굴 17">
            <a:extLst>
              <a:ext uri="{FF2B5EF4-FFF2-40B4-BE49-F238E27FC236}">
                <a16:creationId xmlns:a16="http://schemas.microsoft.com/office/drawing/2014/main" id="{82B6A9D8-3AE6-40BE-B035-3BB54B5F105A}"/>
              </a:ext>
            </a:extLst>
          </p:cNvPr>
          <p:cNvSpPr/>
          <p:nvPr userDrawn="1"/>
        </p:nvSpPr>
        <p:spPr>
          <a:xfrm>
            <a:off x="2348177" y="20534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웃는 얼굴 18">
            <a:extLst>
              <a:ext uri="{FF2B5EF4-FFF2-40B4-BE49-F238E27FC236}">
                <a16:creationId xmlns:a16="http://schemas.microsoft.com/office/drawing/2014/main" id="{7357F57E-BD2F-4ECC-BE25-BDFF6D258906}"/>
              </a:ext>
            </a:extLst>
          </p:cNvPr>
          <p:cNvSpPr/>
          <p:nvPr userDrawn="1"/>
        </p:nvSpPr>
        <p:spPr>
          <a:xfrm>
            <a:off x="3315372" y="20291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웃는 얼굴 19">
            <a:extLst>
              <a:ext uri="{FF2B5EF4-FFF2-40B4-BE49-F238E27FC236}">
                <a16:creationId xmlns:a16="http://schemas.microsoft.com/office/drawing/2014/main" id="{F164BEF6-895F-4BBF-89F0-96B241BC53E2}"/>
              </a:ext>
            </a:extLst>
          </p:cNvPr>
          <p:cNvSpPr/>
          <p:nvPr userDrawn="1"/>
        </p:nvSpPr>
        <p:spPr>
          <a:xfrm>
            <a:off x="4084904" y="213898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9554845A-B4F5-41BA-98A5-134A80A62DC7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264915207"/>
              </p:ext>
            </p:extLst>
          </p:nvPr>
        </p:nvGraphicFramePr>
        <p:xfrm>
          <a:off x="48089" y="3141314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정보관리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서브관리자관리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발주담당관리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포인트관리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202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ko-KR" altLang="en-US" sz="800" dirty="0" err="1"/>
                        <a:t>배송비설정</a:t>
                      </a:r>
                      <a:endParaRPr lang="ko-KR" altLang="en-US" sz="8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취소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환불안내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86852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842B790E-28D9-4EFB-AB09-0BB25F02820D}"/>
              </a:ext>
            </a:extLst>
          </p:cNvPr>
          <p:cNvSpPr txBox="1"/>
          <p:nvPr userDrawn="1"/>
        </p:nvSpPr>
        <p:spPr>
          <a:xfrm rot="10800000">
            <a:off x="1078469" y="1170836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9B01FD4-47F0-4C9B-8351-3C7220C305E5}"/>
              </a:ext>
            </a:extLst>
          </p:cNvPr>
          <p:cNvSpPr txBox="1"/>
          <p:nvPr userDrawn="1"/>
        </p:nvSpPr>
        <p:spPr>
          <a:xfrm rot="10800000">
            <a:off x="1080745" y="138181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B9EB8DD-2789-4E4B-A49C-2A6510BDBE62}"/>
              </a:ext>
            </a:extLst>
          </p:cNvPr>
          <p:cNvSpPr txBox="1"/>
          <p:nvPr userDrawn="1"/>
        </p:nvSpPr>
        <p:spPr>
          <a:xfrm rot="10800000">
            <a:off x="1078468" y="15987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C2DA15A-4512-475B-9B72-BD00C1DCE304}"/>
              </a:ext>
            </a:extLst>
          </p:cNvPr>
          <p:cNvSpPr txBox="1"/>
          <p:nvPr userDrawn="1"/>
        </p:nvSpPr>
        <p:spPr>
          <a:xfrm rot="10800000">
            <a:off x="1080093" y="18310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F35A84E-D232-49DF-BC51-007A2D5F7A26}"/>
              </a:ext>
            </a:extLst>
          </p:cNvPr>
          <p:cNvSpPr/>
          <p:nvPr userDrawn="1"/>
        </p:nvSpPr>
        <p:spPr>
          <a:xfrm>
            <a:off x="41208" y="429370"/>
            <a:ext cx="1304991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4EE4AC2-65BF-42F3-B35F-F857F6518E0E}"/>
              </a:ext>
            </a:extLst>
          </p:cNvPr>
          <p:cNvSpPr txBox="1"/>
          <p:nvPr userDrawn="1"/>
        </p:nvSpPr>
        <p:spPr>
          <a:xfrm>
            <a:off x="40495" y="2905534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>
                    <a:lumMod val="65000"/>
                  </a:schemeClr>
                </a:solidFill>
              </a:rPr>
              <a:t> 환경설정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BD282B2-2E1C-48D5-90F9-05A691551AAA}"/>
              </a:ext>
            </a:extLst>
          </p:cNvPr>
          <p:cNvSpPr/>
          <p:nvPr userDrawn="1"/>
        </p:nvSpPr>
        <p:spPr>
          <a:xfrm>
            <a:off x="9271463" y="429370"/>
            <a:ext cx="840725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BB1FC30B-2894-47CF-B051-A6DA7E9F093B}"/>
              </a:ext>
            </a:extLst>
          </p:cNvPr>
          <p:cNvSpPr/>
          <p:nvPr userDrawn="1"/>
        </p:nvSpPr>
        <p:spPr>
          <a:xfrm>
            <a:off x="9375639" y="540420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67A0949D-12E5-4307-8CB0-B2ACB991CB74}"/>
              </a:ext>
            </a:extLst>
          </p:cNvPr>
          <p:cNvSpPr/>
          <p:nvPr userDrawn="1"/>
        </p:nvSpPr>
        <p:spPr>
          <a:xfrm>
            <a:off x="9375639" y="847737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AE326329-CE7E-469B-A505-D620C38DC26E}"/>
              </a:ext>
            </a:extLst>
          </p:cNvPr>
          <p:cNvSpPr/>
          <p:nvPr userDrawn="1"/>
        </p:nvSpPr>
        <p:spPr>
          <a:xfrm>
            <a:off x="9375639" y="1155054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F32AC648-C350-4B35-89FD-D23F22F61BC7}"/>
              </a:ext>
            </a:extLst>
          </p:cNvPr>
          <p:cNvSpPr/>
          <p:nvPr userDrawn="1"/>
        </p:nvSpPr>
        <p:spPr>
          <a:xfrm>
            <a:off x="9375639" y="1462371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5C0C7DE4-6D28-4E03-8993-17B07382D660}"/>
              </a:ext>
            </a:extLst>
          </p:cNvPr>
          <p:cNvSpPr/>
          <p:nvPr userDrawn="1"/>
        </p:nvSpPr>
        <p:spPr>
          <a:xfrm>
            <a:off x="9375639" y="1769688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030BA08-6D95-4C85-9E02-7BE4044212FF}"/>
              </a:ext>
            </a:extLst>
          </p:cNvPr>
          <p:cNvSpPr/>
          <p:nvPr userDrawn="1"/>
        </p:nvSpPr>
        <p:spPr>
          <a:xfrm>
            <a:off x="9375639" y="2077005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84640C2-0A42-4C12-BFDC-A0AB8E36B1B0}"/>
              </a:ext>
            </a:extLst>
          </p:cNvPr>
          <p:cNvSpPr/>
          <p:nvPr userDrawn="1"/>
        </p:nvSpPr>
        <p:spPr>
          <a:xfrm>
            <a:off x="9375639" y="2384322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E2CFC61-A5D4-4A27-99D7-133DD01195E3}"/>
              </a:ext>
            </a:extLst>
          </p:cNvPr>
          <p:cNvSpPr/>
          <p:nvPr userDrawn="1"/>
        </p:nvSpPr>
        <p:spPr>
          <a:xfrm>
            <a:off x="9375639" y="2691639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5326C8C-9B01-45E6-979E-942B65F7A01B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0EA9688-9466-4B35-9F0A-3303D76D8F50}"/>
              </a:ext>
            </a:extLst>
          </p:cNvPr>
          <p:cNvSpPr/>
          <p:nvPr userDrawn="1"/>
        </p:nvSpPr>
        <p:spPr>
          <a:xfrm>
            <a:off x="1414854" y="48500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D98508F-FE4D-4CFA-8F42-1EAF44930D8F}"/>
              </a:ext>
            </a:extLst>
          </p:cNvPr>
          <p:cNvSpPr/>
          <p:nvPr userDrawn="1"/>
        </p:nvSpPr>
        <p:spPr>
          <a:xfrm>
            <a:off x="7202350" y="493535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A554BDB-8DEA-4940-9EE5-131C5FE3DF52}"/>
              </a:ext>
            </a:extLst>
          </p:cNvPr>
          <p:cNvSpPr/>
          <p:nvPr userDrawn="1"/>
        </p:nvSpPr>
        <p:spPr>
          <a:xfrm>
            <a:off x="2348177" y="858404"/>
            <a:ext cx="5521056" cy="18389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F87F507-D151-4338-A3EA-8088B5411EDF}"/>
              </a:ext>
            </a:extLst>
          </p:cNvPr>
          <p:cNvSpPr/>
          <p:nvPr userDrawn="1"/>
        </p:nvSpPr>
        <p:spPr>
          <a:xfrm>
            <a:off x="8450090" y="858404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42" name="표 63">
            <a:extLst>
              <a:ext uri="{FF2B5EF4-FFF2-40B4-BE49-F238E27FC236}">
                <a16:creationId xmlns:a16="http://schemas.microsoft.com/office/drawing/2014/main" id="{477FA6EC-C084-42AE-ADCD-A354BA2086C8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444890501"/>
              </p:ext>
            </p:extLst>
          </p:nvPr>
        </p:nvGraphicFramePr>
        <p:xfrm>
          <a:off x="1419945" y="825016"/>
          <a:ext cx="7797729" cy="48917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64749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6932980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244585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/>
                        <a:t>Shop </a:t>
                      </a:r>
                      <a:r>
                        <a:rPr lang="ko-KR" altLang="en-US" sz="900" dirty="0" err="1"/>
                        <a:t>채널명</a:t>
                      </a:r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244585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43" name="직사각형 42">
            <a:extLst>
              <a:ext uri="{FF2B5EF4-FFF2-40B4-BE49-F238E27FC236}">
                <a16:creationId xmlns:a16="http://schemas.microsoft.com/office/drawing/2014/main" id="{8FE5BC15-7C4B-4900-99E2-92CD2BAAE3A4}"/>
              </a:ext>
            </a:extLst>
          </p:cNvPr>
          <p:cNvSpPr/>
          <p:nvPr userDrawn="1"/>
        </p:nvSpPr>
        <p:spPr>
          <a:xfrm>
            <a:off x="8452538" y="1085623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67B3B92E-E588-41D0-B091-947E6CDFF24B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175203471"/>
              </p:ext>
            </p:extLst>
          </p:nvPr>
        </p:nvGraphicFramePr>
        <p:xfrm>
          <a:off x="1431783" y="1708160"/>
          <a:ext cx="7778542" cy="1569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034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20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892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807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98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64901">
                  <a:extLst>
                    <a:ext uri="{9D8B030D-6E8A-4147-A177-3AD203B41FA5}">
                      <a16:colId xmlns:a16="http://schemas.microsoft.com/office/drawing/2014/main" val="2881466530"/>
                    </a:ext>
                  </a:extLst>
                </a:gridCol>
                <a:gridCol w="88781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290441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채널코드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채널상태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채널범위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상품수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QR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단축주소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운영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123</a:t>
                      </a: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회원용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//qcc112.ko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비공개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3332221</a:t>
                      </a: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비공개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--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//qcc211.ko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운영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일반용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가나다라마바사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//qcc344.ko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5" name="TextBox 44">
            <a:extLst>
              <a:ext uri="{FF2B5EF4-FFF2-40B4-BE49-F238E27FC236}">
                <a16:creationId xmlns:a16="http://schemas.microsoft.com/office/drawing/2014/main" id="{F5FDCE0F-A440-4B00-A4E3-37F49BB5FF6E}"/>
              </a:ext>
            </a:extLst>
          </p:cNvPr>
          <p:cNvSpPr txBox="1"/>
          <p:nvPr userDrawn="1"/>
        </p:nvSpPr>
        <p:spPr>
          <a:xfrm>
            <a:off x="1431783" y="1472007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pic>
        <p:nvPicPr>
          <p:cNvPr id="46" name="Picture 2">
            <a:extLst>
              <a:ext uri="{FF2B5EF4-FFF2-40B4-BE49-F238E27FC236}">
                <a16:creationId xmlns:a16="http://schemas.microsoft.com/office/drawing/2014/main" id="{9DBD7ABE-A358-4C58-8E88-EEA1D309F4C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9764" y="4004060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" name="직사각형 46">
            <a:extLst>
              <a:ext uri="{FF2B5EF4-FFF2-40B4-BE49-F238E27FC236}">
                <a16:creationId xmlns:a16="http://schemas.microsoft.com/office/drawing/2014/main" id="{C3C03F8C-7377-479A-910F-E35D9D72BE7D}"/>
              </a:ext>
            </a:extLst>
          </p:cNvPr>
          <p:cNvSpPr/>
          <p:nvPr userDrawn="1"/>
        </p:nvSpPr>
        <p:spPr>
          <a:xfrm>
            <a:off x="8052938" y="1388570"/>
            <a:ext cx="1157388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Shop </a:t>
            </a:r>
            <a:r>
              <a:rPr lang="ko-KR" altLang="en-US" sz="800" dirty="0">
                <a:solidFill>
                  <a:schemeClr val="bg1"/>
                </a:solidFill>
              </a:rPr>
              <a:t>채널등록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0EEB9083-7EE0-44F2-9EC4-788D6C508CAB}"/>
              </a:ext>
            </a:extLst>
          </p:cNvPr>
          <p:cNvSpPr/>
          <p:nvPr userDrawn="1"/>
        </p:nvSpPr>
        <p:spPr>
          <a:xfrm>
            <a:off x="8803962" y="2059808"/>
            <a:ext cx="351299" cy="171549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1C9AE9F-5403-4770-A435-F6FCD61204E1}"/>
              </a:ext>
            </a:extLst>
          </p:cNvPr>
          <p:cNvSpPr/>
          <p:nvPr userDrawn="1"/>
        </p:nvSpPr>
        <p:spPr>
          <a:xfrm>
            <a:off x="8420149" y="2059808"/>
            <a:ext cx="341530" cy="171549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관리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11E70485-4032-4991-A6C3-273785B5EFCC}"/>
              </a:ext>
            </a:extLst>
          </p:cNvPr>
          <p:cNvSpPr/>
          <p:nvPr userDrawn="1"/>
        </p:nvSpPr>
        <p:spPr>
          <a:xfrm>
            <a:off x="8030736" y="2065721"/>
            <a:ext cx="341530" cy="171549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pic>
        <p:nvPicPr>
          <p:cNvPr id="51" name="그림 50">
            <a:extLst>
              <a:ext uri="{FF2B5EF4-FFF2-40B4-BE49-F238E27FC236}">
                <a16:creationId xmlns:a16="http://schemas.microsoft.com/office/drawing/2014/main" id="{81825F92-20E3-497A-92A9-065C3DF0DA8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578938" y="1974403"/>
            <a:ext cx="341530" cy="341530"/>
          </a:xfrm>
          <a:prstGeom prst="rect">
            <a:avLst/>
          </a:prstGeom>
        </p:spPr>
      </p:pic>
      <p:pic>
        <p:nvPicPr>
          <p:cNvPr id="52" name="그림 51">
            <a:extLst>
              <a:ext uri="{FF2B5EF4-FFF2-40B4-BE49-F238E27FC236}">
                <a16:creationId xmlns:a16="http://schemas.microsoft.com/office/drawing/2014/main" id="{0A3B6D69-D575-42C1-846E-DB71276875DD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575038" y="2411411"/>
            <a:ext cx="341530" cy="341530"/>
          </a:xfrm>
          <a:prstGeom prst="rect">
            <a:avLst/>
          </a:prstGeom>
        </p:spPr>
      </p:pic>
      <p:pic>
        <p:nvPicPr>
          <p:cNvPr id="53" name="그림 52">
            <a:extLst>
              <a:ext uri="{FF2B5EF4-FFF2-40B4-BE49-F238E27FC236}">
                <a16:creationId xmlns:a16="http://schemas.microsoft.com/office/drawing/2014/main" id="{C9188914-C359-46E3-8C63-5A663ECCF40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575038" y="2885289"/>
            <a:ext cx="341530" cy="341530"/>
          </a:xfrm>
          <a:prstGeom prst="rect">
            <a:avLst/>
          </a:prstGeom>
        </p:spPr>
      </p:pic>
      <p:sp>
        <p:nvSpPr>
          <p:cNvPr id="54" name="직사각형 53">
            <a:extLst>
              <a:ext uri="{FF2B5EF4-FFF2-40B4-BE49-F238E27FC236}">
                <a16:creationId xmlns:a16="http://schemas.microsoft.com/office/drawing/2014/main" id="{26000DB4-FE60-452B-B4BE-C0DE66BCCE0B}"/>
              </a:ext>
            </a:extLst>
          </p:cNvPr>
          <p:cNvSpPr/>
          <p:nvPr userDrawn="1"/>
        </p:nvSpPr>
        <p:spPr>
          <a:xfrm>
            <a:off x="8803962" y="2496816"/>
            <a:ext cx="351299" cy="171549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A03550C5-E6A2-4E35-B063-8293C69AA776}"/>
              </a:ext>
            </a:extLst>
          </p:cNvPr>
          <p:cNvSpPr/>
          <p:nvPr userDrawn="1"/>
        </p:nvSpPr>
        <p:spPr>
          <a:xfrm>
            <a:off x="8420149" y="2496816"/>
            <a:ext cx="341530" cy="171549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관리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CF8EBA7-F7E4-4F96-8858-4168377DDF74}"/>
              </a:ext>
            </a:extLst>
          </p:cNvPr>
          <p:cNvSpPr/>
          <p:nvPr userDrawn="1"/>
        </p:nvSpPr>
        <p:spPr>
          <a:xfrm>
            <a:off x="8030736" y="2502729"/>
            <a:ext cx="341530" cy="171549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1C5D2C7-1E29-42D4-9D10-D235553A6852}"/>
              </a:ext>
            </a:extLst>
          </p:cNvPr>
          <p:cNvSpPr/>
          <p:nvPr userDrawn="1"/>
        </p:nvSpPr>
        <p:spPr>
          <a:xfrm>
            <a:off x="8803962" y="2944136"/>
            <a:ext cx="351299" cy="171549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F9D6CFE-18EE-4852-A903-24625371B276}"/>
              </a:ext>
            </a:extLst>
          </p:cNvPr>
          <p:cNvSpPr/>
          <p:nvPr userDrawn="1"/>
        </p:nvSpPr>
        <p:spPr>
          <a:xfrm>
            <a:off x="8420149" y="2944136"/>
            <a:ext cx="341530" cy="171549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관리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5FFB086-FBD2-47F9-9E8D-6E1244DE5AB3}"/>
              </a:ext>
            </a:extLst>
          </p:cNvPr>
          <p:cNvSpPr/>
          <p:nvPr userDrawn="1"/>
        </p:nvSpPr>
        <p:spPr>
          <a:xfrm>
            <a:off x="8030736" y="2950049"/>
            <a:ext cx="341530" cy="171549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60" name="모서리가 둥근 직사각형 37">
            <a:extLst>
              <a:ext uri="{FF2B5EF4-FFF2-40B4-BE49-F238E27FC236}">
                <a16:creationId xmlns:a16="http://schemas.microsoft.com/office/drawing/2014/main" id="{1E86FE25-6810-41BF-97C5-F9EA8C3E6C51}"/>
              </a:ext>
            </a:extLst>
          </p:cNvPr>
          <p:cNvSpPr/>
          <p:nvPr userDrawn="1"/>
        </p:nvSpPr>
        <p:spPr>
          <a:xfrm>
            <a:off x="2695203" y="2162929"/>
            <a:ext cx="1013114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/>
              <a:t>#</a:t>
            </a:r>
            <a:r>
              <a:rPr lang="ko-KR" altLang="en-US" sz="800" dirty="0"/>
              <a:t>그룹 키워드 </a:t>
            </a:r>
            <a:r>
              <a:rPr lang="en-US" altLang="ko-KR" sz="800" dirty="0"/>
              <a:t>#1</a:t>
            </a:r>
            <a:endParaRPr lang="ko-KR" altLang="en-US" sz="800" dirty="0"/>
          </a:p>
        </p:txBody>
      </p:sp>
      <p:sp>
        <p:nvSpPr>
          <p:cNvPr id="61" name="모서리가 둥근 직사각형 38">
            <a:extLst>
              <a:ext uri="{FF2B5EF4-FFF2-40B4-BE49-F238E27FC236}">
                <a16:creationId xmlns:a16="http://schemas.microsoft.com/office/drawing/2014/main" id="{FD6E9536-9A2C-4704-8FA0-66C813336A86}"/>
              </a:ext>
            </a:extLst>
          </p:cNvPr>
          <p:cNvSpPr/>
          <p:nvPr userDrawn="1"/>
        </p:nvSpPr>
        <p:spPr>
          <a:xfrm>
            <a:off x="3802818" y="2162929"/>
            <a:ext cx="835549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/>
              <a:t>#</a:t>
            </a:r>
            <a:r>
              <a:rPr lang="ko-KR" altLang="en-US" sz="800" dirty="0"/>
              <a:t>키워드 </a:t>
            </a:r>
            <a:r>
              <a:rPr lang="en-US" altLang="ko-KR" sz="800" dirty="0"/>
              <a:t>#2</a:t>
            </a:r>
            <a:endParaRPr lang="ko-KR" altLang="en-US" sz="800" dirty="0"/>
          </a:p>
        </p:txBody>
      </p:sp>
      <p:sp>
        <p:nvSpPr>
          <p:cNvPr id="62" name="모서리가 둥근 직사각형 37">
            <a:extLst>
              <a:ext uri="{FF2B5EF4-FFF2-40B4-BE49-F238E27FC236}">
                <a16:creationId xmlns:a16="http://schemas.microsoft.com/office/drawing/2014/main" id="{7E68015A-D6DF-46A7-AB87-B4749716719D}"/>
              </a:ext>
            </a:extLst>
          </p:cNvPr>
          <p:cNvSpPr/>
          <p:nvPr userDrawn="1"/>
        </p:nvSpPr>
        <p:spPr>
          <a:xfrm>
            <a:off x="2695203" y="2609727"/>
            <a:ext cx="1013114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/>
              <a:t>#</a:t>
            </a:r>
            <a:r>
              <a:rPr lang="ko-KR" altLang="en-US" sz="800" dirty="0"/>
              <a:t>그룹 키워드 </a:t>
            </a:r>
            <a:r>
              <a:rPr lang="en-US" altLang="ko-KR" sz="800" dirty="0"/>
              <a:t>#1</a:t>
            </a:r>
            <a:endParaRPr lang="ko-KR" altLang="en-US" sz="800" dirty="0"/>
          </a:p>
        </p:txBody>
      </p:sp>
      <p:sp>
        <p:nvSpPr>
          <p:cNvPr id="63" name="모서리가 둥근 직사각형 37">
            <a:extLst>
              <a:ext uri="{FF2B5EF4-FFF2-40B4-BE49-F238E27FC236}">
                <a16:creationId xmlns:a16="http://schemas.microsoft.com/office/drawing/2014/main" id="{783A4574-1CFC-4FE9-B4BB-0BF0A244D00F}"/>
              </a:ext>
            </a:extLst>
          </p:cNvPr>
          <p:cNvSpPr/>
          <p:nvPr userDrawn="1"/>
        </p:nvSpPr>
        <p:spPr>
          <a:xfrm>
            <a:off x="2695203" y="3049319"/>
            <a:ext cx="1013114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/>
              <a:t>#</a:t>
            </a:r>
            <a:r>
              <a:rPr lang="ko-KR" altLang="en-US" sz="800" dirty="0"/>
              <a:t>그룹 키워드 </a:t>
            </a:r>
            <a:r>
              <a:rPr lang="en-US" altLang="ko-KR" sz="800" dirty="0"/>
              <a:t>#1</a:t>
            </a:r>
            <a:endParaRPr lang="ko-KR" altLang="en-US" sz="800" dirty="0"/>
          </a:p>
        </p:txBody>
      </p:sp>
      <p:sp>
        <p:nvSpPr>
          <p:cNvPr id="64" name="모서리가 둥근 직사각형 38">
            <a:extLst>
              <a:ext uri="{FF2B5EF4-FFF2-40B4-BE49-F238E27FC236}">
                <a16:creationId xmlns:a16="http://schemas.microsoft.com/office/drawing/2014/main" id="{66AC7DBB-AA03-407E-83F4-423554114D98}"/>
              </a:ext>
            </a:extLst>
          </p:cNvPr>
          <p:cNvSpPr/>
          <p:nvPr userDrawn="1"/>
        </p:nvSpPr>
        <p:spPr>
          <a:xfrm>
            <a:off x="3802818" y="3049319"/>
            <a:ext cx="835549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/>
              <a:t>#</a:t>
            </a:r>
            <a:r>
              <a:rPr lang="ko-KR" altLang="en-US" sz="800" dirty="0"/>
              <a:t>키워드 </a:t>
            </a:r>
            <a:r>
              <a:rPr lang="en-US" altLang="ko-KR" sz="800" dirty="0"/>
              <a:t>#2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309725581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p 채널 등록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ABECF5B2-BB1D-4F9C-BD28-75B0133AB92B}"/>
              </a:ext>
            </a:extLst>
          </p:cNvPr>
          <p:cNvSpPr/>
          <p:nvPr userDrawn="1"/>
        </p:nvSpPr>
        <p:spPr>
          <a:xfrm>
            <a:off x="33614" y="40343"/>
            <a:ext cx="10078574" cy="829262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4EAA880D-E7EA-4BE5-BE24-0484D9A0EF59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918830893"/>
              </p:ext>
            </p:extLst>
          </p:nvPr>
        </p:nvGraphicFramePr>
        <p:xfrm>
          <a:off x="125632" y="2926039"/>
          <a:ext cx="9943899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로고 사용여부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●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미사용 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 사용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96034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938F99F-46EC-472E-A4E3-4323FCF1B04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824124221"/>
              </p:ext>
            </p:extLst>
          </p:nvPr>
        </p:nvGraphicFramePr>
        <p:xfrm>
          <a:off x="125632" y="728842"/>
          <a:ext cx="9943899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5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804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95703">
                  <a:extLst>
                    <a:ext uri="{9D8B030D-6E8A-4147-A177-3AD203B41FA5}">
                      <a16:colId xmlns:a16="http://schemas.microsoft.com/office/drawing/2014/main" val="4010982125"/>
                    </a:ext>
                  </a:extLst>
                </a:gridCol>
                <a:gridCol w="3662741">
                  <a:extLst>
                    <a:ext uri="{9D8B030D-6E8A-4147-A177-3AD203B41FA5}">
                      <a16:colId xmlns:a16="http://schemas.microsoft.com/office/drawing/2014/main" val="264623407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Me9-2024-099833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채널상태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운영   ●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공개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구매권한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□  회원전용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4838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카피라이트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86891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그룹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keyword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20F851D-7105-45E7-8039-59EEDA4D7544}"/>
              </a:ext>
            </a:extLst>
          </p:cNvPr>
          <p:cNvSpPr txBox="1"/>
          <p:nvPr userDrawn="1"/>
        </p:nvSpPr>
        <p:spPr>
          <a:xfrm>
            <a:off x="67275" y="498010"/>
            <a:ext cx="138050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Shop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채널 기본정보</a:t>
            </a:r>
            <a:endParaRPr lang="ko-KR" altLang="en-US" sz="900" dirty="0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B19C923-6784-41BF-862A-EF4C5289C91A}"/>
              </a:ext>
            </a:extLst>
          </p:cNvPr>
          <p:cNvSpPr/>
          <p:nvPr userDrawn="1"/>
        </p:nvSpPr>
        <p:spPr>
          <a:xfrm>
            <a:off x="1414155" y="1177620"/>
            <a:ext cx="8535063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1489308-96D9-40D2-9276-3798981C4614}"/>
              </a:ext>
            </a:extLst>
          </p:cNvPr>
          <p:cNvSpPr/>
          <p:nvPr userDrawn="1"/>
        </p:nvSpPr>
        <p:spPr>
          <a:xfrm>
            <a:off x="1414154" y="1595834"/>
            <a:ext cx="2722514" cy="17691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Keyword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입력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7CECE92-81F8-408F-9BEF-E18FABDBD7FE}"/>
              </a:ext>
            </a:extLst>
          </p:cNvPr>
          <p:cNvSpPr txBox="1"/>
          <p:nvPr userDrawn="1"/>
        </p:nvSpPr>
        <p:spPr>
          <a:xfrm>
            <a:off x="67275" y="2665873"/>
            <a:ext cx="347402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Shop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채널 로고 이미지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(</a:t>
            </a:r>
            <a:r>
              <a:rPr lang="en-US" altLang="ko-KR" sz="700" b="0" i="0" u="none" strike="noStrike" dirty="0">
                <a:solidFill>
                  <a:srgbClr val="FF0000"/>
                </a:solidFill>
                <a:effectLst/>
                <a:latin typeface="+mn-ea"/>
              </a:rPr>
              <a:t> Shop </a:t>
            </a:r>
            <a:r>
              <a:rPr lang="ko-KR" altLang="en-US" sz="700" b="0" i="0" u="none" strike="noStrike" dirty="0">
                <a:solidFill>
                  <a:srgbClr val="FF0000"/>
                </a:solidFill>
                <a:effectLst/>
                <a:latin typeface="+mn-ea"/>
              </a:rPr>
              <a:t>채널 로고를 생략 할 경우 </a:t>
            </a:r>
            <a:r>
              <a:rPr lang="ko-KR" altLang="en-US" sz="700" b="0" i="0" u="none" strike="noStrike" dirty="0" err="1">
                <a:solidFill>
                  <a:srgbClr val="FF0000"/>
                </a:solidFill>
                <a:effectLst/>
                <a:latin typeface="+mn-ea"/>
              </a:rPr>
              <a:t>채널명</a:t>
            </a:r>
            <a:r>
              <a:rPr lang="ko-KR" altLang="en-US" sz="700" b="0" i="0" u="none" strike="noStrike" dirty="0">
                <a:solidFill>
                  <a:srgbClr val="FF0000"/>
                </a:solidFill>
                <a:effectLst/>
                <a:latin typeface="+mn-ea"/>
              </a:rPr>
              <a:t> 노출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 )</a:t>
            </a:r>
            <a:endParaRPr lang="en-US" altLang="ko-KR" sz="700" b="0" i="0" u="none" strike="noStrike" dirty="0">
              <a:solidFill>
                <a:srgbClr val="FF0000"/>
              </a:solidFill>
              <a:effectLst/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F4D852-C0AB-49BD-BB14-CA5BCC5DB10B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710092752"/>
              </p:ext>
            </p:extLst>
          </p:nvPr>
        </p:nvGraphicFramePr>
        <p:xfrm>
          <a:off x="143579" y="5149515"/>
          <a:ext cx="9913122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5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173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 관리자 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미사용   ○ 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A36D1B2-75C6-4304-8735-2CD51B45B4D9}"/>
              </a:ext>
            </a:extLst>
          </p:cNvPr>
          <p:cNvSpPr txBox="1"/>
          <p:nvPr userDrawn="1"/>
        </p:nvSpPr>
        <p:spPr>
          <a:xfrm>
            <a:off x="67275" y="4922000"/>
            <a:ext cx="210826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Shop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채널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관리자 정보</a:t>
            </a:r>
            <a:endParaRPr lang="ko-KR" altLang="en-US" sz="900" dirty="0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4870E17-0A32-422E-BA59-D5231CD5EC92}"/>
              </a:ext>
            </a:extLst>
          </p:cNvPr>
          <p:cNvSpPr/>
          <p:nvPr userDrawn="1"/>
        </p:nvSpPr>
        <p:spPr>
          <a:xfrm>
            <a:off x="4136668" y="5814330"/>
            <a:ext cx="721249" cy="192328"/>
          </a:xfrm>
          <a:prstGeom prst="rect">
            <a:avLst/>
          </a:prstGeom>
          <a:solidFill>
            <a:srgbClr val="FF000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E1902C4-B60C-4D0E-A586-1CD742CA2A3C}"/>
              </a:ext>
            </a:extLst>
          </p:cNvPr>
          <p:cNvSpPr/>
          <p:nvPr userDrawn="1"/>
        </p:nvSpPr>
        <p:spPr>
          <a:xfrm>
            <a:off x="5007091" y="5808403"/>
            <a:ext cx="721249" cy="192328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목록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D85E13D-4C21-4B51-947E-77DAF355B954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334884416"/>
              </p:ext>
            </p:extLst>
          </p:nvPr>
        </p:nvGraphicFramePr>
        <p:xfrm>
          <a:off x="125632" y="3611452"/>
          <a:ext cx="9943899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메인 배너 사용여부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●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미사용 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이미지로 등록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9603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4FB9F883-A727-43BC-A2BC-B68E9F89E8B5}"/>
              </a:ext>
            </a:extLst>
          </p:cNvPr>
          <p:cNvSpPr txBox="1"/>
          <p:nvPr userDrawn="1"/>
        </p:nvSpPr>
        <p:spPr>
          <a:xfrm>
            <a:off x="67275" y="3351286"/>
            <a:ext cx="122822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메인 배너 이미지</a:t>
            </a:r>
            <a:endParaRPr lang="ko-KR" altLang="en-US" sz="900" dirty="0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0F683A54-76D1-4EAC-B4E2-16F207F1708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699276778"/>
              </p:ext>
            </p:extLst>
          </p:nvPr>
        </p:nvGraphicFramePr>
        <p:xfrm>
          <a:off x="125632" y="2256728"/>
          <a:ext cx="9943899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사용기간 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●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무기한 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기간제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96034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60C87671-5AFC-4887-ADED-AC79D59E8546}"/>
              </a:ext>
            </a:extLst>
          </p:cNvPr>
          <p:cNvSpPr txBox="1"/>
          <p:nvPr userDrawn="1"/>
        </p:nvSpPr>
        <p:spPr>
          <a:xfrm>
            <a:off x="67275" y="1996562"/>
            <a:ext cx="138050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Shop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채널 사용주기</a:t>
            </a:r>
            <a:endParaRPr lang="ko-KR" altLang="en-US" sz="900" dirty="0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D8F77A7-7D5A-4B90-8C8D-0856A0E8EA36}"/>
              </a:ext>
            </a:extLst>
          </p:cNvPr>
          <p:cNvSpPr/>
          <p:nvPr userDrawn="1"/>
        </p:nvSpPr>
        <p:spPr>
          <a:xfrm>
            <a:off x="1414154" y="1389958"/>
            <a:ext cx="8535063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22A31EE-9A53-449C-A41D-86115CAF6D1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594092362"/>
              </p:ext>
            </p:extLst>
          </p:nvPr>
        </p:nvGraphicFramePr>
        <p:xfrm>
          <a:off x="125632" y="4388536"/>
          <a:ext cx="9943899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7387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OG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사용여부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●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미사용 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96034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D1FDAD3-0FE3-4402-8BE6-025B3F6B5B91}"/>
              </a:ext>
            </a:extLst>
          </p:cNvPr>
          <p:cNvSpPr txBox="1"/>
          <p:nvPr userDrawn="1"/>
        </p:nvSpPr>
        <p:spPr>
          <a:xfrm>
            <a:off x="67275" y="4128370"/>
            <a:ext cx="311655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OG (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오픈 그래프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TAG </a:t>
            </a:r>
            <a:r>
              <a:rPr lang="en-US" altLang="ko-KR" sz="700" dirty="0">
                <a:solidFill>
                  <a:srgbClr val="FF0000"/>
                </a:solidFill>
                <a:latin typeface="+mj-ea"/>
                <a:ea typeface="+mj-ea"/>
              </a:rPr>
              <a:t>( </a:t>
            </a:r>
            <a:r>
              <a:rPr lang="en-US" altLang="ko-KR" sz="700" i="0" dirty="0">
                <a:solidFill>
                  <a:srgbClr val="FF0000"/>
                </a:solidFill>
                <a:effectLst/>
                <a:latin typeface="+mj-ea"/>
                <a:ea typeface="+mj-ea"/>
              </a:rPr>
              <a:t>SNS</a:t>
            </a:r>
            <a:r>
              <a:rPr lang="ko-KR" altLang="en-US" sz="700" i="0" dirty="0">
                <a:solidFill>
                  <a:srgbClr val="FF0000"/>
                </a:solidFill>
                <a:effectLst/>
                <a:latin typeface="+mj-ea"/>
                <a:ea typeface="+mj-ea"/>
              </a:rPr>
              <a:t>에 게시되는데 최적화된 데이터 </a:t>
            </a:r>
            <a:r>
              <a:rPr lang="en-US" altLang="ko-KR" sz="700" i="0" dirty="0">
                <a:solidFill>
                  <a:srgbClr val="FF0000"/>
                </a:solidFill>
                <a:effectLst/>
                <a:latin typeface="+mj-ea"/>
                <a:ea typeface="+mj-ea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+mj-ea"/>
                <a:ea typeface="+mj-ea"/>
              </a:rPr>
              <a:t> 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4B31EC4-B77E-4BDD-BCB1-EE54DDB97E66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E720B41-4B53-4A2A-B4B6-88B14D1AD957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6C12EB54-390D-4D48-AC84-E09B504EEA7B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727378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p 채널 등록폼 오픈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ABECF5B2-BB1D-4F9C-BD28-75B0133AB92B}"/>
              </a:ext>
            </a:extLst>
          </p:cNvPr>
          <p:cNvSpPr/>
          <p:nvPr userDrawn="1"/>
        </p:nvSpPr>
        <p:spPr>
          <a:xfrm>
            <a:off x="33614" y="40343"/>
            <a:ext cx="10078574" cy="91277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4B31EC4-B77E-4BDD-BCB1-EE54DDB97E66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E720B41-4B53-4A2A-B4B6-88B14D1AD957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6C12EB54-390D-4D48-AC84-E09B504EEA7B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9FFBA6DF-1914-4CC0-BF9D-6A0DDFF9342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936870531"/>
              </p:ext>
            </p:extLst>
          </p:nvPr>
        </p:nvGraphicFramePr>
        <p:xfrm>
          <a:off x="125632" y="3587707"/>
          <a:ext cx="9943899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로고 사용여부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미사용    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 사용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960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로고 이미지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4590AE77-F28A-4574-ADD7-46D5157EBCE6}"/>
              </a:ext>
            </a:extLst>
          </p:cNvPr>
          <p:cNvGraphicFramePr>
            <a:graphicFrameLocks noGrp="1"/>
          </p:cNvGraphicFramePr>
          <p:nvPr userDrawn="1"/>
        </p:nvGraphicFramePr>
        <p:xfrm>
          <a:off x="125632" y="728842"/>
          <a:ext cx="9943899" cy="1432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5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804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95703">
                  <a:extLst>
                    <a:ext uri="{9D8B030D-6E8A-4147-A177-3AD203B41FA5}">
                      <a16:colId xmlns:a16="http://schemas.microsoft.com/office/drawing/2014/main" val="4010982125"/>
                    </a:ext>
                  </a:extLst>
                </a:gridCol>
                <a:gridCol w="3662741">
                  <a:extLst>
                    <a:ext uri="{9D8B030D-6E8A-4147-A177-3AD203B41FA5}">
                      <a16:colId xmlns:a16="http://schemas.microsoft.com/office/drawing/2014/main" val="264623407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Me9-2024-099833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채널상태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운영   ●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공개   ● 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구매권한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□  회원전용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4838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카피라이트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86891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그룹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keyword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F84759C3-1CE1-4C2D-A384-63061096EDAE}"/>
              </a:ext>
            </a:extLst>
          </p:cNvPr>
          <p:cNvGrpSpPr/>
          <p:nvPr userDrawn="1"/>
        </p:nvGrpSpPr>
        <p:grpSpPr>
          <a:xfrm>
            <a:off x="1419829" y="3850576"/>
            <a:ext cx="2089400" cy="120097"/>
            <a:chOff x="5148065" y="1124744"/>
            <a:chExt cx="2089400" cy="192328"/>
          </a:xfrm>
        </p:grpSpPr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DF0D9191-765B-4D5C-A0C7-63D638C285A9}"/>
                </a:ext>
              </a:extLst>
            </p:cNvPr>
            <p:cNvSpPr/>
            <p:nvPr/>
          </p:nvSpPr>
          <p:spPr>
            <a:xfrm>
              <a:off x="5148065" y="1124744"/>
              <a:ext cx="1368151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ABE77D2C-E25A-41BB-AC82-FAEEEEA4358C}"/>
                </a:ext>
              </a:extLst>
            </p:cNvPr>
            <p:cNvSpPr/>
            <p:nvPr/>
          </p:nvSpPr>
          <p:spPr>
            <a:xfrm>
              <a:off x="6516216" y="1124744"/>
              <a:ext cx="721249" cy="192328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찾아보기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1944378B-9F62-485B-9620-589E23D39F2F}"/>
              </a:ext>
            </a:extLst>
          </p:cNvPr>
          <p:cNvSpPr txBox="1"/>
          <p:nvPr userDrawn="1"/>
        </p:nvSpPr>
        <p:spPr>
          <a:xfrm>
            <a:off x="3606788" y="3801044"/>
            <a:ext cx="15600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최적사이즈 </a:t>
            </a:r>
            <a:r>
              <a:rPr lang="en-US" altLang="ko-KR" sz="900" dirty="0"/>
              <a:t>000px * 000px</a:t>
            </a:r>
            <a:endParaRPr lang="ko-KR" altLang="en-US" sz="900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D9E494E-FA63-4D5F-A7FC-15E34B5A1AEA}"/>
              </a:ext>
            </a:extLst>
          </p:cNvPr>
          <p:cNvSpPr txBox="1"/>
          <p:nvPr userDrawn="1"/>
        </p:nvSpPr>
        <p:spPr>
          <a:xfrm>
            <a:off x="67275" y="498010"/>
            <a:ext cx="138050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Shop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채널 기본정보</a:t>
            </a:r>
            <a:endParaRPr lang="ko-KR" altLang="en-US" sz="900" dirty="0"/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1E3C42A4-B164-4938-B67E-721196B5D80A}"/>
              </a:ext>
            </a:extLst>
          </p:cNvPr>
          <p:cNvSpPr/>
          <p:nvPr userDrawn="1"/>
        </p:nvSpPr>
        <p:spPr>
          <a:xfrm>
            <a:off x="1414155" y="1177620"/>
            <a:ext cx="8535063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793DB6EC-ED6D-4B01-A8E0-53DBBF52D9A1}"/>
              </a:ext>
            </a:extLst>
          </p:cNvPr>
          <p:cNvSpPr/>
          <p:nvPr userDrawn="1"/>
        </p:nvSpPr>
        <p:spPr>
          <a:xfrm>
            <a:off x="1414154" y="1655731"/>
            <a:ext cx="2722514" cy="17691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Keyword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입력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ED62CD7-C102-4533-80C2-134F78549FF4}"/>
              </a:ext>
            </a:extLst>
          </p:cNvPr>
          <p:cNvSpPr txBox="1"/>
          <p:nvPr userDrawn="1"/>
        </p:nvSpPr>
        <p:spPr>
          <a:xfrm>
            <a:off x="67275" y="3327541"/>
            <a:ext cx="15359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Shop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채널 로고 이미지</a:t>
            </a:r>
            <a:endParaRPr lang="ko-KR" altLang="en-US" sz="900" dirty="0"/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472F0B7C-B782-414B-A716-F2F3DAAD3C5F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218967288"/>
              </p:ext>
            </p:extLst>
          </p:nvPr>
        </p:nvGraphicFramePr>
        <p:xfrm>
          <a:off x="143579" y="7147654"/>
          <a:ext cx="9913122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5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7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7000">
                  <a:extLst>
                    <a:ext uri="{9D8B030D-6E8A-4147-A177-3AD203B41FA5}">
                      <a16:colId xmlns:a16="http://schemas.microsoft.com/office/drawing/2014/main" val="844629393"/>
                    </a:ext>
                  </a:extLst>
                </a:gridCol>
                <a:gridCol w="3562768">
                  <a:extLst>
                    <a:ext uri="{9D8B030D-6E8A-4147-A177-3AD203B41FA5}">
                      <a16:colId xmlns:a16="http://schemas.microsoft.com/office/drawing/2014/main" val="304293548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 관리자 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미사용   ● 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 관리자 성명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12386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로그인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로그인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PW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41905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정산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지급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방법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● 판매금액</a:t>
                      </a:r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대비 </a:t>
                      </a:r>
                      <a:r>
                        <a:rPr lang="en-US" altLang="ko-KR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% </a:t>
                      </a:r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지급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   ○ 판매</a:t>
                      </a:r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개당 금액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1467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정산요율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                                      %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(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총 판매금액에서 지급되는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% )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1391826"/>
                  </a:ext>
                </a:extLst>
              </a:tr>
            </a:tbl>
          </a:graphicData>
        </a:graphic>
      </p:graphicFrame>
      <p:sp>
        <p:nvSpPr>
          <p:cNvPr id="35" name="TextBox 34">
            <a:extLst>
              <a:ext uri="{FF2B5EF4-FFF2-40B4-BE49-F238E27FC236}">
                <a16:creationId xmlns:a16="http://schemas.microsoft.com/office/drawing/2014/main" id="{9AF0C559-AE4C-4F08-91B9-0F0269D845BC}"/>
              </a:ext>
            </a:extLst>
          </p:cNvPr>
          <p:cNvSpPr txBox="1"/>
          <p:nvPr userDrawn="1"/>
        </p:nvSpPr>
        <p:spPr>
          <a:xfrm>
            <a:off x="67275" y="6920139"/>
            <a:ext cx="210826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Shop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채널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관리자 정보</a:t>
            </a:r>
            <a:endParaRPr lang="ko-KR" altLang="en-US" sz="900" dirty="0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869A4FBF-4E4B-4D28-9B32-826B1AE1A90D}"/>
              </a:ext>
            </a:extLst>
          </p:cNvPr>
          <p:cNvSpPr/>
          <p:nvPr userDrawn="1"/>
        </p:nvSpPr>
        <p:spPr>
          <a:xfrm>
            <a:off x="4259232" y="8631716"/>
            <a:ext cx="721249" cy="192328"/>
          </a:xfrm>
          <a:prstGeom prst="rect">
            <a:avLst/>
          </a:prstGeom>
          <a:solidFill>
            <a:srgbClr val="FF000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99084766-19A3-40F3-8E7D-A10D04E25B67}"/>
              </a:ext>
            </a:extLst>
          </p:cNvPr>
          <p:cNvSpPr/>
          <p:nvPr userDrawn="1"/>
        </p:nvSpPr>
        <p:spPr>
          <a:xfrm>
            <a:off x="5129655" y="8625789"/>
            <a:ext cx="721249" cy="192328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목록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45A6D12-A6B8-4B43-8805-3C1EDA8966F4}"/>
              </a:ext>
            </a:extLst>
          </p:cNvPr>
          <p:cNvSpPr/>
          <p:nvPr userDrawn="1"/>
        </p:nvSpPr>
        <p:spPr>
          <a:xfrm>
            <a:off x="2473291" y="964209"/>
            <a:ext cx="1587689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Password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keyword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15C8DC52-A461-4AFA-8E3C-1661768EEBB8}"/>
              </a:ext>
            </a:extLst>
          </p:cNvPr>
          <p:cNvSpPr/>
          <p:nvPr userDrawn="1"/>
        </p:nvSpPr>
        <p:spPr>
          <a:xfrm>
            <a:off x="1414154" y="1878133"/>
            <a:ext cx="8535062" cy="21893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모서리가 둥근 직사각형 89">
            <a:extLst>
              <a:ext uri="{FF2B5EF4-FFF2-40B4-BE49-F238E27FC236}">
                <a16:creationId xmlns:a16="http://schemas.microsoft.com/office/drawing/2014/main" id="{FBEC8681-262C-45A5-908D-356DE15382FA}"/>
              </a:ext>
            </a:extLst>
          </p:cNvPr>
          <p:cNvSpPr/>
          <p:nvPr userDrawn="1"/>
        </p:nvSpPr>
        <p:spPr>
          <a:xfrm>
            <a:off x="1452416" y="1910166"/>
            <a:ext cx="725985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/>
              <a:t>그룹명</a:t>
            </a:r>
            <a:r>
              <a:rPr lang="ko-KR" altLang="en-US" sz="800" dirty="0"/>
              <a:t> </a:t>
            </a:r>
            <a:r>
              <a:rPr lang="en-US" altLang="ko-KR" sz="800" dirty="0"/>
              <a:t>#2</a:t>
            </a:r>
            <a:endParaRPr lang="ko-KR" altLang="en-US" sz="800" dirty="0"/>
          </a:p>
        </p:txBody>
      </p:sp>
      <p:sp>
        <p:nvSpPr>
          <p:cNvPr id="41" name="모서리가 둥근 직사각형 90">
            <a:extLst>
              <a:ext uri="{FF2B5EF4-FFF2-40B4-BE49-F238E27FC236}">
                <a16:creationId xmlns:a16="http://schemas.microsoft.com/office/drawing/2014/main" id="{59A4272E-B022-4499-941F-72F84C26EE53}"/>
              </a:ext>
            </a:extLst>
          </p:cNvPr>
          <p:cNvSpPr/>
          <p:nvPr userDrawn="1"/>
        </p:nvSpPr>
        <p:spPr>
          <a:xfrm>
            <a:off x="2578797" y="1910166"/>
            <a:ext cx="1188857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/>
              <a:t>그룹명</a:t>
            </a:r>
            <a:r>
              <a:rPr lang="ko-KR" altLang="en-US" sz="800" dirty="0"/>
              <a:t> 키워드 </a:t>
            </a:r>
            <a:r>
              <a:rPr lang="en-US" altLang="ko-KR" sz="800" dirty="0"/>
              <a:t>#1</a:t>
            </a:r>
            <a:endParaRPr lang="ko-KR" altLang="en-US" sz="800" dirty="0"/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66C8DA31-5981-46BB-A84C-26DE563AC84A}"/>
              </a:ext>
            </a:extLst>
          </p:cNvPr>
          <p:cNvGrpSpPr/>
          <p:nvPr userDrawn="1"/>
        </p:nvGrpSpPr>
        <p:grpSpPr>
          <a:xfrm>
            <a:off x="2216298" y="1910166"/>
            <a:ext cx="144282" cy="141422"/>
            <a:chOff x="4529318" y="3094220"/>
            <a:chExt cx="144282" cy="141422"/>
          </a:xfrm>
        </p:grpSpPr>
        <p:pic>
          <p:nvPicPr>
            <p:cNvPr id="43" name="그림 42">
              <a:extLst>
                <a:ext uri="{FF2B5EF4-FFF2-40B4-BE49-F238E27FC236}">
                  <a16:creationId xmlns:a16="http://schemas.microsoft.com/office/drawing/2014/main" id="{CE737431-E9B5-47B7-B6EB-6ECB4F15619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4547256" y="3102262"/>
              <a:ext cx="125337" cy="125337"/>
            </a:xfrm>
            <a:prstGeom prst="rect">
              <a:avLst/>
            </a:prstGeom>
          </p:spPr>
        </p:pic>
        <p:sp>
          <p:nvSpPr>
            <p:cNvPr id="44" name="모서리가 둥근 직사각형 96">
              <a:extLst>
                <a:ext uri="{FF2B5EF4-FFF2-40B4-BE49-F238E27FC236}">
                  <a16:creationId xmlns:a16="http://schemas.microsoft.com/office/drawing/2014/main" id="{29A57637-4EF1-4BF0-8154-E599C8C9EB88}"/>
                </a:ext>
              </a:extLst>
            </p:cNvPr>
            <p:cNvSpPr/>
            <p:nvPr/>
          </p:nvSpPr>
          <p:spPr>
            <a:xfrm>
              <a:off x="4529318" y="3094220"/>
              <a:ext cx="144282" cy="141422"/>
            </a:xfrm>
            <a:prstGeom prst="roundRect">
              <a:avLst>
                <a:gd name="adj" fmla="val 15598"/>
              </a:avLst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</a:rPr>
                <a:t>    </a:t>
              </a: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2F494DC3-7C4F-4BF2-9AC7-ADAAC4E56A7B}"/>
              </a:ext>
            </a:extLst>
          </p:cNvPr>
          <p:cNvGrpSpPr/>
          <p:nvPr userDrawn="1"/>
        </p:nvGrpSpPr>
        <p:grpSpPr>
          <a:xfrm>
            <a:off x="3813938" y="1910166"/>
            <a:ext cx="144282" cy="141422"/>
            <a:chOff x="4529318" y="3094220"/>
            <a:chExt cx="144282" cy="141422"/>
          </a:xfrm>
        </p:grpSpPr>
        <p:pic>
          <p:nvPicPr>
            <p:cNvPr id="46" name="그림 45">
              <a:extLst>
                <a:ext uri="{FF2B5EF4-FFF2-40B4-BE49-F238E27FC236}">
                  <a16:creationId xmlns:a16="http://schemas.microsoft.com/office/drawing/2014/main" id="{40EE704A-8215-40E2-BE50-72B23C148EC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4547256" y="3102262"/>
              <a:ext cx="125337" cy="125337"/>
            </a:xfrm>
            <a:prstGeom prst="rect">
              <a:avLst/>
            </a:prstGeom>
          </p:spPr>
        </p:pic>
        <p:sp>
          <p:nvSpPr>
            <p:cNvPr id="47" name="모서리가 둥근 직사각형 94">
              <a:extLst>
                <a:ext uri="{FF2B5EF4-FFF2-40B4-BE49-F238E27FC236}">
                  <a16:creationId xmlns:a16="http://schemas.microsoft.com/office/drawing/2014/main" id="{984E0DB9-D6AB-46E7-AF2E-AC1D822B8FFD}"/>
                </a:ext>
              </a:extLst>
            </p:cNvPr>
            <p:cNvSpPr/>
            <p:nvPr/>
          </p:nvSpPr>
          <p:spPr>
            <a:xfrm>
              <a:off x="4529318" y="3094220"/>
              <a:ext cx="144282" cy="141422"/>
            </a:xfrm>
            <a:prstGeom prst="roundRect">
              <a:avLst>
                <a:gd name="adj" fmla="val 15598"/>
              </a:avLst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</a:rPr>
                <a:t>    </a:t>
              </a:r>
            </a:p>
          </p:txBody>
        </p:sp>
      </p:grpSp>
      <p:sp>
        <p:nvSpPr>
          <p:cNvPr id="48" name="모서리가 둥근 직사각형 90">
            <a:extLst>
              <a:ext uri="{FF2B5EF4-FFF2-40B4-BE49-F238E27FC236}">
                <a16:creationId xmlns:a16="http://schemas.microsoft.com/office/drawing/2014/main" id="{B232DD13-02EE-4554-B736-586DF03124DD}"/>
              </a:ext>
            </a:extLst>
          </p:cNvPr>
          <p:cNvSpPr/>
          <p:nvPr userDrawn="1"/>
        </p:nvSpPr>
        <p:spPr>
          <a:xfrm>
            <a:off x="4136668" y="1918632"/>
            <a:ext cx="1188857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/>
              <a:t>그룹명</a:t>
            </a:r>
            <a:r>
              <a:rPr lang="ko-KR" altLang="en-US" sz="800" dirty="0"/>
              <a:t> 키워드 </a:t>
            </a:r>
            <a:r>
              <a:rPr lang="en-US" altLang="ko-KR" sz="800" dirty="0"/>
              <a:t>#2</a:t>
            </a:r>
            <a:endParaRPr lang="ko-KR" altLang="en-US" sz="800" dirty="0"/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D0DFC03C-9DBE-454A-87F9-79438AFFCE7E}"/>
              </a:ext>
            </a:extLst>
          </p:cNvPr>
          <p:cNvGrpSpPr/>
          <p:nvPr userDrawn="1"/>
        </p:nvGrpSpPr>
        <p:grpSpPr>
          <a:xfrm>
            <a:off x="5371809" y="1918632"/>
            <a:ext cx="144282" cy="141422"/>
            <a:chOff x="4529318" y="3094220"/>
            <a:chExt cx="144282" cy="141422"/>
          </a:xfrm>
        </p:grpSpPr>
        <p:pic>
          <p:nvPicPr>
            <p:cNvPr id="50" name="그림 49">
              <a:extLst>
                <a:ext uri="{FF2B5EF4-FFF2-40B4-BE49-F238E27FC236}">
                  <a16:creationId xmlns:a16="http://schemas.microsoft.com/office/drawing/2014/main" id="{30E29CD6-C831-42C6-A18B-FAB019F4CA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4547256" y="3102262"/>
              <a:ext cx="125337" cy="125337"/>
            </a:xfrm>
            <a:prstGeom prst="rect">
              <a:avLst/>
            </a:prstGeom>
          </p:spPr>
        </p:pic>
        <p:sp>
          <p:nvSpPr>
            <p:cNvPr id="51" name="모서리가 둥근 직사각형 94">
              <a:extLst>
                <a:ext uri="{FF2B5EF4-FFF2-40B4-BE49-F238E27FC236}">
                  <a16:creationId xmlns:a16="http://schemas.microsoft.com/office/drawing/2014/main" id="{737E28A4-FA02-49E8-B9D4-BC91D19A2B57}"/>
                </a:ext>
              </a:extLst>
            </p:cNvPr>
            <p:cNvSpPr/>
            <p:nvPr/>
          </p:nvSpPr>
          <p:spPr>
            <a:xfrm>
              <a:off x="4529318" y="3094220"/>
              <a:ext cx="144282" cy="141422"/>
            </a:xfrm>
            <a:prstGeom prst="roundRect">
              <a:avLst>
                <a:gd name="adj" fmla="val 15598"/>
              </a:avLst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</a:rPr>
                <a:t>    </a:t>
              </a:r>
            </a:p>
          </p:txBody>
        </p:sp>
      </p:grp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C330D934-B06D-4870-8A28-C0AAF03E7509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32554966"/>
              </p:ext>
            </p:extLst>
          </p:nvPr>
        </p:nvGraphicFramePr>
        <p:xfrm>
          <a:off x="125632" y="4542786"/>
          <a:ext cx="9943899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메인 배너 사용여부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미사용    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이미지로 등록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960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배너 이미지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Max 5 )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53" name="그룹 52">
            <a:extLst>
              <a:ext uri="{FF2B5EF4-FFF2-40B4-BE49-F238E27FC236}">
                <a16:creationId xmlns:a16="http://schemas.microsoft.com/office/drawing/2014/main" id="{4B58E441-CC50-448D-9FBA-C31355820C8D}"/>
              </a:ext>
            </a:extLst>
          </p:cNvPr>
          <p:cNvGrpSpPr/>
          <p:nvPr userDrawn="1"/>
        </p:nvGrpSpPr>
        <p:grpSpPr>
          <a:xfrm>
            <a:off x="1419829" y="4805655"/>
            <a:ext cx="2089400" cy="120097"/>
            <a:chOff x="5148065" y="1124744"/>
            <a:chExt cx="2089400" cy="192328"/>
          </a:xfrm>
        </p:grpSpPr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3162B356-C11C-4DF1-89DB-D57122609A43}"/>
                </a:ext>
              </a:extLst>
            </p:cNvPr>
            <p:cNvSpPr/>
            <p:nvPr/>
          </p:nvSpPr>
          <p:spPr>
            <a:xfrm>
              <a:off x="5148065" y="1124744"/>
              <a:ext cx="1368151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A908A874-794E-41C7-8408-FC4A7587FED8}"/>
                </a:ext>
              </a:extLst>
            </p:cNvPr>
            <p:cNvSpPr/>
            <p:nvPr/>
          </p:nvSpPr>
          <p:spPr>
            <a:xfrm>
              <a:off x="6516216" y="1124744"/>
              <a:ext cx="721249" cy="192328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찾아보기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97CF9DEF-1E03-4696-904F-001FE92E0E11}"/>
              </a:ext>
            </a:extLst>
          </p:cNvPr>
          <p:cNvSpPr txBox="1"/>
          <p:nvPr userDrawn="1"/>
        </p:nvSpPr>
        <p:spPr>
          <a:xfrm>
            <a:off x="3606788" y="4756123"/>
            <a:ext cx="15600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최적사이즈 </a:t>
            </a:r>
            <a:r>
              <a:rPr lang="en-US" altLang="ko-KR" sz="900" dirty="0"/>
              <a:t>000px * 000px</a:t>
            </a:r>
            <a:endParaRPr lang="ko-KR" altLang="en-US" sz="900" dirty="0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208E2AE2-FCD1-447C-AEC4-2A5FEA0F83F2}"/>
              </a:ext>
            </a:extLst>
          </p:cNvPr>
          <p:cNvSpPr/>
          <p:nvPr userDrawn="1"/>
        </p:nvSpPr>
        <p:spPr>
          <a:xfrm>
            <a:off x="5278037" y="4787039"/>
            <a:ext cx="721249" cy="154747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추가하기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EB7595B5-8CB1-4745-89C9-FB0B10E8661C}"/>
              </a:ext>
            </a:extLst>
          </p:cNvPr>
          <p:cNvSpPr txBox="1"/>
          <p:nvPr userDrawn="1"/>
        </p:nvSpPr>
        <p:spPr>
          <a:xfrm>
            <a:off x="67275" y="4282620"/>
            <a:ext cx="122822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메인 배너 이미지</a:t>
            </a:r>
            <a:endParaRPr lang="ko-KR" altLang="en-US" sz="900" dirty="0"/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D6574BFA-3565-4F60-849B-0F7DB438A84B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052221904"/>
              </p:ext>
            </p:extLst>
          </p:nvPr>
        </p:nvGraphicFramePr>
        <p:xfrm>
          <a:off x="125632" y="2633586"/>
          <a:ext cx="9943899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사용기간 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무기한    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기간제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960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사용기간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0" name="TextBox 59">
            <a:extLst>
              <a:ext uri="{FF2B5EF4-FFF2-40B4-BE49-F238E27FC236}">
                <a16:creationId xmlns:a16="http://schemas.microsoft.com/office/drawing/2014/main" id="{A1FFC4EE-9E40-4166-997E-616335310262}"/>
              </a:ext>
            </a:extLst>
          </p:cNvPr>
          <p:cNvSpPr txBox="1"/>
          <p:nvPr userDrawn="1"/>
        </p:nvSpPr>
        <p:spPr>
          <a:xfrm>
            <a:off x="67275" y="2373420"/>
            <a:ext cx="138050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Shop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채널 사용주기</a:t>
            </a:r>
            <a:endParaRPr lang="ko-KR" altLang="en-US" sz="900" dirty="0"/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89F2013-AEEF-4908-9B4D-96F5808A7660}"/>
              </a:ext>
            </a:extLst>
          </p:cNvPr>
          <p:cNvSpPr/>
          <p:nvPr userDrawn="1"/>
        </p:nvSpPr>
        <p:spPr>
          <a:xfrm>
            <a:off x="1414154" y="2884940"/>
            <a:ext cx="792089" cy="13041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62" name="그림 61">
            <a:extLst>
              <a:ext uri="{FF2B5EF4-FFF2-40B4-BE49-F238E27FC236}">
                <a16:creationId xmlns:a16="http://schemas.microsoft.com/office/drawing/2014/main" id="{907A0350-68FD-46EA-BDCB-0BA39C877DA3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66696" y="2877981"/>
            <a:ext cx="146839" cy="146839"/>
          </a:xfrm>
          <a:prstGeom prst="rect">
            <a:avLst/>
          </a:prstGeom>
        </p:spPr>
      </p:pic>
      <p:sp>
        <p:nvSpPr>
          <p:cNvPr id="63" name="직사각형 62">
            <a:extLst>
              <a:ext uri="{FF2B5EF4-FFF2-40B4-BE49-F238E27FC236}">
                <a16:creationId xmlns:a16="http://schemas.microsoft.com/office/drawing/2014/main" id="{5D67F186-741A-4D8A-93EE-0DEE0FA91B3E}"/>
              </a:ext>
            </a:extLst>
          </p:cNvPr>
          <p:cNvSpPr/>
          <p:nvPr userDrawn="1"/>
        </p:nvSpPr>
        <p:spPr>
          <a:xfrm>
            <a:off x="2521466" y="2884940"/>
            <a:ext cx="654027" cy="13041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시 선택▼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5F30D1C-9C7B-48F6-9BA3-18C05404DA7A}"/>
              </a:ext>
            </a:extLst>
          </p:cNvPr>
          <p:cNvSpPr txBox="1"/>
          <p:nvPr userDrawn="1"/>
        </p:nvSpPr>
        <p:spPr>
          <a:xfrm>
            <a:off x="3151016" y="2828042"/>
            <a:ext cx="26481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/>
              <a:t>~</a:t>
            </a:r>
            <a:endParaRPr lang="ko-KR" altLang="en-US" sz="900" dirty="0"/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425C1F45-D3DA-4A3E-AA22-1011932A14A8}"/>
              </a:ext>
            </a:extLst>
          </p:cNvPr>
          <p:cNvSpPr/>
          <p:nvPr userDrawn="1"/>
        </p:nvSpPr>
        <p:spPr>
          <a:xfrm>
            <a:off x="3408998" y="2884940"/>
            <a:ext cx="792089" cy="13041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66" name="그림 65">
            <a:extLst>
              <a:ext uri="{FF2B5EF4-FFF2-40B4-BE49-F238E27FC236}">
                <a16:creationId xmlns:a16="http://schemas.microsoft.com/office/drawing/2014/main" id="{F1940E16-5C96-48FD-88DF-B1092C63A23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61540" y="2877981"/>
            <a:ext cx="146839" cy="146839"/>
          </a:xfrm>
          <a:prstGeom prst="rect">
            <a:avLst/>
          </a:prstGeom>
        </p:spPr>
      </p:pic>
      <p:sp>
        <p:nvSpPr>
          <p:cNvPr id="67" name="직사각형 66">
            <a:extLst>
              <a:ext uri="{FF2B5EF4-FFF2-40B4-BE49-F238E27FC236}">
                <a16:creationId xmlns:a16="http://schemas.microsoft.com/office/drawing/2014/main" id="{FF7D13CE-8183-489D-976D-2DC3049C53DF}"/>
              </a:ext>
            </a:extLst>
          </p:cNvPr>
          <p:cNvSpPr/>
          <p:nvPr userDrawn="1"/>
        </p:nvSpPr>
        <p:spPr>
          <a:xfrm>
            <a:off x="4516310" y="2884940"/>
            <a:ext cx="654027" cy="13041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시 선택▼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E7BBD928-4B0C-486C-B55C-7E0AAF087894}"/>
              </a:ext>
            </a:extLst>
          </p:cNvPr>
          <p:cNvSpPr/>
          <p:nvPr userDrawn="1"/>
        </p:nvSpPr>
        <p:spPr>
          <a:xfrm>
            <a:off x="1414154" y="1389958"/>
            <a:ext cx="8535063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DB8E5774-0688-4A42-B3D4-F92BFD4C8425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752540021"/>
              </p:ext>
            </p:extLst>
          </p:nvPr>
        </p:nvGraphicFramePr>
        <p:xfrm>
          <a:off x="125632" y="5520292"/>
          <a:ext cx="9943899" cy="9529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7387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OG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사용여부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미사용    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96034"/>
                  </a:ext>
                </a:extLst>
              </a:tr>
              <a:tr h="739556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OG TAG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Title          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Description 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Image       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70" name="그룹 69">
            <a:extLst>
              <a:ext uri="{FF2B5EF4-FFF2-40B4-BE49-F238E27FC236}">
                <a16:creationId xmlns:a16="http://schemas.microsoft.com/office/drawing/2014/main" id="{72141884-A5E6-4D7E-8219-A17AA75A6714}"/>
              </a:ext>
            </a:extLst>
          </p:cNvPr>
          <p:cNvGrpSpPr/>
          <p:nvPr userDrawn="1"/>
        </p:nvGrpSpPr>
        <p:grpSpPr>
          <a:xfrm>
            <a:off x="2103903" y="6213446"/>
            <a:ext cx="2089400" cy="120097"/>
            <a:chOff x="5148065" y="1124744"/>
            <a:chExt cx="2089400" cy="192328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2B9C3E8D-E97D-4523-AF9D-3743FD37D7C7}"/>
                </a:ext>
              </a:extLst>
            </p:cNvPr>
            <p:cNvSpPr/>
            <p:nvPr/>
          </p:nvSpPr>
          <p:spPr>
            <a:xfrm>
              <a:off x="5148065" y="1124744"/>
              <a:ext cx="1368151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2D3DEBDA-6FC8-4E03-8B70-40DABE1C97C4}"/>
                </a:ext>
              </a:extLst>
            </p:cNvPr>
            <p:cNvSpPr/>
            <p:nvPr/>
          </p:nvSpPr>
          <p:spPr>
            <a:xfrm>
              <a:off x="6516216" y="1124744"/>
              <a:ext cx="721249" cy="192328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찾아보기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0B8D1EBC-F56D-4B02-9A9F-44976DDBAC87}"/>
              </a:ext>
            </a:extLst>
          </p:cNvPr>
          <p:cNvSpPr txBox="1"/>
          <p:nvPr userDrawn="1"/>
        </p:nvSpPr>
        <p:spPr>
          <a:xfrm>
            <a:off x="4290862" y="6163914"/>
            <a:ext cx="15600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최적사이즈 </a:t>
            </a:r>
            <a:r>
              <a:rPr lang="en-US" altLang="ko-KR" sz="900" dirty="0"/>
              <a:t>000px * 000px</a:t>
            </a:r>
            <a:endParaRPr lang="ko-KR" altLang="en-US" sz="900" dirty="0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80AB3DFC-138E-4C73-A0B2-6EE45B3C55C8}"/>
              </a:ext>
            </a:extLst>
          </p:cNvPr>
          <p:cNvSpPr txBox="1"/>
          <p:nvPr userDrawn="1"/>
        </p:nvSpPr>
        <p:spPr>
          <a:xfrm>
            <a:off x="67275" y="5260126"/>
            <a:ext cx="305404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OG (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오픈 그래프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TAG </a:t>
            </a:r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 </a:t>
            </a:r>
            <a:r>
              <a:rPr lang="en-US" altLang="ko-KR" sz="700" b="1" i="0" dirty="0">
                <a:solidFill>
                  <a:srgbClr val="FF0000"/>
                </a:solidFill>
                <a:effectLst/>
                <a:latin typeface="-apple-system"/>
              </a:rPr>
              <a:t>SNS</a:t>
            </a:r>
            <a:r>
              <a:rPr lang="ko-KR" altLang="en-US" sz="700" b="1" i="0" dirty="0">
                <a:solidFill>
                  <a:srgbClr val="FF0000"/>
                </a:solidFill>
                <a:effectLst/>
                <a:latin typeface="-apple-system"/>
              </a:rPr>
              <a:t>에 게시되는데 최적화된 데이터 </a:t>
            </a:r>
            <a:r>
              <a:rPr lang="en-US" altLang="ko-KR" sz="700" b="1" i="0" dirty="0">
                <a:solidFill>
                  <a:srgbClr val="FF0000"/>
                </a:solidFill>
                <a:effectLst/>
                <a:latin typeface="-apple-system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700" b="1" dirty="0">
              <a:solidFill>
                <a:srgbClr val="FF0000"/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56CD1FF8-F312-4DAC-812E-9431B4AC4888}"/>
              </a:ext>
            </a:extLst>
          </p:cNvPr>
          <p:cNvSpPr/>
          <p:nvPr userDrawn="1"/>
        </p:nvSpPr>
        <p:spPr>
          <a:xfrm>
            <a:off x="2103904" y="5779764"/>
            <a:ext cx="7438029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Title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D611FE59-1903-4263-8DE5-F6BA3532FFB0}"/>
              </a:ext>
            </a:extLst>
          </p:cNvPr>
          <p:cNvSpPr/>
          <p:nvPr userDrawn="1"/>
        </p:nvSpPr>
        <p:spPr>
          <a:xfrm>
            <a:off x="2103903" y="5992573"/>
            <a:ext cx="7438029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Description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48C2E408-F545-42BE-8CCE-0F199F0293A8}"/>
              </a:ext>
            </a:extLst>
          </p:cNvPr>
          <p:cNvSpPr/>
          <p:nvPr userDrawn="1"/>
        </p:nvSpPr>
        <p:spPr>
          <a:xfrm>
            <a:off x="1492793" y="7403887"/>
            <a:ext cx="8049139" cy="12298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436EEB95-7CC7-4C44-B4E6-55FEED510B46}"/>
              </a:ext>
            </a:extLst>
          </p:cNvPr>
          <p:cNvSpPr/>
          <p:nvPr userDrawn="1"/>
        </p:nvSpPr>
        <p:spPr>
          <a:xfrm>
            <a:off x="1492794" y="7618363"/>
            <a:ext cx="3023516" cy="1215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856D747C-E15A-4C31-B362-F04A92289DA5}"/>
              </a:ext>
            </a:extLst>
          </p:cNvPr>
          <p:cNvSpPr/>
          <p:nvPr userDrawn="1"/>
        </p:nvSpPr>
        <p:spPr>
          <a:xfrm>
            <a:off x="6547393" y="7619804"/>
            <a:ext cx="2994539" cy="1215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8968F89E-E625-41F7-B90D-7331E134F347}"/>
              </a:ext>
            </a:extLst>
          </p:cNvPr>
          <p:cNvSpPr/>
          <p:nvPr userDrawn="1"/>
        </p:nvSpPr>
        <p:spPr>
          <a:xfrm>
            <a:off x="1497746" y="8043461"/>
            <a:ext cx="1372455" cy="1215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572780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hop 채널 등록폼 오픈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ABECF5B2-BB1D-4F9C-BD28-75B0133AB92B}"/>
              </a:ext>
            </a:extLst>
          </p:cNvPr>
          <p:cNvSpPr/>
          <p:nvPr userDrawn="1"/>
        </p:nvSpPr>
        <p:spPr>
          <a:xfrm>
            <a:off x="33614" y="40343"/>
            <a:ext cx="10078574" cy="91277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4B31EC4-B77E-4BDD-BCB1-EE54DDB97E66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E720B41-4B53-4A2A-B4B6-88B14D1AD957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6C12EB54-390D-4D48-AC84-E09B504EEA7B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graphicFrame>
        <p:nvGraphicFramePr>
          <p:cNvPr id="110" name="표 5">
            <a:extLst>
              <a:ext uri="{FF2B5EF4-FFF2-40B4-BE49-F238E27FC236}">
                <a16:creationId xmlns:a16="http://schemas.microsoft.com/office/drawing/2014/main" id="{72D401BB-5EC9-47FA-BAFE-ABA1F2DC76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332380889"/>
              </p:ext>
            </p:extLst>
          </p:nvPr>
        </p:nvGraphicFramePr>
        <p:xfrm>
          <a:off x="93134" y="550332"/>
          <a:ext cx="9922935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07645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1270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판매상품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커뮤니티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111" name="TextBox 110">
            <a:extLst>
              <a:ext uri="{FF2B5EF4-FFF2-40B4-BE49-F238E27FC236}">
                <a16:creationId xmlns:a16="http://schemas.microsoft.com/office/drawing/2014/main" id="{F5D98C12-18B9-4173-96C4-AD01FB28793C}"/>
              </a:ext>
            </a:extLst>
          </p:cNvPr>
          <p:cNvSpPr txBox="1"/>
          <p:nvPr userDrawn="1"/>
        </p:nvSpPr>
        <p:spPr>
          <a:xfrm>
            <a:off x="101677" y="1070186"/>
            <a:ext cx="253020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</a:rPr>
              <a:t>■ </a:t>
            </a:r>
            <a:r>
              <a:rPr lang="ko-KR" altLang="en-US" sz="800" b="1" dirty="0"/>
              <a:t>총 </a:t>
            </a:r>
            <a:r>
              <a:rPr lang="en-US" altLang="ko-KR" sz="800" b="1" dirty="0"/>
              <a:t>3 </a:t>
            </a:r>
            <a:r>
              <a:rPr lang="ko-KR" altLang="en-US" sz="800" b="1" dirty="0"/>
              <a:t>건</a:t>
            </a:r>
          </a:p>
        </p:txBody>
      </p:sp>
      <p:graphicFrame>
        <p:nvGraphicFramePr>
          <p:cNvPr id="147" name="표 146">
            <a:extLst>
              <a:ext uri="{FF2B5EF4-FFF2-40B4-BE49-F238E27FC236}">
                <a16:creationId xmlns:a16="http://schemas.microsoft.com/office/drawing/2014/main" id="{765FD3D4-21B6-4D36-9F3C-5C48E2E0FAC4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761924726"/>
              </p:ext>
            </p:extLst>
          </p:nvPr>
        </p:nvGraphicFramePr>
        <p:xfrm>
          <a:off x="182074" y="1311819"/>
          <a:ext cx="9833995" cy="49834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04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766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341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7797">
                  <a:extLst>
                    <a:ext uri="{9D8B030D-6E8A-4147-A177-3AD203B41FA5}">
                      <a16:colId xmlns:a16="http://schemas.microsoft.com/office/drawing/2014/main" val="1538783997"/>
                    </a:ext>
                  </a:extLst>
                </a:gridCol>
                <a:gridCol w="955343">
                  <a:extLst>
                    <a:ext uri="{9D8B030D-6E8A-4147-A177-3AD203B41FA5}">
                      <a16:colId xmlns:a16="http://schemas.microsoft.com/office/drawing/2014/main" val="2527584646"/>
                    </a:ext>
                  </a:extLst>
                </a:gridCol>
                <a:gridCol w="1310185">
                  <a:extLst>
                    <a:ext uri="{9D8B030D-6E8A-4147-A177-3AD203B41FA5}">
                      <a16:colId xmlns:a16="http://schemas.microsoft.com/office/drawing/2014/main" val="3237610251"/>
                    </a:ext>
                  </a:extLst>
                </a:gridCol>
                <a:gridCol w="73697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0521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5980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20644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제약조건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판매이익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수정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삭제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판매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8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9476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7146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8278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25298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34882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04658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10873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8548364"/>
                  </a:ext>
                </a:extLst>
              </a:tr>
            </a:tbl>
          </a:graphicData>
        </a:graphic>
      </p:graphicFrame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CB3A86E4-26C3-451B-BEE5-684235DAF447}"/>
              </a:ext>
            </a:extLst>
          </p:cNvPr>
          <p:cNvSpPr/>
          <p:nvPr userDrawn="1"/>
        </p:nvSpPr>
        <p:spPr>
          <a:xfrm>
            <a:off x="9085727" y="981917"/>
            <a:ext cx="911616" cy="196067"/>
          </a:xfrm>
          <a:prstGeom prst="rect">
            <a:avLst/>
          </a:prstGeom>
          <a:solidFill>
            <a:schemeClr val="accent5">
              <a:lumMod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판매상품 추가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AE3CAFE4-C4B0-473C-A277-346C31F6DCA2}"/>
              </a:ext>
            </a:extLst>
          </p:cNvPr>
          <p:cNvGrpSpPr/>
          <p:nvPr userDrawn="1"/>
        </p:nvGrpSpPr>
        <p:grpSpPr>
          <a:xfrm>
            <a:off x="1356314" y="1532595"/>
            <a:ext cx="2414204" cy="437877"/>
            <a:chOff x="1237832" y="3375500"/>
            <a:chExt cx="1708479" cy="437877"/>
          </a:xfrm>
        </p:grpSpPr>
        <p:grpSp>
          <p:nvGrpSpPr>
            <p:cNvPr id="150" name="그룹 149">
              <a:extLst>
                <a:ext uri="{FF2B5EF4-FFF2-40B4-BE49-F238E27FC236}">
                  <a16:creationId xmlns:a16="http://schemas.microsoft.com/office/drawing/2014/main" id="{ADA10256-086F-4EF7-B430-E8BDDEC5ABBE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152" name="Border">
                <a:extLst>
                  <a:ext uri="{FF2B5EF4-FFF2-40B4-BE49-F238E27FC236}">
                    <a16:creationId xmlns:a16="http://schemas.microsoft.com/office/drawing/2014/main" id="{FCD902F5-A52B-4DEA-A3C6-05F4DB3C8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3" name="Line 2">
                <a:extLst>
                  <a:ext uri="{FF2B5EF4-FFF2-40B4-BE49-F238E27FC236}">
                    <a16:creationId xmlns:a16="http://schemas.microsoft.com/office/drawing/2014/main" id="{4D83F710-2C55-41BD-9143-E0D39B0E8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4" name="Line 1">
                <a:extLst>
                  <a:ext uri="{FF2B5EF4-FFF2-40B4-BE49-F238E27FC236}">
                    <a16:creationId xmlns:a16="http://schemas.microsoft.com/office/drawing/2014/main" id="{02FDE7FB-5277-4DB8-A976-957C4C11B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67590B8D-C48C-4509-A8F0-FA660317AE3A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9AEF8463-B0C6-43A6-97F9-CB217C11986D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5369E2F9-86F4-4F72-A818-7FEE83C987D1}"/>
              </a:ext>
            </a:extLst>
          </p:cNvPr>
          <p:cNvGrpSpPr/>
          <p:nvPr userDrawn="1"/>
        </p:nvGrpSpPr>
        <p:grpSpPr>
          <a:xfrm>
            <a:off x="1356314" y="1942704"/>
            <a:ext cx="2414204" cy="437877"/>
            <a:chOff x="1237832" y="3375500"/>
            <a:chExt cx="1708479" cy="437877"/>
          </a:xfrm>
        </p:grpSpPr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EC9BEF4F-5AA3-46A6-BC5F-6A4E369BCE00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159" name="Border">
                <a:extLst>
                  <a:ext uri="{FF2B5EF4-FFF2-40B4-BE49-F238E27FC236}">
                    <a16:creationId xmlns:a16="http://schemas.microsoft.com/office/drawing/2014/main" id="{18B75433-76B6-478F-B0A9-44221F698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0" name="Line 2">
                <a:extLst>
                  <a:ext uri="{FF2B5EF4-FFF2-40B4-BE49-F238E27FC236}">
                    <a16:creationId xmlns:a16="http://schemas.microsoft.com/office/drawing/2014/main" id="{846178EB-00FC-405B-B4A2-54ED2D54D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1" name="Line 1">
                <a:extLst>
                  <a:ext uri="{FF2B5EF4-FFF2-40B4-BE49-F238E27FC236}">
                    <a16:creationId xmlns:a16="http://schemas.microsoft.com/office/drawing/2014/main" id="{1D3C9B2F-11AE-4C5A-BE7E-6051ECF22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779C549D-2F4A-47F9-9559-72220F199A7A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DA334CF6-E202-4660-B370-FD73D65FA891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163" name="그룹 162">
            <a:extLst>
              <a:ext uri="{FF2B5EF4-FFF2-40B4-BE49-F238E27FC236}">
                <a16:creationId xmlns:a16="http://schemas.microsoft.com/office/drawing/2014/main" id="{30D94B82-21ED-4BC6-A626-63F5D5310C83}"/>
              </a:ext>
            </a:extLst>
          </p:cNvPr>
          <p:cNvGrpSpPr/>
          <p:nvPr userDrawn="1"/>
        </p:nvGrpSpPr>
        <p:grpSpPr>
          <a:xfrm>
            <a:off x="1356314" y="2392641"/>
            <a:ext cx="2414204" cy="437877"/>
            <a:chOff x="1237832" y="3375500"/>
            <a:chExt cx="1708479" cy="437877"/>
          </a:xfrm>
        </p:grpSpPr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189C8AF7-7E71-4D17-987A-534AA2AD9F19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166" name="Border">
                <a:extLst>
                  <a:ext uri="{FF2B5EF4-FFF2-40B4-BE49-F238E27FC236}">
                    <a16:creationId xmlns:a16="http://schemas.microsoft.com/office/drawing/2014/main" id="{7A092C41-AC34-4673-B3D9-CD99B7E03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7" name="Line 2">
                <a:extLst>
                  <a:ext uri="{FF2B5EF4-FFF2-40B4-BE49-F238E27FC236}">
                    <a16:creationId xmlns:a16="http://schemas.microsoft.com/office/drawing/2014/main" id="{C4382163-E2EF-4C30-9F60-6CCAEF12E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8" name="Line 1">
                <a:extLst>
                  <a:ext uri="{FF2B5EF4-FFF2-40B4-BE49-F238E27FC236}">
                    <a16:creationId xmlns:a16="http://schemas.microsoft.com/office/drawing/2014/main" id="{FBC8F048-A5C3-40AC-B3D4-55B32ACCE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2B2153A7-D7BA-411B-8A8C-DF81F9454C26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BB9F4DD9-5F1E-4B19-8E9C-38222F649F59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B7915040-EE90-40DC-8846-CE3FAF392F87}"/>
              </a:ext>
            </a:extLst>
          </p:cNvPr>
          <p:cNvSpPr/>
          <p:nvPr userDrawn="1"/>
        </p:nvSpPr>
        <p:spPr>
          <a:xfrm>
            <a:off x="9360400" y="1649362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pic>
        <p:nvPicPr>
          <p:cNvPr id="171" name="Picture 2">
            <a:extLst>
              <a:ext uri="{FF2B5EF4-FFF2-40B4-BE49-F238E27FC236}">
                <a16:creationId xmlns:a16="http://schemas.microsoft.com/office/drawing/2014/main" id="{9FC1319B-4B73-450B-A14C-E5D8A18B5F2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0009" y="6622680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5DD40B63-E36B-4E98-AA0A-A64ABCE9D1B2}"/>
              </a:ext>
            </a:extLst>
          </p:cNvPr>
          <p:cNvGrpSpPr/>
          <p:nvPr userDrawn="1"/>
        </p:nvGrpSpPr>
        <p:grpSpPr>
          <a:xfrm>
            <a:off x="1356314" y="2860621"/>
            <a:ext cx="2414204" cy="437877"/>
            <a:chOff x="1237832" y="3375500"/>
            <a:chExt cx="1708479" cy="437877"/>
          </a:xfrm>
        </p:grpSpPr>
        <p:grpSp>
          <p:nvGrpSpPr>
            <p:cNvPr id="173" name="그룹 172">
              <a:extLst>
                <a:ext uri="{FF2B5EF4-FFF2-40B4-BE49-F238E27FC236}">
                  <a16:creationId xmlns:a16="http://schemas.microsoft.com/office/drawing/2014/main" id="{F1D7D067-F934-4B17-8E94-F78AEB4356DA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175" name="Border">
                <a:extLst>
                  <a:ext uri="{FF2B5EF4-FFF2-40B4-BE49-F238E27FC236}">
                    <a16:creationId xmlns:a16="http://schemas.microsoft.com/office/drawing/2014/main" id="{6492ED76-20E6-4238-A950-EA2294E23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6" name="Line 2">
                <a:extLst>
                  <a:ext uri="{FF2B5EF4-FFF2-40B4-BE49-F238E27FC236}">
                    <a16:creationId xmlns:a16="http://schemas.microsoft.com/office/drawing/2014/main" id="{7A157F77-8E79-4336-9636-0EDC4F57D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7" name="Line 1">
                <a:extLst>
                  <a:ext uri="{FF2B5EF4-FFF2-40B4-BE49-F238E27FC236}">
                    <a16:creationId xmlns:a16="http://schemas.microsoft.com/office/drawing/2014/main" id="{060C1E80-5BA7-4E19-90E3-6B6583239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EB91D9A3-97D8-499A-8015-EA67936F6A9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10C4CCAA-E273-4B67-BEE7-B23390338E2B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9D4A51C1-666F-43C4-AD17-EBF0ADFDC735}"/>
              </a:ext>
            </a:extLst>
          </p:cNvPr>
          <p:cNvGrpSpPr/>
          <p:nvPr userDrawn="1"/>
        </p:nvGrpSpPr>
        <p:grpSpPr>
          <a:xfrm>
            <a:off x="1356314" y="3270730"/>
            <a:ext cx="2414204" cy="437877"/>
            <a:chOff x="1237832" y="3375500"/>
            <a:chExt cx="1708479" cy="437877"/>
          </a:xfrm>
        </p:grpSpPr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B646E8FD-F624-4948-9480-6AE00904AC48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182" name="Border">
                <a:extLst>
                  <a:ext uri="{FF2B5EF4-FFF2-40B4-BE49-F238E27FC236}">
                    <a16:creationId xmlns:a16="http://schemas.microsoft.com/office/drawing/2014/main" id="{A389123C-5CA7-4372-8348-D665D94CE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3" name="Line 2">
                <a:extLst>
                  <a:ext uri="{FF2B5EF4-FFF2-40B4-BE49-F238E27FC236}">
                    <a16:creationId xmlns:a16="http://schemas.microsoft.com/office/drawing/2014/main" id="{7904CFF6-2614-4C2A-B8BE-45828DBCD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4" name="Line 1">
                <a:extLst>
                  <a:ext uri="{FF2B5EF4-FFF2-40B4-BE49-F238E27FC236}">
                    <a16:creationId xmlns:a16="http://schemas.microsoft.com/office/drawing/2014/main" id="{C3424FEE-649C-4D10-BA82-50FC7A09E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0B421127-E8A8-4CE5-AC88-6768F8A2EEA1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B19F2CD7-8F58-4374-AC01-8A933597FE53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035D7E98-DC6A-4F52-A6CD-0C0A7CF74744}"/>
              </a:ext>
            </a:extLst>
          </p:cNvPr>
          <p:cNvGrpSpPr/>
          <p:nvPr userDrawn="1"/>
        </p:nvGrpSpPr>
        <p:grpSpPr>
          <a:xfrm>
            <a:off x="1356314" y="3720667"/>
            <a:ext cx="2414204" cy="437877"/>
            <a:chOff x="1237832" y="3375500"/>
            <a:chExt cx="1708479" cy="437877"/>
          </a:xfrm>
        </p:grpSpPr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548A7967-C2C7-425E-9199-33186EFA6D5E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189" name="Border">
                <a:extLst>
                  <a:ext uri="{FF2B5EF4-FFF2-40B4-BE49-F238E27FC236}">
                    <a16:creationId xmlns:a16="http://schemas.microsoft.com/office/drawing/2014/main" id="{58F9DE13-81CF-40E5-8307-A615CFE5E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0" name="Line 2">
                <a:extLst>
                  <a:ext uri="{FF2B5EF4-FFF2-40B4-BE49-F238E27FC236}">
                    <a16:creationId xmlns:a16="http://schemas.microsoft.com/office/drawing/2014/main" id="{DB5458DA-38FA-46A8-9300-D1497E861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1" name="Line 1">
                <a:extLst>
                  <a:ext uri="{FF2B5EF4-FFF2-40B4-BE49-F238E27FC236}">
                    <a16:creationId xmlns:a16="http://schemas.microsoft.com/office/drawing/2014/main" id="{1BA405DF-1A37-4188-94B2-2034874E9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F5C6AB20-EDAE-4619-BAFD-BAE9119115A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88" name="직사각형 187">
              <a:extLst>
                <a:ext uri="{FF2B5EF4-FFF2-40B4-BE49-F238E27FC236}">
                  <a16:creationId xmlns:a16="http://schemas.microsoft.com/office/drawing/2014/main" id="{323B6BF8-8CB1-4A80-8D02-3F290AAB2B37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5AF7AF64-3DB6-4793-B6F5-E324FDAEB649}"/>
              </a:ext>
            </a:extLst>
          </p:cNvPr>
          <p:cNvGrpSpPr/>
          <p:nvPr userDrawn="1"/>
        </p:nvGrpSpPr>
        <p:grpSpPr>
          <a:xfrm>
            <a:off x="1356314" y="4120176"/>
            <a:ext cx="2414204" cy="437877"/>
            <a:chOff x="1237832" y="3375500"/>
            <a:chExt cx="1708479" cy="437877"/>
          </a:xfrm>
        </p:grpSpPr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DFC7610E-1530-4ADD-8C23-1DC6367B7E92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196" name="Border">
                <a:extLst>
                  <a:ext uri="{FF2B5EF4-FFF2-40B4-BE49-F238E27FC236}">
                    <a16:creationId xmlns:a16="http://schemas.microsoft.com/office/drawing/2014/main" id="{A234AD1A-BC09-457C-A391-444EDCE39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7" name="Line 2">
                <a:extLst>
                  <a:ext uri="{FF2B5EF4-FFF2-40B4-BE49-F238E27FC236}">
                    <a16:creationId xmlns:a16="http://schemas.microsoft.com/office/drawing/2014/main" id="{21D74DEA-FCFE-49FF-A9DB-3BF0986C7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Line 1">
                <a:extLst>
                  <a:ext uri="{FF2B5EF4-FFF2-40B4-BE49-F238E27FC236}">
                    <a16:creationId xmlns:a16="http://schemas.microsoft.com/office/drawing/2014/main" id="{500B3569-1B78-46B7-8BBF-ED0822483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19E9088E-A1BA-4963-85EB-A3F0AFC1E7A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95" name="직사각형 194">
              <a:extLst>
                <a:ext uri="{FF2B5EF4-FFF2-40B4-BE49-F238E27FC236}">
                  <a16:creationId xmlns:a16="http://schemas.microsoft.com/office/drawing/2014/main" id="{E9866175-F18F-4E26-8EA3-2F8BC9A8A8F1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200" name="그룹 199">
            <a:extLst>
              <a:ext uri="{FF2B5EF4-FFF2-40B4-BE49-F238E27FC236}">
                <a16:creationId xmlns:a16="http://schemas.microsoft.com/office/drawing/2014/main" id="{2C88674C-FD2A-44A2-9ECD-943AE31774D7}"/>
              </a:ext>
            </a:extLst>
          </p:cNvPr>
          <p:cNvGrpSpPr/>
          <p:nvPr userDrawn="1"/>
        </p:nvGrpSpPr>
        <p:grpSpPr>
          <a:xfrm>
            <a:off x="1356314" y="4530285"/>
            <a:ext cx="2414204" cy="437877"/>
            <a:chOff x="1237832" y="3375500"/>
            <a:chExt cx="1708479" cy="437877"/>
          </a:xfrm>
        </p:grpSpPr>
        <p:grpSp>
          <p:nvGrpSpPr>
            <p:cNvPr id="201" name="그룹 200">
              <a:extLst>
                <a:ext uri="{FF2B5EF4-FFF2-40B4-BE49-F238E27FC236}">
                  <a16:creationId xmlns:a16="http://schemas.microsoft.com/office/drawing/2014/main" id="{01B37342-FF37-478B-ACC7-2449E05C1CDC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203" name="Border">
                <a:extLst>
                  <a:ext uri="{FF2B5EF4-FFF2-40B4-BE49-F238E27FC236}">
                    <a16:creationId xmlns:a16="http://schemas.microsoft.com/office/drawing/2014/main" id="{B8ECAA0D-F315-4025-B5E8-38D85116A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4" name="Line 2">
                <a:extLst>
                  <a:ext uri="{FF2B5EF4-FFF2-40B4-BE49-F238E27FC236}">
                    <a16:creationId xmlns:a16="http://schemas.microsoft.com/office/drawing/2014/main" id="{511DB221-F437-4678-8FC4-DB5DDD44C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5" name="Line 1">
                <a:extLst>
                  <a:ext uri="{FF2B5EF4-FFF2-40B4-BE49-F238E27FC236}">
                    <a16:creationId xmlns:a16="http://schemas.microsoft.com/office/drawing/2014/main" id="{689203F5-E5E1-492E-B85C-9D1E56A9D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9B5FD025-3A0E-4E4D-AC7F-82F6015B1DF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AD55EBE3-FDD3-4ED8-AA7D-7052B7028224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207" name="그룹 206">
            <a:extLst>
              <a:ext uri="{FF2B5EF4-FFF2-40B4-BE49-F238E27FC236}">
                <a16:creationId xmlns:a16="http://schemas.microsoft.com/office/drawing/2014/main" id="{629A6EBC-270B-49FB-A7E1-09178DA7F03E}"/>
              </a:ext>
            </a:extLst>
          </p:cNvPr>
          <p:cNvGrpSpPr/>
          <p:nvPr userDrawn="1"/>
        </p:nvGrpSpPr>
        <p:grpSpPr>
          <a:xfrm>
            <a:off x="1356314" y="4980222"/>
            <a:ext cx="2414204" cy="437877"/>
            <a:chOff x="1237832" y="3375500"/>
            <a:chExt cx="1708479" cy="437877"/>
          </a:xfrm>
        </p:grpSpPr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33553F28-EA24-4BCA-810D-9F2EF3A89822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210" name="Border">
                <a:extLst>
                  <a:ext uri="{FF2B5EF4-FFF2-40B4-BE49-F238E27FC236}">
                    <a16:creationId xmlns:a16="http://schemas.microsoft.com/office/drawing/2014/main" id="{1A680C94-2099-432C-8139-DA949BFE0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Line 2">
                <a:extLst>
                  <a:ext uri="{FF2B5EF4-FFF2-40B4-BE49-F238E27FC236}">
                    <a16:creationId xmlns:a16="http://schemas.microsoft.com/office/drawing/2014/main" id="{860B7EA6-E679-4656-BA7A-37FC84A67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2" name="Line 1">
                <a:extLst>
                  <a:ext uri="{FF2B5EF4-FFF2-40B4-BE49-F238E27FC236}">
                    <a16:creationId xmlns:a16="http://schemas.microsoft.com/office/drawing/2014/main" id="{B6FEF21D-2C9F-4877-BD6D-E3FA9BFBF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93AD99C4-F5EC-4E5A-9E19-1B4B91D07DA2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201AEB1C-39BC-4897-9B73-697E9ED42CFB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54E8F4F2-E8B5-47D6-AC9B-50408CECBA59}"/>
              </a:ext>
            </a:extLst>
          </p:cNvPr>
          <p:cNvGrpSpPr/>
          <p:nvPr userDrawn="1"/>
        </p:nvGrpSpPr>
        <p:grpSpPr>
          <a:xfrm>
            <a:off x="1356314" y="5405811"/>
            <a:ext cx="2414204" cy="437877"/>
            <a:chOff x="1237832" y="3375500"/>
            <a:chExt cx="1708479" cy="437877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D7C17B2A-B880-410D-94C9-50C04A5D6420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217" name="Border">
                <a:extLst>
                  <a:ext uri="{FF2B5EF4-FFF2-40B4-BE49-F238E27FC236}">
                    <a16:creationId xmlns:a16="http://schemas.microsoft.com/office/drawing/2014/main" id="{332858A4-7625-4CD0-A0A1-B7FD136D6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Line 2">
                <a:extLst>
                  <a:ext uri="{FF2B5EF4-FFF2-40B4-BE49-F238E27FC236}">
                    <a16:creationId xmlns:a16="http://schemas.microsoft.com/office/drawing/2014/main" id="{B6939A18-1A21-4D03-85BD-A36F1ECF7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9" name="Line 1">
                <a:extLst>
                  <a:ext uri="{FF2B5EF4-FFF2-40B4-BE49-F238E27FC236}">
                    <a16:creationId xmlns:a16="http://schemas.microsoft.com/office/drawing/2014/main" id="{40F539C5-13BD-499D-B9CD-1CF640248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E2E5BD99-DFFC-4846-A319-71AE101C9654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B9D71539-45BB-42D2-9B09-B03E75BA3CDD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221" name="그룹 220">
            <a:extLst>
              <a:ext uri="{FF2B5EF4-FFF2-40B4-BE49-F238E27FC236}">
                <a16:creationId xmlns:a16="http://schemas.microsoft.com/office/drawing/2014/main" id="{A763439C-FC03-4A8F-91EA-577D161E9817}"/>
              </a:ext>
            </a:extLst>
          </p:cNvPr>
          <p:cNvGrpSpPr/>
          <p:nvPr userDrawn="1"/>
        </p:nvGrpSpPr>
        <p:grpSpPr>
          <a:xfrm>
            <a:off x="1356314" y="5855748"/>
            <a:ext cx="2414204" cy="437877"/>
            <a:chOff x="1237832" y="3375500"/>
            <a:chExt cx="1708479" cy="437877"/>
          </a:xfrm>
        </p:grpSpPr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AF691730-E5A7-49BA-BF3E-E2E98CCCA84B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224" name="Border">
                <a:extLst>
                  <a:ext uri="{FF2B5EF4-FFF2-40B4-BE49-F238E27FC236}">
                    <a16:creationId xmlns:a16="http://schemas.microsoft.com/office/drawing/2014/main" id="{3722A642-2041-4DA6-A5A5-08C883BF0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5" name="Line 2">
                <a:extLst>
                  <a:ext uri="{FF2B5EF4-FFF2-40B4-BE49-F238E27FC236}">
                    <a16:creationId xmlns:a16="http://schemas.microsoft.com/office/drawing/2014/main" id="{DF00BB2C-5E4F-4152-B509-E03D938D5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6" name="Line 1">
                <a:extLst>
                  <a:ext uri="{FF2B5EF4-FFF2-40B4-BE49-F238E27FC236}">
                    <a16:creationId xmlns:a16="http://schemas.microsoft.com/office/drawing/2014/main" id="{98F3C57E-3CA3-4636-A0A2-443D44EF2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1A31D21E-DE61-4FD3-AAAD-F0E6BFE0B8B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CD6E737C-28B7-4ABC-AC07-1D584EBDB31F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26871CDE-FB5A-4D2D-9082-7F44C369B093}"/>
              </a:ext>
            </a:extLst>
          </p:cNvPr>
          <p:cNvSpPr/>
          <p:nvPr userDrawn="1"/>
        </p:nvSpPr>
        <p:spPr>
          <a:xfrm>
            <a:off x="9360399" y="2055379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CB0ABE20-FBE5-4541-8DD1-3AC9E27EA5F0}"/>
              </a:ext>
            </a:extLst>
          </p:cNvPr>
          <p:cNvSpPr/>
          <p:nvPr userDrawn="1"/>
        </p:nvSpPr>
        <p:spPr>
          <a:xfrm>
            <a:off x="9360398" y="2484608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B4D56B0C-5A05-4DD5-9C28-4EF41B2FB1B5}"/>
              </a:ext>
            </a:extLst>
          </p:cNvPr>
          <p:cNvSpPr/>
          <p:nvPr userDrawn="1"/>
        </p:nvSpPr>
        <p:spPr>
          <a:xfrm>
            <a:off x="9357335" y="2939709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D8280154-F1B4-4521-8B58-272B6F8EA95F}"/>
              </a:ext>
            </a:extLst>
          </p:cNvPr>
          <p:cNvSpPr/>
          <p:nvPr userDrawn="1"/>
        </p:nvSpPr>
        <p:spPr>
          <a:xfrm>
            <a:off x="9357334" y="3345726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932265F4-91A0-439E-9D0F-465CD7B46593}"/>
              </a:ext>
            </a:extLst>
          </p:cNvPr>
          <p:cNvSpPr/>
          <p:nvPr userDrawn="1"/>
        </p:nvSpPr>
        <p:spPr>
          <a:xfrm>
            <a:off x="9357333" y="3774955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6F95E594-B409-4539-B4EA-8169D865FA2D}"/>
              </a:ext>
            </a:extLst>
          </p:cNvPr>
          <p:cNvSpPr/>
          <p:nvPr userDrawn="1"/>
        </p:nvSpPr>
        <p:spPr>
          <a:xfrm>
            <a:off x="9365194" y="4210628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1892014A-9B06-4EA7-8062-5368241F9E69}"/>
              </a:ext>
            </a:extLst>
          </p:cNvPr>
          <p:cNvSpPr/>
          <p:nvPr userDrawn="1"/>
        </p:nvSpPr>
        <p:spPr>
          <a:xfrm>
            <a:off x="8895176" y="164936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1264C41A-EC34-473E-8EAF-486118D7C684}"/>
              </a:ext>
            </a:extLst>
          </p:cNvPr>
          <p:cNvSpPr/>
          <p:nvPr userDrawn="1"/>
        </p:nvSpPr>
        <p:spPr>
          <a:xfrm>
            <a:off x="8898933" y="2058950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88C1FD2A-C2D9-4603-AD66-35A25B9CC1F5}"/>
              </a:ext>
            </a:extLst>
          </p:cNvPr>
          <p:cNvSpPr/>
          <p:nvPr userDrawn="1"/>
        </p:nvSpPr>
        <p:spPr>
          <a:xfrm>
            <a:off x="8898933" y="2489940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4BA4921C-76F5-4C20-99EE-7CEB748F6AD4}"/>
              </a:ext>
            </a:extLst>
          </p:cNvPr>
          <p:cNvSpPr/>
          <p:nvPr userDrawn="1"/>
        </p:nvSpPr>
        <p:spPr>
          <a:xfrm>
            <a:off x="8894334" y="2941609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38" name="직사각형 237">
            <a:extLst>
              <a:ext uri="{FF2B5EF4-FFF2-40B4-BE49-F238E27FC236}">
                <a16:creationId xmlns:a16="http://schemas.microsoft.com/office/drawing/2014/main" id="{BC9E62B6-6CA7-41F8-94DD-3884C64A9C69}"/>
              </a:ext>
            </a:extLst>
          </p:cNvPr>
          <p:cNvSpPr/>
          <p:nvPr userDrawn="1"/>
        </p:nvSpPr>
        <p:spPr>
          <a:xfrm>
            <a:off x="8894334" y="3345726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6E468C19-E097-4B50-8869-5D42F8B6B600}"/>
              </a:ext>
            </a:extLst>
          </p:cNvPr>
          <p:cNvSpPr/>
          <p:nvPr userDrawn="1"/>
        </p:nvSpPr>
        <p:spPr>
          <a:xfrm>
            <a:off x="8898933" y="3776859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04CD7066-E0B7-44CC-9FDA-C8474F401A60}"/>
              </a:ext>
            </a:extLst>
          </p:cNvPr>
          <p:cNvSpPr/>
          <p:nvPr userDrawn="1"/>
        </p:nvSpPr>
        <p:spPr>
          <a:xfrm>
            <a:off x="8891409" y="420702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37D1A2F6-B3BA-450A-BB67-F42B55F4DEF4}"/>
              </a:ext>
            </a:extLst>
          </p:cNvPr>
          <p:cNvSpPr/>
          <p:nvPr userDrawn="1"/>
        </p:nvSpPr>
        <p:spPr>
          <a:xfrm>
            <a:off x="8894334" y="4646590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07EF3CD0-3B2C-4ED2-9FEE-5E4BE3F954D6}"/>
              </a:ext>
            </a:extLst>
          </p:cNvPr>
          <p:cNvSpPr/>
          <p:nvPr userDrawn="1"/>
        </p:nvSpPr>
        <p:spPr>
          <a:xfrm>
            <a:off x="8890230" y="509720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44EAB5DD-0163-4939-98C3-A68331191B4D}"/>
              </a:ext>
            </a:extLst>
          </p:cNvPr>
          <p:cNvSpPr/>
          <p:nvPr userDrawn="1"/>
        </p:nvSpPr>
        <p:spPr>
          <a:xfrm>
            <a:off x="8894334" y="5526711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2D549DCF-E0B9-47FE-BD7E-A5688E80EEC6}"/>
              </a:ext>
            </a:extLst>
          </p:cNvPr>
          <p:cNvSpPr/>
          <p:nvPr userDrawn="1"/>
        </p:nvSpPr>
        <p:spPr>
          <a:xfrm>
            <a:off x="8890230" y="5974247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3D6FE225-114D-4B7D-B463-66A1C33A9D2B}"/>
              </a:ext>
            </a:extLst>
          </p:cNvPr>
          <p:cNvSpPr/>
          <p:nvPr userDrawn="1"/>
        </p:nvSpPr>
        <p:spPr>
          <a:xfrm>
            <a:off x="8073818" y="981916"/>
            <a:ext cx="911616" cy="19606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판매중지상품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0CBB6861-C716-42EA-83A3-B9B6FE98D86C}"/>
              </a:ext>
            </a:extLst>
          </p:cNvPr>
          <p:cNvSpPr/>
          <p:nvPr userDrawn="1"/>
        </p:nvSpPr>
        <p:spPr>
          <a:xfrm>
            <a:off x="6947065" y="981916"/>
            <a:ext cx="1011909" cy="196067"/>
          </a:xfrm>
          <a:prstGeom prst="rect">
            <a:avLst/>
          </a:prstGeom>
          <a:solidFill>
            <a:srgbClr val="00B05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판매 상품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D9C9B187-0BBD-4082-BAF4-FED134137CA5}"/>
              </a:ext>
            </a:extLst>
          </p:cNvPr>
          <p:cNvSpPr/>
          <p:nvPr userDrawn="1"/>
        </p:nvSpPr>
        <p:spPr>
          <a:xfrm>
            <a:off x="9367926" y="4651542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3FB3831E-5F71-4D91-898D-C2966C5D3D90}"/>
              </a:ext>
            </a:extLst>
          </p:cNvPr>
          <p:cNvSpPr/>
          <p:nvPr userDrawn="1"/>
        </p:nvSpPr>
        <p:spPr>
          <a:xfrm>
            <a:off x="9365194" y="5091439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7389A2D8-73FC-44BF-A32A-C1A8977A1B4A}"/>
              </a:ext>
            </a:extLst>
          </p:cNvPr>
          <p:cNvSpPr/>
          <p:nvPr userDrawn="1"/>
        </p:nvSpPr>
        <p:spPr>
          <a:xfrm>
            <a:off x="9365193" y="5520668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D8CA73E3-79C2-4C81-A5C8-243B4D05146D}"/>
              </a:ext>
            </a:extLst>
          </p:cNvPr>
          <p:cNvSpPr/>
          <p:nvPr userDrawn="1"/>
        </p:nvSpPr>
        <p:spPr>
          <a:xfrm>
            <a:off x="9373537" y="5974247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585978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7BB947A1-D31C-45B3-B858-F293C0CBC300}"/>
              </a:ext>
            </a:extLst>
          </p:cNvPr>
          <p:cNvSpPr/>
          <p:nvPr userDrawn="1"/>
        </p:nvSpPr>
        <p:spPr>
          <a:xfrm>
            <a:off x="33614" y="40343"/>
            <a:ext cx="10078574" cy="764970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FE4C569-3933-44F6-82B1-C38E1DF5C9D9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5496A05-DFF7-407C-BB1D-9BD3D60BE0EA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320704C-9DE4-4404-9FFB-EEE00F333B7B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graphicFrame>
        <p:nvGraphicFramePr>
          <p:cNvPr id="7" name="표 5">
            <a:extLst>
              <a:ext uri="{FF2B5EF4-FFF2-40B4-BE49-F238E27FC236}">
                <a16:creationId xmlns:a16="http://schemas.microsoft.com/office/drawing/2014/main" id="{6C9FF028-24BE-4F1A-B7C7-464A7B6EAE26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348875802"/>
              </p:ext>
            </p:extLst>
          </p:nvPr>
        </p:nvGraphicFramePr>
        <p:xfrm>
          <a:off x="93134" y="550332"/>
          <a:ext cx="9922935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07645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1270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판매상품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커뮤니티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E59D7D94-839A-4FE6-919D-0235F48F6DD7}"/>
              </a:ext>
            </a:extLst>
          </p:cNvPr>
          <p:cNvSpPr txBox="1"/>
          <p:nvPr userDrawn="1"/>
        </p:nvSpPr>
        <p:spPr>
          <a:xfrm>
            <a:off x="101677" y="1070186"/>
            <a:ext cx="253020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</a:rPr>
              <a:t>■ </a:t>
            </a:r>
            <a:r>
              <a:rPr lang="ko-KR" altLang="en-US" sz="800" b="1" dirty="0"/>
              <a:t>총 </a:t>
            </a:r>
            <a:r>
              <a:rPr lang="en-US" altLang="ko-KR" sz="800" b="1" dirty="0"/>
              <a:t>3 </a:t>
            </a:r>
            <a:r>
              <a:rPr lang="ko-KR" altLang="en-US" sz="800" b="1" dirty="0"/>
              <a:t>건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25729AE-CCBB-4744-873B-2A46D67DB16D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07682674"/>
              </p:ext>
            </p:extLst>
          </p:nvPr>
        </p:nvGraphicFramePr>
        <p:xfrm>
          <a:off x="182074" y="1311819"/>
          <a:ext cx="9833995" cy="49834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04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766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341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7797">
                  <a:extLst>
                    <a:ext uri="{9D8B030D-6E8A-4147-A177-3AD203B41FA5}">
                      <a16:colId xmlns:a16="http://schemas.microsoft.com/office/drawing/2014/main" val="1538783997"/>
                    </a:ext>
                  </a:extLst>
                </a:gridCol>
                <a:gridCol w="955343">
                  <a:extLst>
                    <a:ext uri="{9D8B030D-6E8A-4147-A177-3AD203B41FA5}">
                      <a16:colId xmlns:a16="http://schemas.microsoft.com/office/drawing/2014/main" val="2527584646"/>
                    </a:ext>
                  </a:extLst>
                </a:gridCol>
                <a:gridCol w="1310185">
                  <a:extLst>
                    <a:ext uri="{9D8B030D-6E8A-4147-A177-3AD203B41FA5}">
                      <a16:colId xmlns:a16="http://schemas.microsoft.com/office/drawing/2014/main" val="3237610251"/>
                    </a:ext>
                  </a:extLst>
                </a:gridCol>
                <a:gridCol w="73697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0521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5980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20644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제약조건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판매이익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수정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삭제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8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9476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7146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8278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25298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34882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04658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10873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8548364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29A8DEB6-B257-46EA-9B31-3656F758B5BA}"/>
              </a:ext>
            </a:extLst>
          </p:cNvPr>
          <p:cNvSpPr/>
          <p:nvPr userDrawn="1"/>
        </p:nvSpPr>
        <p:spPr>
          <a:xfrm>
            <a:off x="9085727" y="981917"/>
            <a:ext cx="911616" cy="196067"/>
          </a:xfrm>
          <a:prstGeom prst="rect">
            <a:avLst/>
          </a:prstGeom>
          <a:solidFill>
            <a:schemeClr val="accent5">
              <a:lumMod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판매상품 추가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51A5FD06-5CF2-4BF9-9E75-9C50D03584EA}"/>
              </a:ext>
            </a:extLst>
          </p:cNvPr>
          <p:cNvGrpSpPr/>
          <p:nvPr userDrawn="1"/>
        </p:nvGrpSpPr>
        <p:grpSpPr>
          <a:xfrm>
            <a:off x="1356314" y="1532595"/>
            <a:ext cx="2414204" cy="437877"/>
            <a:chOff x="1237832" y="3375500"/>
            <a:chExt cx="1708479" cy="437877"/>
          </a:xfrm>
        </p:grpSpPr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22F3AFFC-9A90-4559-9650-D232B0AD2B97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14" name="Border">
                <a:extLst>
                  <a:ext uri="{FF2B5EF4-FFF2-40B4-BE49-F238E27FC236}">
                    <a16:creationId xmlns:a16="http://schemas.microsoft.com/office/drawing/2014/main" id="{7ABF7572-CEC9-4749-8EC9-6D09ED8AD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" name="Line 2">
                <a:extLst>
                  <a:ext uri="{FF2B5EF4-FFF2-40B4-BE49-F238E27FC236}">
                    <a16:creationId xmlns:a16="http://schemas.microsoft.com/office/drawing/2014/main" id="{B9F5C467-AB0A-4200-8A7E-19FDE161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Line 1">
                <a:extLst>
                  <a:ext uri="{FF2B5EF4-FFF2-40B4-BE49-F238E27FC236}">
                    <a16:creationId xmlns:a16="http://schemas.microsoft.com/office/drawing/2014/main" id="{0310F183-B55F-4603-B550-42291F71F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D7413C29-CE73-4098-BB92-6B653867317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D9730AE9-2C8D-4C4F-870D-01FE1B346959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BEB06D0B-4960-49CC-81DC-9D4AD98F328E}"/>
              </a:ext>
            </a:extLst>
          </p:cNvPr>
          <p:cNvGrpSpPr/>
          <p:nvPr userDrawn="1"/>
        </p:nvGrpSpPr>
        <p:grpSpPr>
          <a:xfrm>
            <a:off x="1356314" y="1942704"/>
            <a:ext cx="2414204" cy="437877"/>
            <a:chOff x="1237832" y="3375500"/>
            <a:chExt cx="1708479" cy="437877"/>
          </a:xfrm>
        </p:grpSpPr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996009BD-E229-41A6-83DF-624C7D7508E5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21" name="Border">
                <a:extLst>
                  <a:ext uri="{FF2B5EF4-FFF2-40B4-BE49-F238E27FC236}">
                    <a16:creationId xmlns:a16="http://schemas.microsoft.com/office/drawing/2014/main" id="{F6488A39-0E7F-41A4-A734-ADAA04A01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" name="Line 2">
                <a:extLst>
                  <a:ext uri="{FF2B5EF4-FFF2-40B4-BE49-F238E27FC236}">
                    <a16:creationId xmlns:a16="http://schemas.microsoft.com/office/drawing/2014/main" id="{A622262F-2D3C-4F6E-B911-72562C532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" name="Line 1">
                <a:extLst>
                  <a:ext uri="{FF2B5EF4-FFF2-40B4-BE49-F238E27FC236}">
                    <a16:creationId xmlns:a16="http://schemas.microsoft.com/office/drawing/2014/main" id="{375B0D39-4032-45A8-92D0-05A7ED6C5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FA891C4-52C3-4CCA-82DF-C78B72C06E7A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8F7F6A4D-A9EA-42C2-981C-E7B56107E6B0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30F8E474-C603-4255-9F47-8292DEA57293}"/>
              </a:ext>
            </a:extLst>
          </p:cNvPr>
          <p:cNvGrpSpPr/>
          <p:nvPr userDrawn="1"/>
        </p:nvGrpSpPr>
        <p:grpSpPr>
          <a:xfrm>
            <a:off x="1356314" y="2392641"/>
            <a:ext cx="2414204" cy="437877"/>
            <a:chOff x="1237832" y="3375500"/>
            <a:chExt cx="1708479" cy="437877"/>
          </a:xfrm>
        </p:grpSpPr>
        <p:grpSp>
          <p:nvGrpSpPr>
            <p:cNvPr id="26" name="그룹 25">
              <a:extLst>
                <a:ext uri="{FF2B5EF4-FFF2-40B4-BE49-F238E27FC236}">
                  <a16:creationId xmlns:a16="http://schemas.microsoft.com/office/drawing/2014/main" id="{8E258F4E-6E6B-40A7-8007-38D17A27A9A1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28" name="Border">
                <a:extLst>
                  <a:ext uri="{FF2B5EF4-FFF2-40B4-BE49-F238E27FC236}">
                    <a16:creationId xmlns:a16="http://schemas.microsoft.com/office/drawing/2014/main" id="{ABC6A602-B1CA-470D-8C41-5FABC1755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" name="Line 2">
                <a:extLst>
                  <a:ext uri="{FF2B5EF4-FFF2-40B4-BE49-F238E27FC236}">
                    <a16:creationId xmlns:a16="http://schemas.microsoft.com/office/drawing/2014/main" id="{1454169F-C86D-415A-9AD8-78B4197A7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" name="Line 1">
                <a:extLst>
                  <a:ext uri="{FF2B5EF4-FFF2-40B4-BE49-F238E27FC236}">
                    <a16:creationId xmlns:a16="http://schemas.microsoft.com/office/drawing/2014/main" id="{28A1D34B-C9D3-4480-9E48-B2D9BB7C9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1F5C696-160C-4526-B056-D5694DE3D47C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24C0FE80-4227-4690-A672-489EA66AEF77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pic>
        <p:nvPicPr>
          <p:cNvPr id="32" name="Picture 2">
            <a:extLst>
              <a:ext uri="{FF2B5EF4-FFF2-40B4-BE49-F238E27FC236}">
                <a16:creationId xmlns:a16="http://schemas.microsoft.com/office/drawing/2014/main" id="{75FE904D-01DE-4068-B772-AE4C66371F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49725" y="6567295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3" name="그룹 32">
            <a:extLst>
              <a:ext uri="{FF2B5EF4-FFF2-40B4-BE49-F238E27FC236}">
                <a16:creationId xmlns:a16="http://schemas.microsoft.com/office/drawing/2014/main" id="{5454A742-FF15-482E-B940-BCDBF019A7DD}"/>
              </a:ext>
            </a:extLst>
          </p:cNvPr>
          <p:cNvGrpSpPr/>
          <p:nvPr userDrawn="1"/>
        </p:nvGrpSpPr>
        <p:grpSpPr>
          <a:xfrm>
            <a:off x="1356314" y="2860621"/>
            <a:ext cx="2414204" cy="437877"/>
            <a:chOff x="1237832" y="3375500"/>
            <a:chExt cx="1708479" cy="437877"/>
          </a:xfrm>
        </p:grpSpPr>
        <p:grpSp>
          <p:nvGrpSpPr>
            <p:cNvPr id="34" name="그룹 33">
              <a:extLst>
                <a:ext uri="{FF2B5EF4-FFF2-40B4-BE49-F238E27FC236}">
                  <a16:creationId xmlns:a16="http://schemas.microsoft.com/office/drawing/2014/main" id="{16FCBF0E-9FFD-4822-A8EB-49F2675EE727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36" name="Border">
                <a:extLst>
                  <a:ext uri="{FF2B5EF4-FFF2-40B4-BE49-F238E27FC236}">
                    <a16:creationId xmlns:a16="http://schemas.microsoft.com/office/drawing/2014/main" id="{76713185-D1A9-4E1A-9EA5-4E938FBED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7" name="Line 2">
                <a:extLst>
                  <a:ext uri="{FF2B5EF4-FFF2-40B4-BE49-F238E27FC236}">
                    <a16:creationId xmlns:a16="http://schemas.microsoft.com/office/drawing/2014/main" id="{0825FABD-98C4-48A1-8D24-AF3F60DC6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" name="Line 1">
                <a:extLst>
                  <a:ext uri="{FF2B5EF4-FFF2-40B4-BE49-F238E27FC236}">
                    <a16:creationId xmlns:a16="http://schemas.microsoft.com/office/drawing/2014/main" id="{02E8DE35-220D-4530-8199-9DFC570E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263C7A0F-C1AF-424D-9228-6C619A7951C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E9AEC2E7-1002-4811-885B-C9ED93D56884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ACBCCA06-57A1-47D0-9071-E707DB83DD7D}"/>
              </a:ext>
            </a:extLst>
          </p:cNvPr>
          <p:cNvGrpSpPr/>
          <p:nvPr userDrawn="1"/>
        </p:nvGrpSpPr>
        <p:grpSpPr>
          <a:xfrm>
            <a:off x="1356314" y="3270730"/>
            <a:ext cx="2414204" cy="437877"/>
            <a:chOff x="1237832" y="3375500"/>
            <a:chExt cx="1708479" cy="437877"/>
          </a:xfrm>
        </p:grpSpPr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9B7C66BD-0AD9-4353-B9BB-D819042C83C2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43" name="Border">
                <a:extLst>
                  <a:ext uri="{FF2B5EF4-FFF2-40B4-BE49-F238E27FC236}">
                    <a16:creationId xmlns:a16="http://schemas.microsoft.com/office/drawing/2014/main" id="{C832A2D4-696C-473C-BD38-06A7A2A7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" name="Line 2">
                <a:extLst>
                  <a:ext uri="{FF2B5EF4-FFF2-40B4-BE49-F238E27FC236}">
                    <a16:creationId xmlns:a16="http://schemas.microsoft.com/office/drawing/2014/main" id="{8FCFA77E-A5E6-414A-9E7A-701493858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" name="Line 1">
                <a:extLst>
                  <a:ext uri="{FF2B5EF4-FFF2-40B4-BE49-F238E27FC236}">
                    <a16:creationId xmlns:a16="http://schemas.microsoft.com/office/drawing/2014/main" id="{F44DA514-0A69-44C4-BD3A-BE82A6AD0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91969618-96DD-4E98-8504-3ED93E637E60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3F1E0A4F-CB66-4F6C-9251-15808AEE24D5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0ED3A812-9C7C-413C-9369-62A69DDCE3A6}"/>
              </a:ext>
            </a:extLst>
          </p:cNvPr>
          <p:cNvGrpSpPr/>
          <p:nvPr userDrawn="1"/>
        </p:nvGrpSpPr>
        <p:grpSpPr>
          <a:xfrm>
            <a:off x="1356314" y="3720667"/>
            <a:ext cx="2414204" cy="437877"/>
            <a:chOff x="1237832" y="3375500"/>
            <a:chExt cx="1708479" cy="437877"/>
          </a:xfrm>
        </p:grpSpPr>
        <p:grpSp>
          <p:nvGrpSpPr>
            <p:cNvPr id="48" name="그룹 47">
              <a:extLst>
                <a:ext uri="{FF2B5EF4-FFF2-40B4-BE49-F238E27FC236}">
                  <a16:creationId xmlns:a16="http://schemas.microsoft.com/office/drawing/2014/main" id="{F4115A46-9ADA-4B3D-BDD5-035801D6D265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50" name="Border">
                <a:extLst>
                  <a:ext uri="{FF2B5EF4-FFF2-40B4-BE49-F238E27FC236}">
                    <a16:creationId xmlns:a16="http://schemas.microsoft.com/office/drawing/2014/main" id="{B9C0E528-3414-4902-8301-F50A0AD75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" name="Line 2">
                <a:extLst>
                  <a:ext uri="{FF2B5EF4-FFF2-40B4-BE49-F238E27FC236}">
                    <a16:creationId xmlns:a16="http://schemas.microsoft.com/office/drawing/2014/main" id="{63642666-E9BB-4053-941F-0E1B30644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2" name="Line 1">
                <a:extLst>
                  <a:ext uri="{FF2B5EF4-FFF2-40B4-BE49-F238E27FC236}">
                    <a16:creationId xmlns:a16="http://schemas.microsoft.com/office/drawing/2014/main" id="{211D9644-595B-4F32-9744-0897B2077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35BD079-0137-423E-9E14-DF660A475A8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098BAA1E-4C10-4280-9B3F-605124406CF8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BDD15936-EA7B-4D20-AD68-3C2E02A7FC4B}"/>
              </a:ext>
            </a:extLst>
          </p:cNvPr>
          <p:cNvGrpSpPr/>
          <p:nvPr userDrawn="1"/>
        </p:nvGrpSpPr>
        <p:grpSpPr>
          <a:xfrm>
            <a:off x="1356314" y="4120176"/>
            <a:ext cx="2414204" cy="437877"/>
            <a:chOff x="1237832" y="3375500"/>
            <a:chExt cx="1708479" cy="437877"/>
          </a:xfrm>
        </p:grpSpPr>
        <p:grpSp>
          <p:nvGrpSpPr>
            <p:cNvPr id="55" name="그룹 54">
              <a:extLst>
                <a:ext uri="{FF2B5EF4-FFF2-40B4-BE49-F238E27FC236}">
                  <a16:creationId xmlns:a16="http://schemas.microsoft.com/office/drawing/2014/main" id="{6E0F7E5F-FF7D-4A81-B130-B0BC375ED510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57" name="Border">
                <a:extLst>
                  <a:ext uri="{FF2B5EF4-FFF2-40B4-BE49-F238E27FC236}">
                    <a16:creationId xmlns:a16="http://schemas.microsoft.com/office/drawing/2014/main" id="{F980A67D-2194-4F8B-9CC2-A45447CA6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" name="Line 2">
                <a:extLst>
                  <a:ext uri="{FF2B5EF4-FFF2-40B4-BE49-F238E27FC236}">
                    <a16:creationId xmlns:a16="http://schemas.microsoft.com/office/drawing/2014/main" id="{9B4EAA3D-41C0-4272-855C-1C7FA8538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Line 1">
                <a:extLst>
                  <a:ext uri="{FF2B5EF4-FFF2-40B4-BE49-F238E27FC236}">
                    <a16:creationId xmlns:a16="http://schemas.microsoft.com/office/drawing/2014/main" id="{E3E1FA4C-F3A1-45DA-9A70-1AEACA0F4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E1A200E7-B000-4012-934C-3CCF2667E76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EE153B8E-BC38-4140-84BB-7BE43E701DBD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B6943712-0270-4B6A-9B3F-104993136421}"/>
              </a:ext>
            </a:extLst>
          </p:cNvPr>
          <p:cNvGrpSpPr/>
          <p:nvPr userDrawn="1"/>
        </p:nvGrpSpPr>
        <p:grpSpPr>
          <a:xfrm>
            <a:off x="1356314" y="4530285"/>
            <a:ext cx="2414204" cy="437877"/>
            <a:chOff x="1237832" y="3375500"/>
            <a:chExt cx="1708479" cy="437877"/>
          </a:xfrm>
        </p:grpSpPr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EDC40B7E-CEB6-403E-B9AD-D0501445A822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64" name="Border">
                <a:extLst>
                  <a:ext uri="{FF2B5EF4-FFF2-40B4-BE49-F238E27FC236}">
                    <a16:creationId xmlns:a16="http://schemas.microsoft.com/office/drawing/2014/main" id="{515C61A8-E1EB-47EF-9768-80B86903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Line 2">
                <a:extLst>
                  <a:ext uri="{FF2B5EF4-FFF2-40B4-BE49-F238E27FC236}">
                    <a16:creationId xmlns:a16="http://schemas.microsoft.com/office/drawing/2014/main" id="{170A1529-B9C7-4776-B1AC-D006740AB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" name="Line 1">
                <a:extLst>
                  <a:ext uri="{FF2B5EF4-FFF2-40B4-BE49-F238E27FC236}">
                    <a16:creationId xmlns:a16="http://schemas.microsoft.com/office/drawing/2014/main" id="{B0F84F72-8CBB-4486-B10E-5E2031A32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60B6849E-720D-4B28-9961-330E61759F64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792CC2ED-E45E-4F7E-87B9-A26B1913F720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085C1E7B-9B0B-43EB-A7B3-AEB4F2AB152A}"/>
              </a:ext>
            </a:extLst>
          </p:cNvPr>
          <p:cNvGrpSpPr/>
          <p:nvPr userDrawn="1"/>
        </p:nvGrpSpPr>
        <p:grpSpPr>
          <a:xfrm>
            <a:off x="1356314" y="4980222"/>
            <a:ext cx="2414204" cy="437877"/>
            <a:chOff x="1237832" y="3375500"/>
            <a:chExt cx="1708479" cy="437877"/>
          </a:xfrm>
        </p:grpSpPr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1C057DF9-238E-4437-A192-4A0E2E9FC4D8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71" name="Border">
                <a:extLst>
                  <a:ext uri="{FF2B5EF4-FFF2-40B4-BE49-F238E27FC236}">
                    <a16:creationId xmlns:a16="http://schemas.microsoft.com/office/drawing/2014/main" id="{829344C5-1B1F-428F-9945-430D63B50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2" name="Line 2">
                <a:extLst>
                  <a:ext uri="{FF2B5EF4-FFF2-40B4-BE49-F238E27FC236}">
                    <a16:creationId xmlns:a16="http://schemas.microsoft.com/office/drawing/2014/main" id="{45553670-8F53-4E30-92FE-A209CA33C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3" name="Line 1">
                <a:extLst>
                  <a:ext uri="{FF2B5EF4-FFF2-40B4-BE49-F238E27FC236}">
                    <a16:creationId xmlns:a16="http://schemas.microsoft.com/office/drawing/2014/main" id="{A5CA644F-5879-47D5-B601-EDDEFA310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B6A4FC3C-DBB0-4AAB-8CAD-9473BBFA9251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FD2F39A3-A08F-45A6-B70E-78B6F1AE86DB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2B06D1F9-0272-4C62-A110-60359F1DFF38}"/>
              </a:ext>
            </a:extLst>
          </p:cNvPr>
          <p:cNvGrpSpPr/>
          <p:nvPr userDrawn="1"/>
        </p:nvGrpSpPr>
        <p:grpSpPr>
          <a:xfrm>
            <a:off x="1356314" y="5405811"/>
            <a:ext cx="2414204" cy="437877"/>
            <a:chOff x="1237832" y="3375500"/>
            <a:chExt cx="1708479" cy="437877"/>
          </a:xfrm>
        </p:grpSpPr>
        <p:grpSp>
          <p:nvGrpSpPr>
            <p:cNvPr id="76" name="그룹 75">
              <a:extLst>
                <a:ext uri="{FF2B5EF4-FFF2-40B4-BE49-F238E27FC236}">
                  <a16:creationId xmlns:a16="http://schemas.microsoft.com/office/drawing/2014/main" id="{5A46CA4A-0A87-4F5B-904C-3E3A81EFE3C2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78" name="Border">
                <a:extLst>
                  <a:ext uri="{FF2B5EF4-FFF2-40B4-BE49-F238E27FC236}">
                    <a16:creationId xmlns:a16="http://schemas.microsoft.com/office/drawing/2014/main" id="{2FD60399-FEA5-451E-B983-BA369F4B0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9" name="Line 2">
                <a:extLst>
                  <a:ext uri="{FF2B5EF4-FFF2-40B4-BE49-F238E27FC236}">
                    <a16:creationId xmlns:a16="http://schemas.microsoft.com/office/drawing/2014/main" id="{D5ACDAEA-3F23-492C-A440-D7180F132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0" name="Line 1">
                <a:extLst>
                  <a:ext uri="{FF2B5EF4-FFF2-40B4-BE49-F238E27FC236}">
                    <a16:creationId xmlns:a16="http://schemas.microsoft.com/office/drawing/2014/main" id="{60000E3E-59E0-449A-B2FC-259B09B2B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E90C3639-74FC-459D-B62C-FE999146EAC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53CC3FF5-26C6-43FA-9174-E5E504FCFE56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192EA1FB-2D73-476D-A1DE-FEA034B8C0E7}"/>
              </a:ext>
            </a:extLst>
          </p:cNvPr>
          <p:cNvGrpSpPr/>
          <p:nvPr userDrawn="1"/>
        </p:nvGrpSpPr>
        <p:grpSpPr>
          <a:xfrm>
            <a:off x="1356314" y="5855748"/>
            <a:ext cx="2414204" cy="437877"/>
            <a:chOff x="1237832" y="3375500"/>
            <a:chExt cx="1708479" cy="437877"/>
          </a:xfrm>
        </p:grpSpPr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77C0F315-B0D2-4EB0-B19F-5EDAFA63B20F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85" name="Border">
                <a:extLst>
                  <a:ext uri="{FF2B5EF4-FFF2-40B4-BE49-F238E27FC236}">
                    <a16:creationId xmlns:a16="http://schemas.microsoft.com/office/drawing/2014/main" id="{0E90D1E6-9526-4F14-BF7B-84C4B21F4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6" name="Line 2">
                <a:extLst>
                  <a:ext uri="{FF2B5EF4-FFF2-40B4-BE49-F238E27FC236}">
                    <a16:creationId xmlns:a16="http://schemas.microsoft.com/office/drawing/2014/main" id="{B735EBCC-9158-406F-B93B-94C151194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7" name="Line 1">
                <a:extLst>
                  <a:ext uri="{FF2B5EF4-FFF2-40B4-BE49-F238E27FC236}">
                    <a16:creationId xmlns:a16="http://schemas.microsoft.com/office/drawing/2014/main" id="{C2719C69-C29E-4084-A61E-E2746787E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07A2AFCF-56AA-4830-8E16-6A30BE987EA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49826999-00E9-4DFE-AE32-B218CBC80E10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BAF9B866-9B7F-4AAF-8E5B-10447E26ACDD}"/>
              </a:ext>
            </a:extLst>
          </p:cNvPr>
          <p:cNvSpPr/>
          <p:nvPr userDrawn="1"/>
        </p:nvSpPr>
        <p:spPr>
          <a:xfrm>
            <a:off x="9360398" y="4646590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7E5C6976-6F18-414B-BF87-D5FA6F877129}"/>
              </a:ext>
            </a:extLst>
          </p:cNvPr>
          <p:cNvSpPr/>
          <p:nvPr userDrawn="1"/>
        </p:nvSpPr>
        <p:spPr>
          <a:xfrm>
            <a:off x="9357333" y="5092897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D9DE5181-29F6-425A-A945-EC4856F53038}"/>
              </a:ext>
            </a:extLst>
          </p:cNvPr>
          <p:cNvSpPr/>
          <p:nvPr userDrawn="1"/>
        </p:nvSpPr>
        <p:spPr>
          <a:xfrm>
            <a:off x="9370726" y="5527940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C6B61646-B71A-405E-B16A-B2AEEDF4E3A9}"/>
              </a:ext>
            </a:extLst>
          </p:cNvPr>
          <p:cNvSpPr/>
          <p:nvPr userDrawn="1"/>
        </p:nvSpPr>
        <p:spPr>
          <a:xfrm>
            <a:off x="9367661" y="5974247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65D92271-14A7-461D-85EF-A69604593F8F}"/>
              </a:ext>
            </a:extLst>
          </p:cNvPr>
          <p:cNvSpPr/>
          <p:nvPr userDrawn="1"/>
        </p:nvSpPr>
        <p:spPr>
          <a:xfrm>
            <a:off x="8895176" y="164936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B13F6345-CEA7-44C5-8945-6B7A3AD68965}"/>
              </a:ext>
            </a:extLst>
          </p:cNvPr>
          <p:cNvSpPr/>
          <p:nvPr userDrawn="1"/>
        </p:nvSpPr>
        <p:spPr>
          <a:xfrm>
            <a:off x="8898933" y="2058950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CA470676-6BEA-46CA-9F0C-7EDC20670DB3}"/>
              </a:ext>
            </a:extLst>
          </p:cNvPr>
          <p:cNvSpPr/>
          <p:nvPr userDrawn="1"/>
        </p:nvSpPr>
        <p:spPr>
          <a:xfrm>
            <a:off x="8898933" y="2489940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67A23E99-210E-4301-92C8-EC4688C6920C}"/>
              </a:ext>
            </a:extLst>
          </p:cNvPr>
          <p:cNvSpPr/>
          <p:nvPr userDrawn="1"/>
        </p:nvSpPr>
        <p:spPr>
          <a:xfrm>
            <a:off x="8894334" y="2941609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08CCAF1-4279-43E5-9A02-77E533CED3B3}"/>
              </a:ext>
            </a:extLst>
          </p:cNvPr>
          <p:cNvSpPr/>
          <p:nvPr userDrawn="1"/>
        </p:nvSpPr>
        <p:spPr>
          <a:xfrm>
            <a:off x="8894334" y="3345726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E6146F7C-D150-48C4-AEE5-4E6B0CCA7376}"/>
              </a:ext>
            </a:extLst>
          </p:cNvPr>
          <p:cNvSpPr/>
          <p:nvPr userDrawn="1"/>
        </p:nvSpPr>
        <p:spPr>
          <a:xfrm>
            <a:off x="8898933" y="3776859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A8F707E-9A3C-4137-84BB-F1D0AD1FDB4A}"/>
              </a:ext>
            </a:extLst>
          </p:cNvPr>
          <p:cNvSpPr/>
          <p:nvPr userDrawn="1"/>
        </p:nvSpPr>
        <p:spPr>
          <a:xfrm>
            <a:off x="8891409" y="420702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8D05EBE4-CF12-4780-AF96-12E67E71E6F9}"/>
              </a:ext>
            </a:extLst>
          </p:cNvPr>
          <p:cNvSpPr/>
          <p:nvPr userDrawn="1"/>
        </p:nvSpPr>
        <p:spPr>
          <a:xfrm>
            <a:off x="8894334" y="4646590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17473B4-F542-4521-9CF1-075F509BC809}"/>
              </a:ext>
            </a:extLst>
          </p:cNvPr>
          <p:cNvSpPr/>
          <p:nvPr userDrawn="1"/>
        </p:nvSpPr>
        <p:spPr>
          <a:xfrm>
            <a:off x="8890230" y="509720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240DEE4-76FF-403C-ACE0-A2BEA9EBB59A}"/>
              </a:ext>
            </a:extLst>
          </p:cNvPr>
          <p:cNvSpPr/>
          <p:nvPr userDrawn="1"/>
        </p:nvSpPr>
        <p:spPr>
          <a:xfrm>
            <a:off x="8894334" y="5526711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93D31465-D528-4176-B6D7-2813B90B2443}"/>
              </a:ext>
            </a:extLst>
          </p:cNvPr>
          <p:cNvSpPr/>
          <p:nvPr userDrawn="1"/>
        </p:nvSpPr>
        <p:spPr>
          <a:xfrm>
            <a:off x="8890230" y="5974247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F04BE04F-6B2A-4D6F-9F79-74EAC496CCED}"/>
              </a:ext>
            </a:extLst>
          </p:cNvPr>
          <p:cNvSpPr/>
          <p:nvPr userDrawn="1"/>
        </p:nvSpPr>
        <p:spPr>
          <a:xfrm>
            <a:off x="8073818" y="981916"/>
            <a:ext cx="911616" cy="196067"/>
          </a:xfrm>
          <a:prstGeom prst="rect">
            <a:avLst/>
          </a:prstGeom>
          <a:solidFill>
            <a:srgbClr val="C0000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판매중지상품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B504F192-6B94-4C26-A871-D4D8A5B82044}"/>
              </a:ext>
            </a:extLst>
          </p:cNvPr>
          <p:cNvSpPr/>
          <p:nvPr userDrawn="1"/>
        </p:nvSpPr>
        <p:spPr>
          <a:xfrm>
            <a:off x="6947065" y="981916"/>
            <a:ext cx="1011909" cy="19606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판매 상품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793D003C-B8EC-45CF-BAD8-480D2B8CB7D0}"/>
              </a:ext>
            </a:extLst>
          </p:cNvPr>
          <p:cNvSpPr/>
          <p:nvPr userDrawn="1"/>
        </p:nvSpPr>
        <p:spPr>
          <a:xfrm>
            <a:off x="9370726" y="1649362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0A5DD7F3-F776-4E5C-B95A-D39900CB2092}"/>
              </a:ext>
            </a:extLst>
          </p:cNvPr>
          <p:cNvSpPr/>
          <p:nvPr userDrawn="1"/>
        </p:nvSpPr>
        <p:spPr>
          <a:xfrm>
            <a:off x="9367661" y="2058950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A827D169-AEFA-4B08-935F-F13B3E52E70F}"/>
              </a:ext>
            </a:extLst>
          </p:cNvPr>
          <p:cNvSpPr/>
          <p:nvPr userDrawn="1"/>
        </p:nvSpPr>
        <p:spPr>
          <a:xfrm>
            <a:off x="9381054" y="2493993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7805542F-04DA-4555-8E3E-F64AA9AF43BE}"/>
              </a:ext>
            </a:extLst>
          </p:cNvPr>
          <p:cNvSpPr/>
          <p:nvPr userDrawn="1"/>
        </p:nvSpPr>
        <p:spPr>
          <a:xfrm>
            <a:off x="9377989" y="2940300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0FB0314E-AAD7-405B-BD09-CD73061BC1E1}"/>
              </a:ext>
            </a:extLst>
          </p:cNvPr>
          <p:cNvSpPr/>
          <p:nvPr userDrawn="1"/>
        </p:nvSpPr>
        <p:spPr>
          <a:xfrm>
            <a:off x="9373071" y="3338319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19D2A5A-6D42-4089-B2F0-E9CB4D5EB006}"/>
              </a:ext>
            </a:extLst>
          </p:cNvPr>
          <p:cNvSpPr/>
          <p:nvPr userDrawn="1"/>
        </p:nvSpPr>
        <p:spPr>
          <a:xfrm>
            <a:off x="9375428" y="3773362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A0A89286-7CE7-450E-AB22-32F124EE6D3E}"/>
              </a:ext>
            </a:extLst>
          </p:cNvPr>
          <p:cNvSpPr/>
          <p:nvPr userDrawn="1"/>
        </p:nvSpPr>
        <p:spPr>
          <a:xfrm>
            <a:off x="9375983" y="4200283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582677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hop 채널 등록폼 오픈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ABECF5B2-BB1D-4F9C-BD28-75B0133AB92B}"/>
              </a:ext>
            </a:extLst>
          </p:cNvPr>
          <p:cNvSpPr/>
          <p:nvPr userDrawn="1"/>
        </p:nvSpPr>
        <p:spPr>
          <a:xfrm>
            <a:off x="33614" y="40343"/>
            <a:ext cx="10078574" cy="91277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4B31EC4-B77E-4BDD-BCB1-EE54DDB97E66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E720B41-4B53-4A2A-B4B6-88B14D1AD957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6C12EB54-390D-4D48-AC84-E09B504EEA7B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graphicFrame>
        <p:nvGraphicFramePr>
          <p:cNvPr id="81" name="표 5">
            <a:extLst>
              <a:ext uri="{FF2B5EF4-FFF2-40B4-BE49-F238E27FC236}">
                <a16:creationId xmlns:a16="http://schemas.microsoft.com/office/drawing/2014/main" id="{2122EEFF-A4DB-48C7-8996-7DF6C1765AC9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357284156"/>
              </p:ext>
            </p:extLst>
          </p:nvPr>
        </p:nvGraphicFramePr>
        <p:xfrm>
          <a:off x="93134" y="550332"/>
          <a:ext cx="9922935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07645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1270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판매상품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커뮤니티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56" name="TextBox 55">
            <a:extLst>
              <a:ext uri="{FF2B5EF4-FFF2-40B4-BE49-F238E27FC236}">
                <a16:creationId xmlns:a16="http://schemas.microsoft.com/office/drawing/2014/main" id="{EC507F3E-6C15-4388-AA73-642898755886}"/>
              </a:ext>
            </a:extLst>
          </p:cNvPr>
          <p:cNvSpPr txBox="1"/>
          <p:nvPr userDrawn="1"/>
        </p:nvSpPr>
        <p:spPr>
          <a:xfrm>
            <a:off x="101678" y="1010238"/>
            <a:ext cx="253020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</a:rPr>
              <a:t>■ </a:t>
            </a:r>
            <a:r>
              <a:rPr lang="ko-KR" altLang="en-US" sz="800" b="1" dirty="0"/>
              <a:t>총 </a:t>
            </a:r>
            <a:r>
              <a:rPr lang="en-US" altLang="ko-KR" sz="800" b="1" dirty="0"/>
              <a:t>3 </a:t>
            </a:r>
            <a:r>
              <a:rPr lang="ko-KR" altLang="en-US" sz="800" b="1" dirty="0"/>
              <a:t>건</a:t>
            </a: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0F414ED9-99D5-4184-9AA3-3490B09B439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71386774"/>
              </p:ext>
            </p:extLst>
          </p:nvPr>
        </p:nvGraphicFramePr>
        <p:xfrm>
          <a:off x="182075" y="1251871"/>
          <a:ext cx="9833995" cy="49834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04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766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341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7797">
                  <a:extLst>
                    <a:ext uri="{9D8B030D-6E8A-4147-A177-3AD203B41FA5}">
                      <a16:colId xmlns:a16="http://schemas.microsoft.com/office/drawing/2014/main" val="1538783997"/>
                    </a:ext>
                  </a:extLst>
                </a:gridCol>
                <a:gridCol w="955343">
                  <a:extLst>
                    <a:ext uri="{9D8B030D-6E8A-4147-A177-3AD203B41FA5}">
                      <a16:colId xmlns:a16="http://schemas.microsoft.com/office/drawing/2014/main" val="2527584646"/>
                    </a:ext>
                  </a:extLst>
                </a:gridCol>
                <a:gridCol w="1310185">
                  <a:extLst>
                    <a:ext uri="{9D8B030D-6E8A-4147-A177-3AD203B41FA5}">
                      <a16:colId xmlns:a16="http://schemas.microsoft.com/office/drawing/2014/main" val="3237610251"/>
                    </a:ext>
                  </a:extLst>
                </a:gridCol>
                <a:gridCol w="73697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0521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5980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20644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제약조건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판매이익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수정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삭제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판매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8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9476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7146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8278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25298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34882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04658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10873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8548364"/>
                  </a:ext>
                </a:extLst>
              </a:tr>
            </a:tbl>
          </a:graphicData>
        </a:graphic>
      </p:graphicFrame>
      <p:sp>
        <p:nvSpPr>
          <p:cNvPr id="58" name="직사각형 57">
            <a:extLst>
              <a:ext uri="{FF2B5EF4-FFF2-40B4-BE49-F238E27FC236}">
                <a16:creationId xmlns:a16="http://schemas.microsoft.com/office/drawing/2014/main" id="{3A68D84A-1AD9-4168-A98E-D7DA891748E1}"/>
              </a:ext>
            </a:extLst>
          </p:cNvPr>
          <p:cNvSpPr/>
          <p:nvPr userDrawn="1"/>
        </p:nvSpPr>
        <p:spPr>
          <a:xfrm>
            <a:off x="9104453" y="6453555"/>
            <a:ext cx="911616" cy="196067"/>
          </a:xfrm>
          <a:prstGeom prst="rect">
            <a:avLst/>
          </a:prstGeom>
          <a:solidFill>
            <a:schemeClr val="accent5">
              <a:lumMod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상품추가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E2F94290-C8E3-43D4-ADDC-4E41CEDD98FC}"/>
              </a:ext>
            </a:extLst>
          </p:cNvPr>
          <p:cNvGrpSpPr/>
          <p:nvPr userDrawn="1"/>
        </p:nvGrpSpPr>
        <p:grpSpPr>
          <a:xfrm>
            <a:off x="1356315" y="1472647"/>
            <a:ext cx="2414204" cy="437877"/>
            <a:chOff x="1356315" y="1472647"/>
            <a:chExt cx="2414204" cy="437877"/>
          </a:xfrm>
        </p:grpSpPr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23322CAF-2DDD-417A-BAEE-8E448D265661}"/>
                </a:ext>
              </a:extLst>
            </p:cNvPr>
            <p:cNvGrpSpPr/>
            <p:nvPr/>
          </p:nvGrpSpPr>
          <p:grpSpPr>
            <a:xfrm>
              <a:off x="1356315" y="1560013"/>
              <a:ext cx="517956" cy="248122"/>
              <a:chOff x="2681976" y="1955121"/>
              <a:chExt cx="1929510" cy="596970"/>
            </a:xfrm>
          </p:grpSpPr>
          <p:sp>
            <p:nvSpPr>
              <p:cNvPr id="62" name="Border">
                <a:extLst>
                  <a:ext uri="{FF2B5EF4-FFF2-40B4-BE49-F238E27FC236}">
                    <a16:creationId xmlns:a16="http://schemas.microsoft.com/office/drawing/2014/main" id="{75FF612D-40C7-4262-9E61-5BEFB3299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" name="Line 2">
                <a:extLst>
                  <a:ext uri="{FF2B5EF4-FFF2-40B4-BE49-F238E27FC236}">
                    <a16:creationId xmlns:a16="http://schemas.microsoft.com/office/drawing/2014/main" id="{31350406-8664-43AD-9652-7D2C08C4C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" name="Line 1">
                <a:extLst>
                  <a:ext uri="{FF2B5EF4-FFF2-40B4-BE49-F238E27FC236}">
                    <a16:creationId xmlns:a16="http://schemas.microsoft.com/office/drawing/2014/main" id="{A9B3F2AB-6CAE-4226-9283-F216766DD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ED4A2A69-92B9-4150-B695-1CBE8FE6B45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3C090ECB-0240-4E56-AE61-6B6AC9E061CA}"/>
                </a:ext>
              </a:extLst>
            </p:cNvPr>
            <p:cNvSpPr/>
            <p:nvPr/>
          </p:nvSpPr>
          <p:spPr>
            <a:xfrm>
              <a:off x="1874271" y="1472647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64FB75F7-1582-4477-93A4-605BF4D4A9D7}"/>
              </a:ext>
            </a:extLst>
          </p:cNvPr>
          <p:cNvGrpSpPr/>
          <p:nvPr userDrawn="1"/>
        </p:nvGrpSpPr>
        <p:grpSpPr>
          <a:xfrm>
            <a:off x="1356315" y="1882756"/>
            <a:ext cx="2414204" cy="437877"/>
            <a:chOff x="1356315" y="1882756"/>
            <a:chExt cx="2414204" cy="437877"/>
          </a:xfrm>
        </p:grpSpPr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499C57C0-6989-40F8-B52B-1488D8A433E0}"/>
                </a:ext>
              </a:extLst>
            </p:cNvPr>
            <p:cNvGrpSpPr/>
            <p:nvPr/>
          </p:nvGrpSpPr>
          <p:grpSpPr>
            <a:xfrm>
              <a:off x="1356315" y="1970122"/>
              <a:ext cx="517956" cy="248122"/>
              <a:chOff x="2681976" y="1955121"/>
              <a:chExt cx="1929510" cy="596970"/>
            </a:xfrm>
          </p:grpSpPr>
          <p:sp>
            <p:nvSpPr>
              <p:cNvPr id="73" name="Border">
                <a:extLst>
                  <a:ext uri="{FF2B5EF4-FFF2-40B4-BE49-F238E27FC236}">
                    <a16:creationId xmlns:a16="http://schemas.microsoft.com/office/drawing/2014/main" id="{B49A9204-36A2-43A2-9C1D-709BD5527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2" name="Line 2">
                <a:extLst>
                  <a:ext uri="{FF2B5EF4-FFF2-40B4-BE49-F238E27FC236}">
                    <a16:creationId xmlns:a16="http://schemas.microsoft.com/office/drawing/2014/main" id="{E25AB97B-EBA4-4EBE-A523-5B759388A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" name="Line 1">
                <a:extLst>
                  <a:ext uri="{FF2B5EF4-FFF2-40B4-BE49-F238E27FC236}">
                    <a16:creationId xmlns:a16="http://schemas.microsoft.com/office/drawing/2014/main" id="{C32E0A83-6625-4F0B-8A57-83FCFAFCD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F764981E-A834-4268-9BAB-A964D0C66941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5A94982F-92B4-4832-994A-376E6E248D03}"/>
                </a:ext>
              </a:extLst>
            </p:cNvPr>
            <p:cNvSpPr/>
            <p:nvPr/>
          </p:nvSpPr>
          <p:spPr>
            <a:xfrm>
              <a:off x="1874271" y="1882756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818261D5-76EC-41D5-B7D0-F8A583A983AE}"/>
              </a:ext>
            </a:extLst>
          </p:cNvPr>
          <p:cNvGrpSpPr/>
          <p:nvPr userDrawn="1"/>
        </p:nvGrpSpPr>
        <p:grpSpPr>
          <a:xfrm>
            <a:off x="1356315" y="2332693"/>
            <a:ext cx="2414204" cy="437877"/>
            <a:chOff x="1356315" y="2332693"/>
            <a:chExt cx="2414204" cy="437877"/>
          </a:xfrm>
        </p:grpSpPr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0C8044DB-9CF0-4F8F-8612-72DEC2849CF4}"/>
                </a:ext>
              </a:extLst>
            </p:cNvPr>
            <p:cNvGrpSpPr/>
            <p:nvPr/>
          </p:nvGrpSpPr>
          <p:grpSpPr>
            <a:xfrm>
              <a:off x="1356315" y="2420059"/>
              <a:ext cx="517956" cy="248122"/>
              <a:chOff x="2681976" y="1955121"/>
              <a:chExt cx="1929510" cy="596970"/>
            </a:xfrm>
          </p:grpSpPr>
          <p:sp>
            <p:nvSpPr>
              <p:cNvPr id="97" name="Border">
                <a:extLst>
                  <a:ext uri="{FF2B5EF4-FFF2-40B4-BE49-F238E27FC236}">
                    <a16:creationId xmlns:a16="http://schemas.microsoft.com/office/drawing/2014/main" id="{17F39CF9-20AF-428D-A9BA-A13C07426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8" name="Line 2">
                <a:extLst>
                  <a:ext uri="{FF2B5EF4-FFF2-40B4-BE49-F238E27FC236}">
                    <a16:creationId xmlns:a16="http://schemas.microsoft.com/office/drawing/2014/main" id="{9640F899-ADE7-477D-B43E-DCBE7B29C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9" name="Line 1">
                <a:extLst>
                  <a:ext uri="{FF2B5EF4-FFF2-40B4-BE49-F238E27FC236}">
                    <a16:creationId xmlns:a16="http://schemas.microsoft.com/office/drawing/2014/main" id="{6D862890-D702-4D3E-BFAB-BA793128E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6B1B0FB0-2368-4560-B124-7C6782505FFC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F89CADA4-D74E-4D78-8DEF-F5317217559C}"/>
                </a:ext>
              </a:extLst>
            </p:cNvPr>
            <p:cNvSpPr/>
            <p:nvPr/>
          </p:nvSpPr>
          <p:spPr>
            <a:xfrm>
              <a:off x="1874271" y="2332693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186F8F0-1D14-4671-9618-D65BAB8755FC}"/>
              </a:ext>
            </a:extLst>
          </p:cNvPr>
          <p:cNvSpPr/>
          <p:nvPr userDrawn="1"/>
        </p:nvSpPr>
        <p:spPr>
          <a:xfrm>
            <a:off x="9360401" y="1589414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0ECC5B19-A2E1-441E-8082-1E84C6C60B5B}"/>
              </a:ext>
            </a:extLst>
          </p:cNvPr>
          <p:cNvGrpSpPr/>
          <p:nvPr userDrawn="1"/>
        </p:nvGrpSpPr>
        <p:grpSpPr>
          <a:xfrm>
            <a:off x="1356315" y="3216931"/>
            <a:ext cx="2414204" cy="437877"/>
            <a:chOff x="1356315" y="2800673"/>
            <a:chExt cx="2414204" cy="437877"/>
          </a:xfrm>
        </p:grpSpPr>
        <p:grpSp>
          <p:nvGrpSpPr>
            <p:cNvPr id="104" name="그룹 103">
              <a:extLst>
                <a:ext uri="{FF2B5EF4-FFF2-40B4-BE49-F238E27FC236}">
                  <a16:creationId xmlns:a16="http://schemas.microsoft.com/office/drawing/2014/main" id="{F137B7DA-669E-46D5-A4F7-E7A9AFADB902}"/>
                </a:ext>
              </a:extLst>
            </p:cNvPr>
            <p:cNvGrpSpPr/>
            <p:nvPr/>
          </p:nvGrpSpPr>
          <p:grpSpPr>
            <a:xfrm>
              <a:off x="1356315" y="2888039"/>
              <a:ext cx="517956" cy="248122"/>
              <a:chOff x="2681976" y="1955121"/>
              <a:chExt cx="1929510" cy="596970"/>
            </a:xfrm>
          </p:grpSpPr>
          <p:sp>
            <p:nvSpPr>
              <p:cNvPr id="112" name="Border">
                <a:extLst>
                  <a:ext uri="{FF2B5EF4-FFF2-40B4-BE49-F238E27FC236}">
                    <a16:creationId xmlns:a16="http://schemas.microsoft.com/office/drawing/2014/main" id="{85948C22-66F9-417C-BC7C-CBD3F1518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7" name="Line 2">
                <a:extLst>
                  <a:ext uri="{FF2B5EF4-FFF2-40B4-BE49-F238E27FC236}">
                    <a16:creationId xmlns:a16="http://schemas.microsoft.com/office/drawing/2014/main" id="{E4A0B397-521A-4B6C-968D-1287A7165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8" name="Line 1">
                <a:extLst>
                  <a:ext uri="{FF2B5EF4-FFF2-40B4-BE49-F238E27FC236}">
                    <a16:creationId xmlns:a16="http://schemas.microsoft.com/office/drawing/2014/main" id="{06A9433F-8712-4A8D-A9C8-A23E784D0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B375D956-0F6C-444C-8D9D-0D02B13D47B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16D11B51-C3AA-4680-A260-ADA0A0DD8384}"/>
                </a:ext>
              </a:extLst>
            </p:cNvPr>
            <p:cNvSpPr/>
            <p:nvPr/>
          </p:nvSpPr>
          <p:spPr>
            <a:xfrm>
              <a:off x="1874271" y="2800673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590BB279-E88F-492A-9CF9-52E9781E98C3}"/>
              </a:ext>
            </a:extLst>
          </p:cNvPr>
          <p:cNvGrpSpPr/>
          <p:nvPr userDrawn="1"/>
        </p:nvGrpSpPr>
        <p:grpSpPr>
          <a:xfrm>
            <a:off x="1356315" y="3627040"/>
            <a:ext cx="2414204" cy="437877"/>
            <a:chOff x="1356315" y="3210782"/>
            <a:chExt cx="2414204" cy="437877"/>
          </a:xfrm>
        </p:grpSpPr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97E535CB-6F2B-4933-B4D2-5E4CA31A2DA7}"/>
                </a:ext>
              </a:extLst>
            </p:cNvPr>
            <p:cNvGrpSpPr/>
            <p:nvPr/>
          </p:nvGrpSpPr>
          <p:grpSpPr>
            <a:xfrm>
              <a:off x="1356315" y="3298148"/>
              <a:ext cx="517956" cy="248122"/>
              <a:chOff x="2681976" y="1955121"/>
              <a:chExt cx="1929510" cy="596970"/>
            </a:xfrm>
          </p:grpSpPr>
          <p:sp>
            <p:nvSpPr>
              <p:cNvPr id="134" name="Border">
                <a:extLst>
                  <a:ext uri="{FF2B5EF4-FFF2-40B4-BE49-F238E27FC236}">
                    <a16:creationId xmlns:a16="http://schemas.microsoft.com/office/drawing/2014/main" id="{C6DAD95B-B3D0-44EE-8624-4B121C0EA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5" name="Line 2">
                <a:extLst>
                  <a:ext uri="{FF2B5EF4-FFF2-40B4-BE49-F238E27FC236}">
                    <a16:creationId xmlns:a16="http://schemas.microsoft.com/office/drawing/2014/main" id="{2963DAAB-6354-4FA4-A4E3-0A52CA4FA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6" name="Line 1">
                <a:extLst>
                  <a:ext uri="{FF2B5EF4-FFF2-40B4-BE49-F238E27FC236}">
                    <a16:creationId xmlns:a16="http://schemas.microsoft.com/office/drawing/2014/main" id="{191D6AC6-6B80-46C6-A7C2-50AFD87A6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B9D6FBCC-2F9A-4AA5-8671-7197D7C3596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32" name="직사각형 131">
              <a:extLst>
                <a:ext uri="{FF2B5EF4-FFF2-40B4-BE49-F238E27FC236}">
                  <a16:creationId xmlns:a16="http://schemas.microsoft.com/office/drawing/2014/main" id="{20A8B0F6-AB5A-4C15-887E-85A97592CBD7}"/>
                </a:ext>
              </a:extLst>
            </p:cNvPr>
            <p:cNvSpPr/>
            <p:nvPr/>
          </p:nvSpPr>
          <p:spPr>
            <a:xfrm>
              <a:off x="1874271" y="3210782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B815A11E-3A6A-4A61-B69A-85A9AF668BBA}"/>
              </a:ext>
            </a:extLst>
          </p:cNvPr>
          <p:cNvGrpSpPr/>
          <p:nvPr userDrawn="1"/>
        </p:nvGrpSpPr>
        <p:grpSpPr>
          <a:xfrm>
            <a:off x="1356315" y="4076977"/>
            <a:ext cx="2414204" cy="437877"/>
            <a:chOff x="1356315" y="3660719"/>
            <a:chExt cx="2414204" cy="437877"/>
          </a:xfrm>
        </p:grpSpPr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7620C870-D3D3-4E8D-9223-B24F0603A3CC}"/>
                </a:ext>
              </a:extLst>
            </p:cNvPr>
            <p:cNvGrpSpPr/>
            <p:nvPr/>
          </p:nvGrpSpPr>
          <p:grpSpPr>
            <a:xfrm>
              <a:off x="1356315" y="3748085"/>
              <a:ext cx="517956" cy="248122"/>
              <a:chOff x="2681976" y="1955121"/>
              <a:chExt cx="1929510" cy="596970"/>
            </a:xfrm>
          </p:grpSpPr>
          <p:sp>
            <p:nvSpPr>
              <p:cNvPr id="141" name="Border">
                <a:extLst>
                  <a:ext uri="{FF2B5EF4-FFF2-40B4-BE49-F238E27FC236}">
                    <a16:creationId xmlns:a16="http://schemas.microsoft.com/office/drawing/2014/main" id="{31B9D6FF-CDF2-4062-A553-672795F94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2" name="Line 2">
                <a:extLst>
                  <a:ext uri="{FF2B5EF4-FFF2-40B4-BE49-F238E27FC236}">
                    <a16:creationId xmlns:a16="http://schemas.microsoft.com/office/drawing/2014/main" id="{BD7CAA71-F129-44D8-9DB6-C081D8C6F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3" name="Line 1">
                <a:extLst>
                  <a:ext uri="{FF2B5EF4-FFF2-40B4-BE49-F238E27FC236}">
                    <a16:creationId xmlns:a16="http://schemas.microsoft.com/office/drawing/2014/main" id="{CF60328B-1EF4-423A-B361-2824C1624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E8C45213-847E-4C92-935A-5BA82D58D57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E964BDEC-1E02-4430-B020-C5905ECEB1E2}"/>
                </a:ext>
              </a:extLst>
            </p:cNvPr>
            <p:cNvSpPr/>
            <p:nvPr/>
          </p:nvSpPr>
          <p:spPr>
            <a:xfrm>
              <a:off x="1874271" y="3660719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596BD037-E40D-4D51-B4D9-CC4ED1503CD6}"/>
              </a:ext>
            </a:extLst>
          </p:cNvPr>
          <p:cNvGrpSpPr/>
          <p:nvPr userDrawn="1"/>
        </p:nvGrpSpPr>
        <p:grpSpPr>
          <a:xfrm>
            <a:off x="1356315" y="4476486"/>
            <a:ext cx="2414204" cy="437877"/>
            <a:chOff x="1356315" y="4060228"/>
            <a:chExt cx="2414204" cy="437877"/>
          </a:xfrm>
        </p:grpSpPr>
        <p:grpSp>
          <p:nvGrpSpPr>
            <p:cNvPr id="146" name="그룹 145">
              <a:extLst>
                <a:ext uri="{FF2B5EF4-FFF2-40B4-BE49-F238E27FC236}">
                  <a16:creationId xmlns:a16="http://schemas.microsoft.com/office/drawing/2014/main" id="{57AA7F9C-0AC1-4F7F-B175-0B2F4353B418}"/>
                </a:ext>
              </a:extLst>
            </p:cNvPr>
            <p:cNvGrpSpPr/>
            <p:nvPr/>
          </p:nvGrpSpPr>
          <p:grpSpPr>
            <a:xfrm>
              <a:off x="1356315" y="4147594"/>
              <a:ext cx="517956" cy="248122"/>
              <a:chOff x="2681976" y="1955121"/>
              <a:chExt cx="1929510" cy="596970"/>
            </a:xfrm>
          </p:grpSpPr>
          <p:sp>
            <p:nvSpPr>
              <p:cNvPr id="148" name="Border">
                <a:extLst>
                  <a:ext uri="{FF2B5EF4-FFF2-40B4-BE49-F238E27FC236}">
                    <a16:creationId xmlns:a16="http://schemas.microsoft.com/office/drawing/2014/main" id="{0A8E2596-B248-462C-A56B-7EDA51FFC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9" name="Line 2">
                <a:extLst>
                  <a:ext uri="{FF2B5EF4-FFF2-40B4-BE49-F238E27FC236}">
                    <a16:creationId xmlns:a16="http://schemas.microsoft.com/office/drawing/2014/main" id="{0E3343A3-09A3-4B98-9019-3CB0FFB39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0" name="Line 1">
                <a:extLst>
                  <a:ext uri="{FF2B5EF4-FFF2-40B4-BE49-F238E27FC236}">
                    <a16:creationId xmlns:a16="http://schemas.microsoft.com/office/drawing/2014/main" id="{C340A2B0-BC57-4566-B35F-876C08326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1" name="TextBox 150">
                <a:extLst>
                  <a:ext uri="{FF2B5EF4-FFF2-40B4-BE49-F238E27FC236}">
                    <a16:creationId xmlns:a16="http://schemas.microsoft.com/office/drawing/2014/main" id="{C528245F-B496-4D2F-8C01-984DF4C66161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CC5203FA-13C9-4549-9BE2-BC04138802EA}"/>
                </a:ext>
              </a:extLst>
            </p:cNvPr>
            <p:cNvSpPr/>
            <p:nvPr/>
          </p:nvSpPr>
          <p:spPr>
            <a:xfrm>
              <a:off x="1874271" y="4060228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23E0BDA1-6003-4055-8496-FC262E99E585}"/>
              </a:ext>
            </a:extLst>
          </p:cNvPr>
          <p:cNvGrpSpPr/>
          <p:nvPr userDrawn="1"/>
        </p:nvGrpSpPr>
        <p:grpSpPr>
          <a:xfrm>
            <a:off x="1356315" y="4886595"/>
            <a:ext cx="2414204" cy="437877"/>
            <a:chOff x="1356315" y="4470337"/>
            <a:chExt cx="2414204" cy="437877"/>
          </a:xfrm>
        </p:grpSpPr>
        <p:grpSp>
          <p:nvGrpSpPr>
            <p:cNvPr id="153" name="그룹 152">
              <a:extLst>
                <a:ext uri="{FF2B5EF4-FFF2-40B4-BE49-F238E27FC236}">
                  <a16:creationId xmlns:a16="http://schemas.microsoft.com/office/drawing/2014/main" id="{BED0CC24-59F8-470C-8E0A-BB73D426F47E}"/>
                </a:ext>
              </a:extLst>
            </p:cNvPr>
            <p:cNvGrpSpPr/>
            <p:nvPr/>
          </p:nvGrpSpPr>
          <p:grpSpPr>
            <a:xfrm>
              <a:off x="1356315" y="4557703"/>
              <a:ext cx="517956" cy="248122"/>
              <a:chOff x="2681976" y="1955121"/>
              <a:chExt cx="1929510" cy="596970"/>
            </a:xfrm>
          </p:grpSpPr>
          <p:sp>
            <p:nvSpPr>
              <p:cNvPr id="155" name="Border">
                <a:extLst>
                  <a:ext uri="{FF2B5EF4-FFF2-40B4-BE49-F238E27FC236}">
                    <a16:creationId xmlns:a16="http://schemas.microsoft.com/office/drawing/2014/main" id="{9DFD2387-A33F-4475-BF7C-FF075F43D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6" name="Line 2">
                <a:extLst>
                  <a:ext uri="{FF2B5EF4-FFF2-40B4-BE49-F238E27FC236}">
                    <a16:creationId xmlns:a16="http://schemas.microsoft.com/office/drawing/2014/main" id="{7EF6DEC4-7CC9-4161-9BED-3351FBB64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7" name="Line 1">
                <a:extLst>
                  <a:ext uri="{FF2B5EF4-FFF2-40B4-BE49-F238E27FC236}">
                    <a16:creationId xmlns:a16="http://schemas.microsoft.com/office/drawing/2014/main" id="{0FAB10C0-1A98-4CAD-9EED-A7B050AD0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6B7A2C55-76C6-4547-B9C7-D489253390F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94624304-3F70-4394-A2FE-5D72F8FDD99A}"/>
                </a:ext>
              </a:extLst>
            </p:cNvPr>
            <p:cNvSpPr/>
            <p:nvPr/>
          </p:nvSpPr>
          <p:spPr>
            <a:xfrm>
              <a:off x="1874271" y="4470337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CCB85CF9-A0F1-4E6D-B033-654FED2D0D90}"/>
              </a:ext>
            </a:extLst>
          </p:cNvPr>
          <p:cNvGrpSpPr/>
          <p:nvPr userDrawn="1"/>
        </p:nvGrpSpPr>
        <p:grpSpPr>
          <a:xfrm>
            <a:off x="1356315" y="4920274"/>
            <a:ext cx="2414204" cy="437877"/>
            <a:chOff x="1356315" y="4920274"/>
            <a:chExt cx="2414204" cy="437877"/>
          </a:xfrm>
        </p:grpSpPr>
        <p:grpSp>
          <p:nvGrpSpPr>
            <p:cNvPr id="160" name="그룹 159">
              <a:extLst>
                <a:ext uri="{FF2B5EF4-FFF2-40B4-BE49-F238E27FC236}">
                  <a16:creationId xmlns:a16="http://schemas.microsoft.com/office/drawing/2014/main" id="{8B70110C-B18C-452D-8CE3-F13318404F31}"/>
                </a:ext>
              </a:extLst>
            </p:cNvPr>
            <p:cNvGrpSpPr/>
            <p:nvPr/>
          </p:nvGrpSpPr>
          <p:grpSpPr>
            <a:xfrm>
              <a:off x="1356315" y="5007640"/>
              <a:ext cx="517956" cy="248122"/>
              <a:chOff x="2681976" y="1955121"/>
              <a:chExt cx="1929510" cy="596970"/>
            </a:xfrm>
          </p:grpSpPr>
          <p:sp>
            <p:nvSpPr>
              <p:cNvPr id="162" name="Border">
                <a:extLst>
                  <a:ext uri="{FF2B5EF4-FFF2-40B4-BE49-F238E27FC236}">
                    <a16:creationId xmlns:a16="http://schemas.microsoft.com/office/drawing/2014/main" id="{FE2E2B62-3051-4ABA-9EF2-63BD135E4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3" name="Line 2">
                <a:extLst>
                  <a:ext uri="{FF2B5EF4-FFF2-40B4-BE49-F238E27FC236}">
                    <a16:creationId xmlns:a16="http://schemas.microsoft.com/office/drawing/2014/main" id="{33193C2B-CA31-422F-B0B0-6794A8D62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4" name="Line 1">
                <a:extLst>
                  <a:ext uri="{FF2B5EF4-FFF2-40B4-BE49-F238E27FC236}">
                    <a16:creationId xmlns:a16="http://schemas.microsoft.com/office/drawing/2014/main" id="{BAFAE5AA-0E04-4EB3-A508-872D4CAAB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5" name="TextBox 164">
                <a:extLst>
                  <a:ext uri="{FF2B5EF4-FFF2-40B4-BE49-F238E27FC236}">
                    <a16:creationId xmlns:a16="http://schemas.microsoft.com/office/drawing/2014/main" id="{569E393E-8580-48F5-9F27-70919D83653D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C0EEDED5-0232-45BD-A21B-7382D025BFC2}"/>
                </a:ext>
              </a:extLst>
            </p:cNvPr>
            <p:cNvSpPr/>
            <p:nvPr/>
          </p:nvSpPr>
          <p:spPr>
            <a:xfrm>
              <a:off x="1874271" y="4920274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37BE70A-D6FA-42A8-B474-2C5B0A786B57}"/>
              </a:ext>
            </a:extLst>
          </p:cNvPr>
          <p:cNvGrpSpPr/>
          <p:nvPr userDrawn="1"/>
        </p:nvGrpSpPr>
        <p:grpSpPr>
          <a:xfrm>
            <a:off x="1356315" y="5345863"/>
            <a:ext cx="2414204" cy="437877"/>
            <a:chOff x="1356315" y="5345863"/>
            <a:chExt cx="2414204" cy="437877"/>
          </a:xfrm>
        </p:grpSpPr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9A22F9C4-4D05-4463-9027-BE3C46782E33}"/>
                </a:ext>
              </a:extLst>
            </p:cNvPr>
            <p:cNvGrpSpPr/>
            <p:nvPr/>
          </p:nvGrpSpPr>
          <p:grpSpPr>
            <a:xfrm>
              <a:off x="1356315" y="5433229"/>
              <a:ext cx="517956" cy="248122"/>
              <a:chOff x="2681976" y="1955121"/>
              <a:chExt cx="1929510" cy="596970"/>
            </a:xfrm>
          </p:grpSpPr>
          <p:sp>
            <p:nvSpPr>
              <p:cNvPr id="169" name="Border">
                <a:extLst>
                  <a:ext uri="{FF2B5EF4-FFF2-40B4-BE49-F238E27FC236}">
                    <a16:creationId xmlns:a16="http://schemas.microsoft.com/office/drawing/2014/main" id="{E27D5479-9D8E-4835-AE8A-DD93504C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0" name="Line 2">
                <a:extLst>
                  <a:ext uri="{FF2B5EF4-FFF2-40B4-BE49-F238E27FC236}">
                    <a16:creationId xmlns:a16="http://schemas.microsoft.com/office/drawing/2014/main" id="{B58C922E-BF75-47C3-8094-D5AAB2542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1" name="Line 1">
                <a:extLst>
                  <a:ext uri="{FF2B5EF4-FFF2-40B4-BE49-F238E27FC236}">
                    <a16:creationId xmlns:a16="http://schemas.microsoft.com/office/drawing/2014/main" id="{9979541F-C7F8-41D1-BE19-DF83488DB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E5508301-2831-44C9-9E68-3772C53D7A8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C6622400-863C-42C7-807F-B7A0B0DB9C97}"/>
                </a:ext>
              </a:extLst>
            </p:cNvPr>
            <p:cNvSpPr/>
            <p:nvPr/>
          </p:nvSpPr>
          <p:spPr>
            <a:xfrm>
              <a:off x="1874271" y="5345863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5C9B949-C02C-4B44-88BD-271184FCB399}"/>
              </a:ext>
            </a:extLst>
          </p:cNvPr>
          <p:cNvSpPr/>
          <p:nvPr userDrawn="1"/>
        </p:nvSpPr>
        <p:spPr>
          <a:xfrm>
            <a:off x="9360399" y="4586642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E2523171-E682-44D1-87AF-5774DAA307DE}"/>
              </a:ext>
            </a:extLst>
          </p:cNvPr>
          <p:cNvSpPr/>
          <p:nvPr userDrawn="1"/>
        </p:nvSpPr>
        <p:spPr>
          <a:xfrm>
            <a:off x="9360400" y="1995431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8ABC5074-EA0E-41BD-B98B-47570E84BE3A}"/>
              </a:ext>
            </a:extLst>
          </p:cNvPr>
          <p:cNvSpPr/>
          <p:nvPr userDrawn="1"/>
        </p:nvSpPr>
        <p:spPr>
          <a:xfrm>
            <a:off x="9360399" y="2424660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519262F9-EF8D-4B64-BB44-6A8E3109CD88}"/>
              </a:ext>
            </a:extLst>
          </p:cNvPr>
          <p:cNvSpPr/>
          <p:nvPr userDrawn="1"/>
        </p:nvSpPr>
        <p:spPr>
          <a:xfrm>
            <a:off x="9357334" y="5032949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EF13FF63-4FB1-43F3-AE4B-BFB8A4850BA3}"/>
              </a:ext>
            </a:extLst>
          </p:cNvPr>
          <p:cNvSpPr/>
          <p:nvPr userDrawn="1"/>
        </p:nvSpPr>
        <p:spPr>
          <a:xfrm>
            <a:off x="9370727" y="5467992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00D24F8B-3D6A-41F7-B554-A2BAC1F3BCCD}"/>
              </a:ext>
            </a:extLst>
          </p:cNvPr>
          <p:cNvSpPr/>
          <p:nvPr userDrawn="1"/>
        </p:nvSpPr>
        <p:spPr>
          <a:xfrm>
            <a:off x="9367662" y="5914299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38F227BF-28AF-459E-BB9D-2AB1C4ABA906}"/>
              </a:ext>
            </a:extLst>
          </p:cNvPr>
          <p:cNvSpPr/>
          <p:nvPr userDrawn="1"/>
        </p:nvSpPr>
        <p:spPr>
          <a:xfrm>
            <a:off x="9357336" y="2879761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55D838C6-1F58-4AF7-B818-95BF6FFF1EAF}"/>
              </a:ext>
            </a:extLst>
          </p:cNvPr>
          <p:cNvSpPr/>
          <p:nvPr userDrawn="1"/>
        </p:nvSpPr>
        <p:spPr>
          <a:xfrm>
            <a:off x="9357335" y="3285778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25ECB0A3-D5C0-412D-9E3E-2257771892E9}"/>
              </a:ext>
            </a:extLst>
          </p:cNvPr>
          <p:cNvSpPr/>
          <p:nvPr userDrawn="1"/>
        </p:nvSpPr>
        <p:spPr>
          <a:xfrm>
            <a:off x="9357334" y="3715007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31B104D6-CE5A-4341-AD65-7C0C15423FA0}"/>
              </a:ext>
            </a:extLst>
          </p:cNvPr>
          <p:cNvSpPr/>
          <p:nvPr userDrawn="1"/>
        </p:nvSpPr>
        <p:spPr>
          <a:xfrm>
            <a:off x="9365195" y="4150680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679640DE-3E6B-4A2E-BB8C-7D781DD7D556}"/>
              </a:ext>
            </a:extLst>
          </p:cNvPr>
          <p:cNvSpPr/>
          <p:nvPr userDrawn="1"/>
        </p:nvSpPr>
        <p:spPr>
          <a:xfrm>
            <a:off x="8895177" y="1589414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B26C089B-3F2A-453A-810A-162BE6EC3083}"/>
              </a:ext>
            </a:extLst>
          </p:cNvPr>
          <p:cNvSpPr/>
          <p:nvPr userDrawn="1"/>
        </p:nvSpPr>
        <p:spPr>
          <a:xfrm>
            <a:off x="8898934" y="199900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8C3CB07D-953C-4DAD-8875-3C58C6DDE13E}"/>
              </a:ext>
            </a:extLst>
          </p:cNvPr>
          <p:cNvSpPr/>
          <p:nvPr userDrawn="1"/>
        </p:nvSpPr>
        <p:spPr>
          <a:xfrm>
            <a:off x="8898934" y="242999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17B813D8-F5A0-4517-A598-F1C062F3912C}"/>
              </a:ext>
            </a:extLst>
          </p:cNvPr>
          <p:cNvSpPr/>
          <p:nvPr userDrawn="1"/>
        </p:nvSpPr>
        <p:spPr>
          <a:xfrm>
            <a:off x="8894335" y="2881661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DEC47FD4-F0F6-4DF4-BBD4-CAF4E44F1E2A}"/>
              </a:ext>
            </a:extLst>
          </p:cNvPr>
          <p:cNvSpPr/>
          <p:nvPr userDrawn="1"/>
        </p:nvSpPr>
        <p:spPr>
          <a:xfrm>
            <a:off x="8894335" y="3285778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CC8C54F3-7871-401D-8B9B-7E90BB472D20}"/>
              </a:ext>
            </a:extLst>
          </p:cNvPr>
          <p:cNvSpPr/>
          <p:nvPr userDrawn="1"/>
        </p:nvSpPr>
        <p:spPr>
          <a:xfrm>
            <a:off x="8898934" y="3716911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84B13E6-4165-4C1E-8C32-B04B7EF91D23}"/>
              </a:ext>
            </a:extLst>
          </p:cNvPr>
          <p:cNvSpPr/>
          <p:nvPr userDrawn="1"/>
        </p:nvSpPr>
        <p:spPr>
          <a:xfrm>
            <a:off x="8891410" y="4147074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B271229A-2B2B-42F2-A113-6497F26AC521}"/>
              </a:ext>
            </a:extLst>
          </p:cNvPr>
          <p:cNvSpPr/>
          <p:nvPr userDrawn="1"/>
        </p:nvSpPr>
        <p:spPr>
          <a:xfrm>
            <a:off x="8894335" y="458664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1EA8458A-6E4C-401E-9DD0-A9E09F8DF608}"/>
              </a:ext>
            </a:extLst>
          </p:cNvPr>
          <p:cNvSpPr/>
          <p:nvPr userDrawn="1"/>
        </p:nvSpPr>
        <p:spPr>
          <a:xfrm>
            <a:off x="8890231" y="5037254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D8F7150B-DCC8-4C29-9BEF-66412F03B500}"/>
              </a:ext>
            </a:extLst>
          </p:cNvPr>
          <p:cNvSpPr/>
          <p:nvPr userDrawn="1"/>
        </p:nvSpPr>
        <p:spPr>
          <a:xfrm>
            <a:off x="8894335" y="5466763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32334D0D-160C-4D92-B8E0-6E1598D29662}"/>
              </a:ext>
            </a:extLst>
          </p:cNvPr>
          <p:cNvSpPr/>
          <p:nvPr userDrawn="1"/>
        </p:nvSpPr>
        <p:spPr>
          <a:xfrm>
            <a:off x="8890231" y="5914299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64DAC57A-30F7-4162-8AD6-EA01225CD233}"/>
              </a:ext>
            </a:extLst>
          </p:cNvPr>
          <p:cNvGrpSpPr/>
          <p:nvPr userDrawn="1"/>
        </p:nvGrpSpPr>
        <p:grpSpPr>
          <a:xfrm>
            <a:off x="1634030" y="2451315"/>
            <a:ext cx="2414204" cy="437877"/>
            <a:chOff x="1237832" y="3375500"/>
            <a:chExt cx="1708479" cy="437877"/>
          </a:xfrm>
        </p:grpSpPr>
        <p:grpSp>
          <p:nvGrpSpPr>
            <p:cNvPr id="86" name="그룹 85">
              <a:extLst>
                <a:ext uri="{FF2B5EF4-FFF2-40B4-BE49-F238E27FC236}">
                  <a16:creationId xmlns:a16="http://schemas.microsoft.com/office/drawing/2014/main" id="{F669B085-4041-453A-824B-93194E277416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88" name="Border">
                <a:extLst>
                  <a:ext uri="{FF2B5EF4-FFF2-40B4-BE49-F238E27FC236}">
                    <a16:creationId xmlns:a16="http://schemas.microsoft.com/office/drawing/2014/main" id="{0FB3EAC5-6FF3-44CD-A9E5-A9EC080DF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" name="Line 2">
                <a:extLst>
                  <a:ext uri="{FF2B5EF4-FFF2-40B4-BE49-F238E27FC236}">
                    <a16:creationId xmlns:a16="http://schemas.microsoft.com/office/drawing/2014/main" id="{2304017C-A27B-4269-B9EA-F59F5EFE5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0" name="Line 1">
                <a:extLst>
                  <a:ext uri="{FF2B5EF4-FFF2-40B4-BE49-F238E27FC236}">
                    <a16:creationId xmlns:a16="http://schemas.microsoft.com/office/drawing/2014/main" id="{EF4B2142-6B3E-48EB-B9B5-3F2C01B1E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06F1516E-9354-47D2-85CC-0BBFFAEAEFB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37D7D2DB-D18D-4DF2-8B65-4D9A1BF33F0F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4E15760-4DD9-4A5F-AB5F-32E36AA8D37A}"/>
              </a:ext>
            </a:extLst>
          </p:cNvPr>
          <p:cNvSpPr/>
          <p:nvPr userDrawn="1"/>
        </p:nvSpPr>
        <p:spPr>
          <a:xfrm>
            <a:off x="-122302" y="1185476"/>
            <a:ext cx="9226755" cy="5632181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39" name="표 5">
            <a:extLst>
              <a:ext uri="{FF2B5EF4-FFF2-40B4-BE49-F238E27FC236}">
                <a16:creationId xmlns:a16="http://schemas.microsoft.com/office/drawing/2014/main" id="{EDED5118-B1BA-4B72-BF91-4E5ED8112A12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977634497"/>
              </p:ext>
            </p:extLst>
          </p:nvPr>
        </p:nvGraphicFramePr>
        <p:xfrm>
          <a:off x="38560" y="1592796"/>
          <a:ext cx="8880744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0248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2046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자사상품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err="1"/>
                        <a:t>관심된</a:t>
                      </a:r>
                      <a:r>
                        <a:rPr lang="ko-KR" altLang="en-US" sz="1000" dirty="0"/>
                        <a:t> 공개상품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허가된 부분공개상품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40" name="직사각형 39">
            <a:extLst>
              <a:ext uri="{FF2B5EF4-FFF2-40B4-BE49-F238E27FC236}">
                <a16:creationId xmlns:a16="http://schemas.microsoft.com/office/drawing/2014/main" id="{D1860CD8-CC27-4AA4-853A-3A8ED3A5AB1C}"/>
              </a:ext>
            </a:extLst>
          </p:cNvPr>
          <p:cNvSpPr/>
          <p:nvPr userDrawn="1"/>
        </p:nvSpPr>
        <p:spPr>
          <a:xfrm>
            <a:off x="1111918" y="2108440"/>
            <a:ext cx="6837869" cy="18024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graphicFrame>
        <p:nvGraphicFramePr>
          <p:cNvPr id="42" name="표 63">
            <a:extLst>
              <a:ext uri="{FF2B5EF4-FFF2-40B4-BE49-F238E27FC236}">
                <a16:creationId xmlns:a16="http://schemas.microsoft.com/office/drawing/2014/main" id="{9BF11F35-8A3F-4A47-AFC1-FBF35D2BEA2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420578068"/>
              </p:ext>
            </p:extLst>
          </p:nvPr>
        </p:nvGraphicFramePr>
        <p:xfrm>
          <a:off x="64422" y="2075052"/>
          <a:ext cx="8854882" cy="73375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81985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7872897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24458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24458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/>
                        <a:t>상품분류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0206176"/>
                  </a:ext>
                </a:extLst>
              </a:tr>
              <a:tr h="244585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43" name="직사각형 42">
            <a:extLst>
              <a:ext uri="{FF2B5EF4-FFF2-40B4-BE49-F238E27FC236}">
                <a16:creationId xmlns:a16="http://schemas.microsoft.com/office/drawing/2014/main" id="{33C01F2D-CDA1-4D3E-AF71-45EE7A4C40B4}"/>
              </a:ext>
            </a:extLst>
          </p:cNvPr>
          <p:cNvSpPr/>
          <p:nvPr userDrawn="1"/>
        </p:nvSpPr>
        <p:spPr>
          <a:xfrm>
            <a:off x="8166685" y="2587885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pic>
        <p:nvPicPr>
          <p:cNvPr id="46" name="Picture 2">
            <a:extLst>
              <a:ext uri="{FF2B5EF4-FFF2-40B4-BE49-F238E27FC236}">
                <a16:creationId xmlns:a16="http://schemas.microsoft.com/office/drawing/2014/main" id="{B8F56A66-8199-4209-9F69-EB55AD770E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6379" y="5069239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" name="TextBox 70">
            <a:extLst>
              <a:ext uri="{FF2B5EF4-FFF2-40B4-BE49-F238E27FC236}">
                <a16:creationId xmlns:a16="http://schemas.microsoft.com/office/drawing/2014/main" id="{27887ED8-8B5B-453D-9713-370307DE7EAF}"/>
              </a:ext>
            </a:extLst>
          </p:cNvPr>
          <p:cNvSpPr txBox="1"/>
          <p:nvPr userDrawn="1"/>
        </p:nvSpPr>
        <p:spPr>
          <a:xfrm>
            <a:off x="-15975" y="3051357"/>
            <a:ext cx="253020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</a:rPr>
              <a:t>■ </a:t>
            </a:r>
            <a:r>
              <a:rPr lang="ko-KR" altLang="en-US" sz="800" b="1" dirty="0"/>
              <a:t>총 </a:t>
            </a:r>
            <a:r>
              <a:rPr lang="en-US" altLang="ko-KR" sz="800" b="1" dirty="0"/>
              <a:t>3 </a:t>
            </a:r>
            <a:r>
              <a:rPr lang="ko-KR" altLang="en-US" sz="800" b="1" dirty="0"/>
              <a:t>건</a:t>
            </a:r>
          </a:p>
        </p:txBody>
      </p:sp>
      <p:graphicFrame>
        <p:nvGraphicFramePr>
          <p:cNvPr id="72" name="표 71">
            <a:extLst>
              <a:ext uri="{FF2B5EF4-FFF2-40B4-BE49-F238E27FC236}">
                <a16:creationId xmlns:a16="http://schemas.microsoft.com/office/drawing/2014/main" id="{83607290-E25E-42DD-BCEB-95B082EB79F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65749366"/>
              </p:ext>
            </p:extLst>
          </p:nvPr>
        </p:nvGraphicFramePr>
        <p:xfrm>
          <a:off x="64422" y="3292990"/>
          <a:ext cx="8839315" cy="15142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5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6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5208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5373">
                  <a:extLst>
                    <a:ext uri="{9D8B030D-6E8A-4147-A177-3AD203B41FA5}">
                      <a16:colId xmlns:a16="http://schemas.microsoft.com/office/drawing/2014/main" val="1538783997"/>
                    </a:ext>
                  </a:extLst>
                </a:gridCol>
                <a:gridCol w="763326">
                  <a:extLst>
                    <a:ext uri="{9D8B030D-6E8A-4147-A177-3AD203B41FA5}">
                      <a16:colId xmlns:a16="http://schemas.microsoft.com/office/drawing/2014/main" val="2527584646"/>
                    </a:ext>
                  </a:extLst>
                </a:gridCol>
                <a:gridCol w="1224501">
                  <a:extLst>
                    <a:ext uri="{9D8B030D-6E8A-4147-A177-3AD203B41FA5}">
                      <a16:colId xmlns:a16="http://schemas.microsoft.com/office/drawing/2014/main" val="3237610251"/>
                    </a:ext>
                  </a:extLst>
                </a:gridCol>
                <a:gridCol w="71561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166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제약조건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상품추가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a20112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판매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a22333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74" name="그룹 73">
            <a:extLst>
              <a:ext uri="{FF2B5EF4-FFF2-40B4-BE49-F238E27FC236}">
                <a16:creationId xmlns:a16="http://schemas.microsoft.com/office/drawing/2014/main" id="{B6F9F0FA-0E8F-4751-8353-DD2B476E6D83}"/>
              </a:ext>
            </a:extLst>
          </p:cNvPr>
          <p:cNvGrpSpPr/>
          <p:nvPr userDrawn="1"/>
        </p:nvGrpSpPr>
        <p:grpSpPr>
          <a:xfrm>
            <a:off x="1238662" y="3513766"/>
            <a:ext cx="2414204" cy="437877"/>
            <a:chOff x="1237832" y="3375500"/>
            <a:chExt cx="1708479" cy="437877"/>
          </a:xfrm>
        </p:grpSpPr>
        <p:grpSp>
          <p:nvGrpSpPr>
            <p:cNvPr id="75" name="그룹 74">
              <a:extLst>
                <a:ext uri="{FF2B5EF4-FFF2-40B4-BE49-F238E27FC236}">
                  <a16:creationId xmlns:a16="http://schemas.microsoft.com/office/drawing/2014/main" id="{8D7796F0-B868-4CE1-9584-39B5AE41BEB3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77" name="Border">
                <a:extLst>
                  <a:ext uri="{FF2B5EF4-FFF2-40B4-BE49-F238E27FC236}">
                    <a16:creationId xmlns:a16="http://schemas.microsoft.com/office/drawing/2014/main" id="{C9FAFDE6-A37B-4CC7-AFBF-2C792EDDE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8" name="Line 2">
                <a:extLst>
                  <a:ext uri="{FF2B5EF4-FFF2-40B4-BE49-F238E27FC236}">
                    <a16:creationId xmlns:a16="http://schemas.microsoft.com/office/drawing/2014/main" id="{D5730097-24BE-40E7-BFF9-16F9E0BF9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9" name="Line 1">
                <a:extLst>
                  <a:ext uri="{FF2B5EF4-FFF2-40B4-BE49-F238E27FC236}">
                    <a16:creationId xmlns:a16="http://schemas.microsoft.com/office/drawing/2014/main" id="{0111B46B-C75C-4A7D-96EF-80FDD03F9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4AA142A9-CEDA-4120-A2CF-87B87792133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329A83C7-2407-4675-A668-13472AB7F588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C0A4ED38-B6A8-413C-9F03-FD91E65FEC66}"/>
              </a:ext>
            </a:extLst>
          </p:cNvPr>
          <p:cNvGrpSpPr/>
          <p:nvPr userDrawn="1"/>
        </p:nvGrpSpPr>
        <p:grpSpPr>
          <a:xfrm>
            <a:off x="1238662" y="3923875"/>
            <a:ext cx="2414204" cy="437877"/>
            <a:chOff x="1237832" y="3375500"/>
            <a:chExt cx="1708479" cy="437877"/>
          </a:xfrm>
        </p:grpSpPr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AAF1A228-C736-484C-80A6-DB98165F479C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116" name="Border">
                <a:extLst>
                  <a:ext uri="{FF2B5EF4-FFF2-40B4-BE49-F238E27FC236}">
                    <a16:creationId xmlns:a16="http://schemas.microsoft.com/office/drawing/2014/main" id="{3BE711D7-A1A5-41F2-97F0-D28EF8E72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7" name="Line 2">
                <a:extLst>
                  <a:ext uri="{FF2B5EF4-FFF2-40B4-BE49-F238E27FC236}">
                    <a16:creationId xmlns:a16="http://schemas.microsoft.com/office/drawing/2014/main" id="{1ED0460E-1914-4415-BD69-E9C51900B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8" name="Line 1">
                <a:extLst>
                  <a:ext uri="{FF2B5EF4-FFF2-40B4-BE49-F238E27FC236}">
                    <a16:creationId xmlns:a16="http://schemas.microsoft.com/office/drawing/2014/main" id="{2DD3F397-4D24-441D-AFFA-E01178132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D6969112-3137-4F31-B70B-6B4C6A0742E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A1109B26-B3EF-4233-B31E-288973D03A52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D506ACE5-C7D0-413B-82B2-BC376D8ACA8A}"/>
              </a:ext>
            </a:extLst>
          </p:cNvPr>
          <p:cNvGrpSpPr/>
          <p:nvPr userDrawn="1"/>
        </p:nvGrpSpPr>
        <p:grpSpPr>
          <a:xfrm>
            <a:off x="1238662" y="4373812"/>
            <a:ext cx="2414204" cy="437877"/>
            <a:chOff x="1237832" y="3375500"/>
            <a:chExt cx="1708479" cy="437877"/>
          </a:xfrm>
        </p:grpSpPr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EFCFF536-FFA9-4C9E-8AA9-C1DA1E596F48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123" name="Border">
                <a:extLst>
                  <a:ext uri="{FF2B5EF4-FFF2-40B4-BE49-F238E27FC236}">
                    <a16:creationId xmlns:a16="http://schemas.microsoft.com/office/drawing/2014/main" id="{965CD651-81F5-4CF5-AE73-1875EE679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4" name="Line 2">
                <a:extLst>
                  <a:ext uri="{FF2B5EF4-FFF2-40B4-BE49-F238E27FC236}">
                    <a16:creationId xmlns:a16="http://schemas.microsoft.com/office/drawing/2014/main" id="{FAAA9687-57E7-4D16-9100-96A9D1E39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5" name="Line 1">
                <a:extLst>
                  <a:ext uri="{FF2B5EF4-FFF2-40B4-BE49-F238E27FC236}">
                    <a16:creationId xmlns:a16="http://schemas.microsoft.com/office/drawing/2014/main" id="{9FDD84F1-46EC-4954-8CF3-236C5BD81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9853CF30-275F-4AFC-B0E0-0DFC69FB5F9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7D4FEBC8-D632-4E06-AB74-ECBB02DCD6B7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AF3F88C4-F55D-45FD-ACE7-48A9B64490AF}"/>
              </a:ext>
            </a:extLst>
          </p:cNvPr>
          <p:cNvSpPr/>
          <p:nvPr userDrawn="1"/>
        </p:nvSpPr>
        <p:spPr>
          <a:xfrm>
            <a:off x="8038650" y="3632331"/>
            <a:ext cx="729245" cy="184881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D948C723-03AE-4DFD-85CF-AA728EEF8CD2}"/>
              </a:ext>
            </a:extLst>
          </p:cNvPr>
          <p:cNvSpPr/>
          <p:nvPr userDrawn="1"/>
        </p:nvSpPr>
        <p:spPr>
          <a:xfrm>
            <a:off x="8038648" y="4497083"/>
            <a:ext cx="729246" cy="179118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EF2E8987-69CB-4172-BF6A-695A3A7DD597}"/>
              </a:ext>
            </a:extLst>
          </p:cNvPr>
          <p:cNvSpPr/>
          <p:nvPr userDrawn="1"/>
        </p:nvSpPr>
        <p:spPr>
          <a:xfrm>
            <a:off x="8031794" y="4054828"/>
            <a:ext cx="729245" cy="184881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DBBEA88E-D087-4BA4-AA64-91406F6B5D62}"/>
              </a:ext>
            </a:extLst>
          </p:cNvPr>
          <p:cNvSpPr/>
          <p:nvPr userDrawn="1"/>
        </p:nvSpPr>
        <p:spPr>
          <a:xfrm>
            <a:off x="1122625" y="2345173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BBD0E63A-6640-4755-B343-2C68D8CF28B1}"/>
              </a:ext>
            </a:extLst>
          </p:cNvPr>
          <p:cNvSpPr/>
          <p:nvPr userDrawn="1"/>
        </p:nvSpPr>
        <p:spPr>
          <a:xfrm>
            <a:off x="1951932" y="2345173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666A0944-6128-43FE-B1BF-EBAC5B0044A8}"/>
              </a:ext>
            </a:extLst>
          </p:cNvPr>
          <p:cNvSpPr/>
          <p:nvPr userDrawn="1"/>
        </p:nvSpPr>
        <p:spPr>
          <a:xfrm>
            <a:off x="2781239" y="2339237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세분류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85309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hop 채널 등록폼 오픈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ABECF5B2-BB1D-4F9C-BD28-75B0133AB92B}"/>
              </a:ext>
            </a:extLst>
          </p:cNvPr>
          <p:cNvSpPr/>
          <p:nvPr userDrawn="1"/>
        </p:nvSpPr>
        <p:spPr>
          <a:xfrm>
            <a:off x="33614" y="40343"/>
            <a:ext cx="10078574" cy="91277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4B31EC4-B77E-4BDD-BCB1-EE54DDB97E66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E720B41-4B53-4A2A-B4B6-88B14D1AD957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6C12EB54-390D-4D48-AC84-E09B504EEA7B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graphicFrame>
        <p:nvGraphicFramePr>
          <p:cNvPr id="81" name="표 5">
            <a:extLst>
              <a:ext uri="{FF2B5EF4-FFF2-40B4-BE49-F238E27FC236}">
                <a16:creationId xmlns:a16="http://schemas.microsoft.com/office/drawing/2014/main" id="{2122EEFF-A4DB-48C7-8996-7DF6C1765AC9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162153052"/>
              </p:ext>
            </p:extLst>
          </p:nvPr>
        </p:nvGraphicFramePr>
        <p:xfrm>
          <a:off x="93134" y="550332"/>
          <a:ext cx="9922935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07645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1270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판매상품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커뮤니티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56" name="TextBox 55">
            <a:extLst>
              <a:ext uri="{FF2B5EF4-FFF2-40B4-BE49-F238E27FC236}">
                <a16:creationId xmlns:a16="http://schemas.microsoft.com/office/drawing/2014/main" id="{EC507F3E-6C15-4388-AA73-642898755886}"/>
              </a:ext>
            </a:extLst>
          </p:cNvPr>
          <p:cNvSpPr txBox="1"/>
          <p:nvPr userDrawn="1"/>
        </p:nvSpPr>
        <p:spPr>
          <a:xfrm>
            <a:off x="101678" y="1010238"/>
            <a:ext cx="253020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</a:rPr>
              <a:t>■ </a:t>
            </a:r>
            <a:r>
              <a:rPr lang="ko-KR" altLang="en-US" sz="800" b="1" dirty="0"/>
              <a:t>총 </a:t>
            </a:r>
            <a:r>
              <a:rPr lang="en-US" altLang="ko-KR" sz="800" b="1" dirty="0"/>
              <a:t>3 </a:t>
            </a:r>
            <a:r>
              <a:rPr lang="ko-KR" altLang="en-US" sz="800" b="1" dirty="0"/>
              <a:t>건</a:t>
            </a: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0F414ED9-99D5-4184-9AA3-3490B09B439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121235615"/>
              </p:ext>
            </p:extLst>
          </p:nvPr>
        </p:nvGraphicFramePr>
        <p:xfrm>
          <a:off x="182075" y="1251871"/>
          <a:ext cx="9833995" cy="49834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04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766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341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7797">
                  <a:extLst>
                    <a:ext uri="{9D8B030D-6E8A-4147-A177-3AD203B41FA5}">
                      <a16:colId xmlns:a16="http://schemas.microsoft.com/office/drawing/2014/main" val="1538783997"/>
                    </a:ext>
                  </a:extLst>
                </a:gridCol>
                <a:gridCol w="955343">
                  <a:extLst>
                    <a:ext uri="{9D8B030D-6E8A-4147-A177-3AD203B41FA5}">
                      <a16:colId xmlns:a16="http://schemas.microsoft.com/office/drawing/2014/main" val="2527584646"/>
                    </a:ext>
                  </a:extLst>
                </a:gridCol>
                <a:gridCol w="1310185">
                  <a:extLst>
                    <a:ext uri="{9D8B030D-6E8A-4147-A177-3AD203B41FA5}">
                      <a16:colId xmlns:a16="http://schemas.microsoft.com/office/drawing/2014/main" val="3237610251"/>
                    </a:ext>
                  </a:extLst>
                </a:gridCol>
                <a:gridCol w="73697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0521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5980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20644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제약조건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판매이익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수정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삭제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판매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8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9476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7146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8278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25298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34882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04658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10873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8548364"/>
                  </a:ext>
                </a:extLst>
              </a:tr>
            </a:tbl>
          </a:graphicData>
        </a:graphic>
      </p:graphicFrame>
      <p:sp>
        <p:nvSpPr>
          <p:cNvPr id="58" name="직사각형 57">
            <a:extLst>
              <a:ext uri="{FF2B5EF4-FFF2-40B4-BE49-F238E27FC236}">
                <a16:creationId xmlns:a16="http://schemas.microsoft.com/office/drawing/2014/main" id="{3A68D84A-1AD9-4168-A98E-D7DA891748E1}"/>
              </a:ext>
            </a:extLst>
          </p:cNvPr>
          <p:cNvSpPr/>
          <p:nvPr userDrawn="1"/>
        </p:nvSpPr>
        <p:spPr>
          <a:xfrm>
            <a:off x="9104453" y="6453555"/>
            <a:ext cx="911616" cy="196067"/>
          </a:xfrm>
          <a:prstGeom prst="rect">
            <a:avLst/>
          </a:prstGeom>
          <a:solidFill>
            <a:schemeClr val="accent5">
              <a:lumMod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상품추가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E2F94290-C8E3-43D4-ADDC-4E41CEDD98FC}"/>
              </a:ext>
            </a:extLst>
          </p:cNvPr>
          <p:cNvGrpSpPr/>
          <p:nvPr userDrawn="1"/>
        </p:nvGrpSpPr>
        <p:grpSpPr>
          <a:xfrm>
            <a:off x="1356315" y="1472647"/>
            <a:ext cx="2414204" cy="437877"/>
            <a:chOff x="1356315" y="1472647"/>
            <a:chExt cx="2414204" cy="437877"/>
          </a:xfrm>
        </p:grpSpPr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23322CAF-2DDD-417A-BAEE-8E448D265661}"/>
                </a:ext>
              </a:extLst>
            </p:cNvPr>
            <p:cNvGrpSpPr/>
            <p:nvPr/>
          </p:nvGrpSpPr>
          <p:grpSpPr>
            <a:xfrm>
              <a:off x="1356315" y="1560013"/>
              <a:ext cx="517956" cy="248122"/>
              <a:chOff x="2681976" y="1955121"/>
              <a:chExt cx="1929510" cy="596970"/>
            </a:xfrm>
          </p:grpSpPr>
          <p:sp>
            <p:nvSpPr>
              <p:cNvPr id="62" name="Border">
                <a:extLst>
                  <a:ext uri="{FF2B5EF4-FFF2-40B4-BE49-F238E27FC236}">
                    <a16:creationId xmlns:a16="http://schemas.microsoft.com/office/drawing/2014/main" id="{75FF612D-40C7-4262-9E61-5BEFB3299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" name="Line 2">
                <a:extLst>
                  <a:ext uri="{FF2B5EF4-FFF2-40B4-BE49-F238E27FC236}">
                    <a16:creationId xmlns:a16="http://schemas.microsoft.com/office/drawing/2014/main" id="{31350406-8664-43AD-9652-7D2C08C4C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" name="Line 1">
                <a:extLst>
                  <a:ext uri="{FF2B5EF4-FFF2-40B4-BE49-F238E27FC236}">
                    <a16:creationId xmlns:a16="http://schemas.microsoft.com/office/drawing/2014/main" id="{A9B3F2AB-6CAE-4226-9283-F216766DD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ED4A2A69-92B9-4150-B695-1CBE8FE6B45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3C090ECB-0240-4E56-AE61-6B6AC9E061CA}"/>
                </a:ext>
              </a:extLst>
            </p:cNvPr>
            <p:cNvSpPr/>
            <p:nvPr/>
          </p:nvSpPr>
          <p:spPr>
            <a:xfrm>
              <a:off x="1874271" y="1472647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64FB75F7-1582-4477-93A4-605BF4D4A9D7}"/>
              </a:ext>
            </a:extLst>
          </p:cNvPr>
          <p:cNvGrpSpPr/>
          <p:nvPr userDrawn="1"/>
        </p:nvGrpSpPr>
        <p:grpSpPr>
          <a:xfrm>
            <a:off x="1356315" y="1882756"/>
            <a:ext cx="2414204" cy="437877"/>
            <a:chOff x="1356315" y="1882756"/>
            <a:chExt cx="2414204" cy="437877"/>
          </a:xfrm>
        </p:grpSpPr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499C57C0-6989-40F8-B52B-1488D8A433E0}"/>
                </a:ext>
              </a:extLst>
            </p:cNvPr>
            <p:cNvGrpSpPr/>
            <p:nvPr/>
          </p:nvGrpSpPr>
          <p:grpSpPr>
            <a:xfrm>
              <a:off x="1356315" y="1970122"/>
              <a:ext cx="517956" cy="248122"/>
              <a:chOff x="2681976" y="1955121"/>
              <a:chExt cx="1929510" cy="596970"/>
            </a:xfrm>
          </p:grpSpPr>
          <p:sp>
            <p:nvSpPr>
              <p:cNvPr id="73" name="Border">
                <a:extLst>
                  <a:ext uri="{FF2B5EF4-FFF2-40B4-BE49-F238E27FC236}">
                    <a16:creationId xmlns:a16="http://schemas.microsoft.com/office/drawing/2014/main" id="{B49A9204-36A2-43A2-9C1D-709BD5527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2" name="Line 2">
                <a:extLst>
                  <a:ext uri="{FF2B5EF4-FFF2-40B4-BE49-F238E27FC236}">
                    <a16:creationId xmlns:a16="http://schemas.microsoft.com/office/drawing/2014/main" id="{E25AB97B-EBA4-4EBE-A523-5B759388A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" name="Line 1">
                <a:extLst>
                  <a:ext uri="{FF2B5EF4-FFF2-40B4-BE49-F238E27FC236}">
                    <a16:creationId xmlns:a16="http://schemas.microsoft.com/office/drawing/2014/main" id="{C32E0A83-6625-4F0B-8A57-83FCFAFCD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F764981E-A834-4268-9BAB-A964D0C66941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5A94982F-92B4-4832-994A-376E6E248D03}"/>
                </a:ext>
              </a:extLst>
            </p:cNvPr>
            <p:cNvSpPr/>
            <p:nvPr/>
          </p:nvSpPr>
          <p:spPr>
            <a:xfrm>
              <a:off x="1874271" y="1882756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818261D5-76EC-41D5-B7D0-F8A583A983AE}"/>
              </a:ext>
            </a:extLst>
          </p:cNvPr>
          <p:cNvGrpSpPr/>
          <p:nvPr userDrawn="1"/>
        </p:nvGrpSpPr>
        <p:grpSpPr>
          <a:xfrm>
            <a:off x="1356315" y="2332693"/>
            <a:ext cx="2414204" cy="437877"/>
            <a:chOff x="1356315" y="2332693"/>
            <a:chExt cx="2414204" cy="437877"/>
          </a:xfrm>
        </p:grpSpPr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0C8044DB-9CF0-4F8F-8612-72DEC2849CF4}"/>
                </a:ext>
              </a:extLst>
            </p:cNvPr>
            <p:cNvGrpSpPr/>
            <p:nvPr/>
          </p:nvGrpSpPr>
          <p:grpSpPr>
            <a:xfrm>
              <a:off x="1356315" y="2420059"/>
              <a:ext cx="517956" cy="248122"/>
              <a:chOff x="2681976" y="1955121"/>
              <a:chExt cx="1929510" cy="596970"/>
            </a:xfrm>
          </p:grpSpPr>
          <p:sp>
            <p:nvSpPr>
              <p:cNvPr id="97" name="Border">
                <a:extLst>
                  <a:ext uri="{FF2B5EF4-FFF2-40B4-BE49-F238E27FC236}">
                    <a16:creationId xmlns:a16="http://schemas.microsoft.com/office/drawing/2014/main" id="{17F39CF9-20AF-428D-A9BA-A13C07426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8" name="Line 2">
                <a:extLst>
                  <a:ext uri="{FF2B5EF4-FFF2-40B4-BE49-F238E27FC236}">
                    <a16:creationId xmlns:a16="http://schemas.microsoft.com/office/drawing/2014/main" id="{9640F899-ADE7-477D-B43E-DCBE7B29C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9" name="Line 1">
                <a:extLst>
                  <a:ext uri="{FF2B5EF4-FFF2-40B4-BE49-F238E27FC236}">
                    <a16:creationId xmlns:a16="http://schemas.microsoft.com/office/drawing/2014/main" id="{6D862890-D702-4D3E-BFAB-BA793128E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6B1B0FB0-2368-4560-B124-7C6782505FFC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F89CADA4-D74E-4D78-8DEF-F5317217559C}"/>
                </a:ext>
              </a:extLst>
            </p:cNvPr>
            <p:cNvSpPr/>
            <p:nvPr/>
          </p:nvSpPr>
          <p:spPr>
            <a:xfrm>
              <a:off x="1874271" y="2332693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186F8F0-1D14-4671-9618-D65BAB8755FC}"/>
              </a:ext>
            </a:extLst>
          </p:cNvPr>
          <p:cNvSpPr/>
          <p:nvPr userDrawn="1"/>
        </p:nvSpPr>
        <p:spPr>
          <a:xfrm>
            <a:off x="9360401" y="1589414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0ECC5B19-A2E1-441E-8082-1E84C6C60B5B}"/>
              </a:ext>
            </a:extLst>
          </p:cNvPr>
          <p:cNvGrpSpPr/>
          <p:nvPr userDrawn="1"/>
        </p:nvGrpSpPr>
        <p:grpSpPr>
          <a:xfrm>
            <a:off x="1356315" y="3216931"/>
            <a:ext cx="2414204" cy="437877"/>
            <a:chOff x="1356315" y="2800673"/>
            <a:chExt cx="2414204" cy="437877"/>
          </a:xfrm>
        </p:grpSpPr>
        <p:grpSp>
          <p:nvGrpSpPr>
            <p:cNvPr id="104" name="그룹 103">
              <a:extLst>
                <a:ext uri="{FF2B5EF4-FFF2-40B4-BE49-F238E27FC236}">
                  <a16:creationId xmlns:a16="http://schemas.microsoft.com/office/drawing/2014/main" id="{F137B7DA-669E-46D5-A4F7-E7A9AFADB902}"/>
                </a:ext>
              </a:extLst>
            </p:cNvPr>
            <p:cNvGrpSpPr/>
            <p:nvPr/>
          </p:nvGrpSpPr>
          <p:grpSpPr>
            <a:xfrm>
              <a:off x="1356315" y="2888039"/>
              <a:ext cx="517956" cy="248122"/>
              <a:chOff x="2681976" y="1955121"/>
              <a:chExt cx="1929510" cy="596970"/>
            </a:xfrm>
          </p:grpSpPr>
          <p:sp>
            <p:nvSpPr>
              <p:cNvPr id="112" name="Border">
                <a:extLst>
                  <a:ext uri="{FF2B5EF4-FFF2-40B4-BE49-F238E27FC236}">
                    <a16:creationId xmlns:a16="http://schemas.microsoft.com/office/drawing/2014/main" id="{85948C22-66F9-417C-BC7C-CBD3F1518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7" name="Line 2">
                <a:extLst>
                  <a:ext uri="{FF2B5EF4-FFF2-40B4-BE49-F238E27FC236}">
                    <a16:creationId xmlns:a16="http://schemas.microsoft.com/office/drawing/2014/main" id="{E4A0B397-521A-4B6C-968D-1287A7165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8" name="Line 1">
                <a:extLst>
                  <a:ext uri="{FF2B5EF4-FFF2-40B4-BE49-F238E27FC236}">
                    <a16:creationId xmlns:a16="http://schemas.microsoft.com/office/drawing/2014/main" id="{06A9433F-8712-4A8D-A9C8-A23E784D0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B375D956-0F6C-444C-8D9D-0D02B13D47B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16D11B51-C3AA-4680-A260-ADA0A0DD8384}"/>
                </a:ext>
              </a:extLst>
            </p:cNvPr>
            <p:cNvSpPr/>
            <p:nvPr/>
          </p:nvSpPr>
          <p:spPr>
            <a:xfrm>
              <a:off x="1874271" y="2800673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590BB279-E88F-492A-9CF9-52E9781E98C3}"/>
              </a:ext>
            </a:extLst>
          </p:cNvPr>
          <p:cNvGrpSpPr/>
          <p:nvPr userDrawn="1"/>
        </p:nvGrpSpPr>
        <p:grpSpPr>
          <a:xfrm>
            <a:off x="1356315" y="3627040"/>
            <a:ext cx="2414204" cy="437877"/>
            <a:chOff x="1356315" y="3210782"/>
            <a:chExt cx="2414204" cy="437877"/>
          </a:xfrm>
        </p:grpSpPr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97E535CB-6F2B-4933-B4D2-5E4CA31A2DA7}"/>
                </a:ext>
              </a:extLst>
            </p:cNvPr>
            <p:cNvGrpSpPr/>
            <p:nvPr/>
          </p:nvGrpSpPr>
          <p:grpSpPr>
            <a:xfrm>
              <a:off x="1356315" y="3298148"/>
              <a:ext cx="517956" cy="248122"/>
              <a:chOff x="2681976" y="1955121"/>
              <a:chExt cx="1929510" cy="596970"/>
            </a:xfrm>
          </p:grpSpPr>
          <p:sp>
            <p:nvSpPr>
              <p:cNvPr id="134" name="Border">
                <a:extLst>
                  <a:ext uri="{FF2B5EF4-FFF2-40B4-BE49-F238E27FC236}">
                    <a16:creationId xmlns:a16="http://schemas.microsoft.com/office/drawing/2014/main" id="{C6DAD95B-B3D0-44EE-8624-4B121C0EA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5" name="Line 2">
                <a:extLst>
                  <a:ext uri="{FF2B5EF4-FFF2-40B4-BE49-F238E27FC236}">
                    <a16:creationId xmlns:a16="http://schemas.microsoft.com/office/drawing/2014/main" id="{2963DAAB-6354-4FA4-A4E3-0A52CA4FA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6" name="Line 1">
                <a:extLst>
                  <a:ext uri="{FF2B5EF4-FFF2-40B4-BE49-F238E27FC236}">
                    <a16:creationId xmlns:a16="http://schemas.microsoft.com/office/drawing/2014/main" id="{191D6AC6-6B80-46C6-A7C2-50AFD87A6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B9D6FBCC-2F9A-4AA5-8671-7197D7C3596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32" name="직사각형 131">
              <a:extLst>
                <a:ext uri="{FF2B5EF4-FFF2-40B4-BE49-F238E27FC236}">
                  <a16:creationId xmlns:a16="http://schemas.microsoft.com/office/drawing/2014/main" id="{20A8B0F6-AB5A-4C15-887E-85A97592CBD7}"/>
                </a:ext>
              </a:extLst>
            </p:cNvPr>
            <p:cNvSpPr/>
            <p:nvPr/>
          </p:nvSpPr>
          <p:spPr>
            <a:xfrm>
              <a:off x="1874271" y="3210782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B815A11E-3A6A-4A61-B69A-85A9AF668BBA}"/>
              </a:ext>
            </a:extLst>
          </p:cNvPr>
          <p:cNvGrpSpPr/>
          <p:nvPr userDrawn="1"/>
        </p:nvGrpSpPr>
        <p:grpSpPr>
          <a:xfrm>
            <a:off x="1356315" y="4076977"/>
            <a:ext cx="2414204" cy="437877"/>
            <a:chOff x="1356315" y="3660719"/>
            <a:chExt cx="2414204" cy="437877"/>
          </a:xfrm>
        </p:grpSpPr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7620C870-D3D3-4E8D-9223-B24F0603A3CC}"/>
                </a:ext>
              </a:extLst>
            </p:cNvPr>
            <p:cNvGrpSpPr/>
            <p:nvPr/>
          </p:nvGrpSpPr>
          <p:grpSpPr>
            <a:xfrm>
              <a:off x="1356315" y="3748085"/>
              <a:ext cx="517956" cy="248122"/>
              <a:chOff x="2681976" y="1955121"/>
              <a:chExt cx="1929510" cy="596970"/>
            </a:xfrm>
          </p:grpSpPr>
          <p:sp>
            <p:nvSpPr>
              <p:cNvPr id="141" name="Border">
                <a:extLst>
                  <a:ext uri="{FF2B5EF4-FFF2-40B4-BE49-F238E27FC236}">
                    <a16:creationId xmlns:a16="http://schemas.microsoft.com/office/drawing/2014/main" id="{31B9D6FF-CDF2-4062-A553-672795F94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2" name="Line 2">
                <a:extLst>
                  <a:ext uri="{FF2B5EF4-FFF2-40B4-BE49-F238E27FC236}">
                    <a16:creationId xmlns:a16="http://schemas.microsoft.com/office/drawing/2014/main" id="{BD7CAA71-F129-44D8-9DB6-C081D8C6F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3" name="Line 1">
                <a:extLst>
                  <a:ext uri="{FF2B5EF4-FFF2-40B4-BE49-F238E27FC236}">
                    <a16:creationId xmlns:a16="http://schemas.microsoft.com/office/drawing/2014/main" id="{CF60328B-1EF4-423A-B361-2824C1624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E8C45213-847E-4C92-935A-5BA82D58D57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E964BDEC-1E02-4430-B020-C5905ECEB1E2}"/>
                </a:ext>
              </a:extLst>
            </p:cNvPr>
            <p:cNvSpPr/>
            <p:nvPr/>
          </p:nvSpPr>
          <p:spPr>
            <a:xfrm>
              <a:off x="1874271" y="3660719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596BD037-E40D-4D51-B4D9-CC4ED1503CD6}"/>
              </a:ext>
            </a:extLst>
          </p:cNvPr>
          <p:cNvGrpSpPr/>
          <p:nvPr userDrawn="1"/>
        </p:nvGrpSpPr>
        <p:grpSpPr>
          <a:xfrm>
            <a:off x="1356315" y="4476486"/>
            <a:ext cx="2414204" cy="437877"/>
            <a:chOff x="1356315" y="4060228"/>
            <a:chExt cx="2414204" cy="437877"/>
          </a:xfrm>
        </p:grpSpPr>
        <p:grpSp>
          <p:nvGrpSpPr>
            <p:cNvPr id="146" name="그룹 145">
              <a:extLst>
                <a:ext uri="{FF2B5EF4-FFF2-40B4-BE49-F238E27FC236}">
                  <a16:creationId xmlns:a16="http://schemas.microsoft.com/office/drawing/2014/main" id="{57AA7F9C-0AC1-4F7F-B175-0B2F4353B418}"/>
                </a:ext>
              </a:extLst>
            </p:cNvPr>
            <p:cNvGrpSpPr/>
            <p:nvPr/>
          </p:nvGrpSpPr>
          <p:grpSpPr>
            <a:xfrm>
              <a:off x="1356315" y="4147594"/>
              <a:ext cx="517956" cy="248122"/>
              <a:chOff x="2681976" y="1955121"/>
              <a:chExt cx="1929510" cy="596970"/>
            </a:xfrm>
          </p:grpSpPr>
          <p:sp>
            <p:nvSpPr>
              <p:cNvPr id="148" name="Border">
                <a:extLst>
                  <a:ext uri="{FF2B5EF4-FFF2-40B4-BE49-F238E27FC236}">
                    <a16:creationId xmlns:a16="http://schemas.microsoft.com/office/drawing/2014/main" id="{0A8E2596-B248-462C-A56B-7EDA51FFC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9" name="Line 2">
                <a:extLst>
                  <a:ext uri="{FF2B5EF4-FFF2-40B4-BE49-F238E27FC236}">
                    <a16:creationId xmlns:a16="http://schemas.microsoft.com/office/drawing/2014/main" id="{0E3343A3-09A3-4B98-9019-3CB0FFB39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0" name="Line 1">
                <a:extLst>
                  <a:ext uri="{FF2B5EF4-FFF2-40B4-BE49-F238E27FC236}">
                    <a16:creationId xmlns:a16="http://schemas.microsoft.com/office/drawing/2014/main" id="{C340A2B0-BC57-4566-B35F-876C08326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1" name="TextBox 150">
                <a:extLst>
                  <a:ext uri="{FF2B5EF4-FFF2-40B4-BE49-F238E27FC236}">
                    <a16:creationId xmlns:a16="http://schemas.microsoft.com/office/drawing/2014/main" id="{C528245F-B496-4D2F-8C01-984DF4C66161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CC5203FA-13C9-4549-9BE2-BC04138802EA}"/>
                </a:ext>
              </a:extLst>
            </p:cNvPr>
            <p:cNvSpPr/>
            <p:nvPr/>
          </p:nvSpPr>
          <p:spPr>
            <a:xfrm>
              <a:off x="1874271" y="4060228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23E0BDA1-6003-4055-8496-FC262E99E585}"/>
              </a:ext>
            </a:extLst>
          </p:cNvPr>
          <p:cNvGrpSpPr/>
          <p:nvPr userDrawn="1"/>
        </p:nvGrpSpPr>
        <p:grpSpPr>
          <a:xfrm>
            <a:off x="1356315" y="4886595"/>
            <a:ext cx="2414204" cy="437877"/>
            <a:chOff x="1356315" y="4470337"/>
            <a:chExt cx="2414204" cy="437877"/>
          </a:xfrm>
        </p:grpSpPr>
        <p:grpSp>
          <p:nvGrpSpPr>
            <p:cNvPr id="153" name="그룹 152">
              <a:extLst>
                <a:ext uri="{FF2B5EF4-FFF2-40B4-BE49-F238E27FC236}">
                  <a16:creationId xmlns:a16="http://schemas.microsoft.com/office/drawing/2014/main" id="{BED0CC24-59F8-470C-8E0A-BB73D426F47E}"/>
                </a:ext>
              </a:extLst>
            </p:cNvPr>
            <p:cNvGrpSpPr/>
            <p:nvPr/>
          </p:nvGrpSpPr>
          <p:grpSpPr>
            <a:xfrm>
              <a:off x="1356315" y="4557703"/>
              <a:ext cx="517956" cy="248122"/>
              <a:chOff x="2681976" y="1955121"/>
              <a:chExt cx="1929510" cy="596970"/>
            </a:xfrm>
          </p:grpSpPr>
          <p:sp>
            <p:nvSpPr>
              <p:cNvPr id="155" name="Border">
                <a:extLst>
                  <a:ext uri="{FF2B5EF4-FFF2-40B4-BE49-F238E27FC236}">
                    <a16:creationId xmlns:a16="http://schemas.microsoft.com/office/drawing/2014/main" id="{9DFD2387-A33F-4475-BF7C-FF075F43D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6" name="Line 2">
                <a:extLst>
                  <a:ext uri="{FF2B5EF4-FFF2-40B4-BE49-F238E27FC236}">
                    <a16:creationId xmlns:a16="http://schemas.microsoft.com/office/drawing/2014/main" id="{7EF6DEC4-7CC9-4161-9BED-3351FBB64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7" name="Line 1">
                <a:extLst>
                  <a:ext uri="{FF2B5EF4-FFF2-40B4-BE49-F238E27FC236}">
                    <a16:creationId xmlns:a16="http://schemas.microsoft.com/office/drawing/2014/main" id="{0FAB10C0-1A98-4CAD-9EED-A7B050AD0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6B7A2C55-76C6-4547-B9C7-D489253390F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94624304-3F70-4394-A2FE-5D72F8FDD99A}"/>
                </a:ext>
              </a:extLst>
            </p:cNvPr>
            <p:cNvSpPr/>
            <p:nvPr/>
          </p:nvSpPr>
          <p:spPr>
            <a:xfrm>
              <a:off x="1874271" y="4470337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CCB85CF9-A0F1-4E6D-B033-654FED2D0D90}"/>
              </a:ext>
            </a:extLst>
          </p:cNvPr>
          <p:cNvGrpSpPr/>
          <p:nvPr userDrawn="1"/>
        </p:nvGrpSpPr>
        <p:grpSpPr>
          <a:xfrm>
            <a:off x="1356315" y="4920274"/>
            <a:ext cx="2414204" cy="437877"/>
            <a:chOff x="1356315" y="4920274"/>
            <a:chExt cx="2414204" cy="437877"/>
          </a:xfrm>
        </p:grpSpPr>
        <p:grpSp>
          <p:nvGrpSpPr>
            <p:cNvPr id="160" name="그룹 159">
              <a:extLst>
                <a:ext uri="{FF2B5EF4-FFF2-40B4-BE49-F238E27FC236}">
                  <a16:creationId xmlns:a16="http://schemas.microsoft.com/office/drawing/2014/main" id="{8B70110C-B18C-452D-8CE3-F13318404F31}"/>
                </a:ext>
              </a:extLst>
            </p:cNvPr>
            <p:cNvGrpSpPr/>
            <p:nvPr/>
          </p:nvGrpSpPr>
          <p:grpSpPr>
            <a:xfrm>
              <a:off x="1356315" y="5007640"/>
              <a:ext cx="517956" cy="248122"/>
              <a:chOff x="2681976" y="1955121"/>
              <a:chExt cx="1929510" cy="596970"/>
            </a:xfrm>
          </p:grpSpPr>
          <p:sp>
            <p:nvSpPr>
              <p:cNvPr id="162" name="Border">
                <a:extLst>
                  <a:ext uri="{FF2B5EF4-FFF2-40B4-BE49-F238E27FC236}">
                    <a16:creationId xmlns:a16="http://schemas.microsoft.com/office/drawing/2014/main" id="{FE2E2B62-3051-4ABA-9EF2-63BD135E4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3" name="Line 2">
                <a:extLst>
                  <a:ext uri="{FF2B5EF4-FFF2-40B4-BE49-F238E27FC236}">
                    <a16:creationId xmlns:a16="http://schemas.microsoft.com/office/drawing/2014/main" id="{33193C2B-CA31-422F-B0B0-6794A8D62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4" name="Line 1">
                <a:extLst>
                  <a:ext uri="{FF2B5EF4-FFF2-40B4-BE49-F238E27FC236}">
                    <a16:creationId xmlns:a16="http://schemas.microsoft.com/office/drawing/2014/main" id="{BAFAE5AA-0E04-4EB3-A508-872D4CAAB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5" name="TextBox 164">
                <a:extLst>
                  <a:ext uri="{FF2B5EF4-FFF2-40B4-BE49-F238E27FC236}">
                    <a16:creationId xmlns:a16="http://schemas.microsoft.com/office/drawing/2014/main" id="{569E393E-8580-48F5-9F27-70919D83653D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C0EEDED5-0232-45BD-A21B-7382D025BFC2}"/>
                </a:ext>
              </a:extLst>
            </p:cNvPr>
            <p:cNvSpPr/>
            <p:nvPr/>
          </p:nvSpPr>
          <p:spPr>
            <a:xfrm>
              <a:off x="1874271" y="4920274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37BE70A-D6FA-42A8-B474-2C5B0A786B57}"/>
              </a:ext>
            </a:extLst>
          </p:cNvPr>
          <p:cNvGrpSpPr/>
          <p:nvPr userDrawn="1"/>
        </p:nvGrpSpPr>
        <p:grpSpPr>
          <a:xfrm>
            <a:off x="1356315" y="5345863"/>
            <a:ext cx="2414204" cy="437877"/>
            <a:chOff x="1356315" y="5345863"/>
            <a:chExt cx="2414204" cy="437877"/>
          </a:xfrm>
        </p:grpSpPr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9A22F9C4-4D05-4463-9027-BE3C46782E33}"/>
                </a:ext>
              </a:extLst>
            </p:cNvPr>
            <p:cNvGrpSpPr/>
            <p:nvPr/>
          </p:nvGrpSpPr>
          <p:grpSpPr>
            <a:xfrm>
              <a:off x="1356315" y="5433229"/>
              <a:ext cx="517956" cy="248122"/>
              <a:chOff x="2681976" y="1955121"/>
              <a:chExt cx="1929510" cy="596970"/>
            </a:xfrm>
          </p:grpSpPr>
          <p:sp>
            <p:nvSpPr>
              <p:cNvPr id="169" name="Border">
                <a:extLst>
                  <a:ext uri="{FF2B5EF4-FFF2-40B4-BE49-F238E27FC236}">
                    <a16:creationId xmlns:a16="http://schemas.microsoft.com/office/drawing/2014/main" id="{E27D5479-9D8E-4835-AE8A-DD93504C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0" name="Line 2">
                <a:extLst>
                  <a:ext uri="{FF2B5EF4-FFF2-40B4-BE49-F238E27FC236}">
                    <a16:creationId xmlns:a16="http://schemas.microsoft.com/office/drawing/2014/main" id="{B58C922E-BF75-47C3-8094-D5AAB2542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1" name="Line 1">
                <a:extLst>
                  <a:ext uri="{FF2B5EF4-FFF2-40B4-BE49-F238E27FC236}">
                    <a16:creationId xmlns:a16="http://schemas.microsoft.com/office/drawing/2014/main" id="{9979541F-C7F8-41D1-BE19-DF83488DB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E5508301-2831-44C9-9E68-3772C53D7A8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C6622400-863C-42C7-807F-B7A0B0DB9C97}"/>
                </a:ext>
              </a:extLst>
            </p:cNvPr>
            <p:cNvSpPr/>
            <p:nvPr/>
          </p:nvSpPr>
          <p:spPr>
            <a:xfrm>
              <a:off x="1874271" y="5345863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5C9B949-C02C-4B44-88BD-271184FCB399}"/>
              </a:ext>
            </a:extLst>
          </p:cNvPr>
          <p:cNvSpPr/>
          <p:nvPr userDrawn="1"/>
        </p:nvSpPr>
        <p:spPr>
          <a:xfrm>
            <a:off x="9360399" y="4586642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E2523171-E682-44D1-87AF-5774DAA307DE}"/>
              </a:ext>
            </a:extLst>
          </p:cNvPr>
          <p:cNvSpPr/>
          <p:nvPr userDrawn="1"/>
        </p:nvSpPr>
        <p:spPr>
          <a:xfrm>
            <a:off x="9360400" y="1995431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8ABC5074-EA0E-41BD-B98B-47570E84BE3A}"/>
              </a:ext>
            </a:extLst>
          </p:cNvPr>
          <p:cNvSpPr/>
          <p:nvPr userDrawn="1"/>
        </p:nvSpPr>
        <p:spPr>
          <a:xfrm>
            <a:off x="9360399" y="2424660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519262F9-EF8D-4B64-BB44-6A8E3109CD88}"/>
              </a:ext>
            </a:extLst>
          </p:cNvPr>
          <p:cNvSpPr/>
          <p:nvPr userDrawn="1"/>
        </p:nvSpPr>
        <p:spPr>
          <a:xfrm>
            <a:off x="9357334" y="5032949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EF13FF63-4FB1-43F3-AE4B-BFB8A4850BA3}"/>
              </a:ext>
            </a:extLst>
          </p:cNvPr>
          <p:cNvSpPr/>
          <p:nvPr userDrawn="1"/>
        </p:nvSpPr>
        <p:spPr>
          <a:xfrm>
            <a:off x="9370727" y="5467992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00D24F8B-3D6A-41F7-B554-A2BAC1F3BCCD}"/>
              </a:ext>
            </a:extLst>
          </p:cNvPr>
          <p:cNvSpPr/>
          <p:nvPr userDrawn="1"/>
        </p:nvSpPr>
        <p:spPr>
          <a:xfrm>
            <a:off x="9367662" y="5914299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38F227BF-28AF-459E-BB9D-2AB1C4ABA906}"/>
              </a:ext>
            </a:extLst>
          </p:cNvPr>
          <p:cNvSpPr/>
          <p:nvPr userDrawn="1"/>
        </p:nvSpPr>
        <p:spPr>
          <a:xfrm>
            <a:off x="9357336" y="2879761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55D838C6-1F58-4AF7-B818-95BF6FFF1EAF}"/>
              </a:ext>
            </a:extLst>
          </p:cNvPr>
          <p:cNvSpPr/>
          <p:nvPr userDrawn="1"/>
        </p:nvSpPr>
        <p:spPr>
          <a:xfrm>
            <a:off x="9357335" y="3285778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25ECB0A3-D5C0-412D-9E3E-2257771892E9}"/>
              </a:ext>
            </a:extLst>
          </p:cNvPr>
          <p:cNvSpPr/>
          <p:nvPr userDrawn="1"/>
        </p:nvSpPr>
        <p:spPr>
          <a:xfrm>
            <a:off x="9357334" y="3715007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31B104D6-CE5A-4341-AD65-7C0C15423FA0}"/>
              </a:ext>
            </a:extLst>
          </p:cNvPr>
          <p:cNvSpPr/>
          <p:nvPr userDrawn="1"/>
        </p:nvSpPr>
        <p:spPr>
          <a:xfrm>
            <a:off x="9365195" y="4150680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679640DE-3E6B-4A2E-BB8C-7D781DD7D556}"/>
              </a:ext>
            </a:extLst>
          </p:cNvPr>
          <p:cNvSpPr/>
          <p:nvPr userDrawn="1"/>
        </p:nvSpPr>
        <p:spPr>
          <a:xfrm>
            <a:off x="8895177" y="1589414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B26C089B-3F2A-453A-810A-162BE6EC3083}"/>
              </a:ext>
            </a:extLst>
          </p:cNvPr>
          <p:cNvSpPr/>
          <p:nvPr userDrawn="1"/>
        </p:nvSpPr>
        <p:spPr>
          <a:xfrm>
            <a:off x="8898934" y="199900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8C3CB07D-953C-4DAD-8875-3C58C6DDE13E}"/>
              </a:ext>
            </a:extLst>
          </p:cNvPr>
          <p:cNvSpPr/>
          <p:nvPr userDrawn="1"/>
        </p:nvSpPr>
        <p:spPr>
          <a:xfrm>
            <a:off x="8898934" y="242999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17B813D8-F5A0-4517-A598-F1C062F3912C}"/>
              </a:ext>
            </a:extLst>
          </p:cNvPr>
          <p:cNvSpPr/>
          <p:nvPr userDrawn="1"/>
        </p:nvSpPr>
        <p:spPr>
          <a:xfrm>
            <a:off x="8894335" y="2881661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DEC47FD4-F0F6-4DF4-BBD4-CAF4E44F1E2A}"/>
              </a:ext>
            </a:extLst>
          </p:cNvPr>
          <p:cNvSpPr/>
          <p:nvPr userDrawn="1"/>
        </p:nvSpPr>
        <p:spPr>
          <a:xfrm>
            <a:off x="8894335" y="3285778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CC8C54F3-7871-401D-8B9B-7E90BB472D20}"/>
              </a:ext>
            </a:extLst>
          </p:cNvPr>
          <p:cNvSpPr/>
          <p:nvPr userDrawn="1"/>
        </p:nvSpPr>
        <p:spPr>
          <a:xfrm>
            <a:off x="8898934" y="3716911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84B13E6-4165-4C1E-8C32-B04B7EF91D23}"/>
              </a:ext>
            </a:extLst>
          </p:cNvPr>
          <p:cNvSpPr/>
          <p:nvPr userDrawn="1"/>
        </p:nvSpPr>
        <p:spPr>
          <a:xfrm>
            <a:off x="8891410" y="4147074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B271229A-2B2B-42F2-A113-6497F26AC521}"/>
              </a:ext>
            </a:extLst>
          </p:cNvPr>
          <p:cNvSpPr/>
          <p:nvPr userDrawn="1"/>
        </p:nvSpPr>
        <p:spPr>
          <a:xfrm>
            <a:off x="8894335" y="458664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1EA8458A-6E4C-401E-9DD0-A9E09F8DF608}"/>
              </a:ext>
            </a:extLst>
          </p:cNvPr>
          <p:cNvSpPr/>
          <p:nvPr userDrawn="1"/>
        </p:nvSpPr>
        <p:spPr>
          <a:xfrm>
            <a:off x="8890231" y="5037254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D8F7150B-DCC8-4C29-9BEF-66412F03B500}"/>
              </a:ext>
            </a:extLst>
          </p:cNvPr>
          <p:cNvSpPr/>
          <p:nvPr userDrawn="1"/>
        </p:nvSpPr>
        <p:spPr>
          <a:xfrm>
            <a:off x="8894335" y="5466763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32334D0D-160C-4D92-B8E0-6E1598D29662}"/>
              </a:ext>
            </a:extLst>
          </p:cNvPr>
          <p:cNvSpPr/>
          <p:nvPr userDrawn="1"/>
        </p:nvSpPr>
        <p:spPr>
          <a:xfrm>
            <a:off x="8890231" y="5914299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64DAC57A-30F7-4162-8AD6-EA01225CD233}"/>
              </a:ext>
            </a:extLst>
          </p:cNvPr>
          <p:cNvGrpSpPr/>
          <p:nvPr userDrawn="1"/>
        </p:nvGrpSpPr>
        <p:grpSpPr>
          <a:xfrm>
            <a:off x="1634030" y="2451315"/>
            <a:ext cx="2414204" cy="437877"/>
            <a:chOff x="1237832" y="3375500"/>
            <a:chExt cx="1708479" cy="437877"/>
          </a:xfrm>
        </p:grpSpPr>
        <p:grpSp>
          <p:nvGrpSpPr>
            <p:cNvPr id="86" name="그룹 85">
              <a:extLst>
                <a:ext uri="{FF2B5EF4-FFF2-40B4-BE49-F238E27FC236}">
                  <a16:creationId xmlns:a16="http://schemas.microsoft.com/office/drawing/2014/main" id="{F669B085-4041-453A-824B-93194E277416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88" name="Border">
                <a:extLst>
                  <a:ext uri="{FF2B5EF4-FFF2-40B4-BE49-F238E27FC236}">
                    <a16:creationId xmlns:a16="http://schemas.microsoft.com/office/drawing/2014/main" id="{0FB3EAC5-6FF3-44CD-A9E5-A9EC080DF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" name="Line 2">
                <a:extLst>
                  <a:ext uri="{FF2B5EF4-FFF2-40B4-BE49-F238E27FC236}">
                    <a16:creationId xmlns:a16="http://schemas.microsoft.com/office/drawing/2014/main" id="{2304017C-A27B-4269-B9EA-F59F5EFE5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0" name="Line 1">
                <a:extLst>
                  <a:ext uri="{FF2B5EF4-FFF2-40B4-BE49-F238E27FC236}">
                    <a16:creationId xmlns:a16="http://schemas.microsoft.com/office/drawing/2014/main" id="{EF4B2142-6B3E-48EB-B9B5-3F2C01B1E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06F1516E-9354-47D2-85CC-0BBFFAEAEFB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37D7D2DB-D18D-4DF2-8B65-4D9A1BF33F0F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4E15760-4DD9-4A5F-AB5F-32E36AA8D37A}"/>
              </a:ext>
            </a:extLst>
          </p:cNvPr>
          <p:cNvSpPr/>
          <p:nvPr userDrawn="1"/>
        </p:nvSpPr>
        <p:spPr>
          <a:xfrm>
            <a:off x="-122302" y="1185476"/>
            <a:ext cx="9226755" cy="5754411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39" name="표 5">
            <a:extLst>
              <a:ext uri="{FF2B5EF4-FFF2-40B4-BE49-F238E27FC236}">
                <a16:creationId xmlns:a16="http://schemas.microsoft.com/office/drawing/2014/main" id="{EDED5118-B1BA-4B72-BF91-4E5ED8112A12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194050248"/>
              </p:ext>
            </p:extLst>
          </p:nvPr>
        </p:nvGraphicFramePr>
        <p:xfrm>
          <a:off x="38560" y="1592796"/>
          <a:ext cx="8880744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0248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2046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자사상품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 err="1">
                          <a:solidFill>
                            <a:schemeClr val="bg1"/>
                          </a:solidFill>
                        </a:rPr>
                        <a:t>관심된</a:t>
                      </a:r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 공개상품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허가된 부분공개상품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40" name="직사각형 39">
            <a:extLst>
              <a:ext uri="{FF2B5EF4-FFF2-40B4-BE49-F238E27FC236}">
                <a16:creationId xmlns:a16="http://schemas.microsoft.com/office/drawing/2014/main" id="{D1860CD8-CC27-4AA4-853A-3A8ED3A5AB1C}"/>
              </a:ext>
            </a:extLst>
          </p:cNvPr>
          <p:cNvSpPr/>
          <p:nvPr userDrawn="1"/>
        </p:nvSpPr>
        <p:spPr>
          <a:xfrm>
            <a:off x="1111918" y="2108440"/>
            <a:ext cx="6837869" cy="18024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graphicFrame>
        <p:nvGraphicFramePr>
          <p:cNvPr id="42" name="표 63">
            <a:extLst>
              <a:ext uri="{FF2B5EF4-FFF2-40B4-BE49-F238E27FC236}">
                <a16:creationId xmlns:a16="http://schemas.microsoft.com/office/drawing/2014/main" id="{9BF11F35-8A3F-4A47-AFC1-FBF35D2BEA2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388408513"/>
              </p:ext>
            </p:extLst>
          </p:nvPr>
        </p:nvGraphicFramePr>
        <p:xfrm>
          <a:off x="64422" y="2075052"/>
          <a:ext cx="8854882" cy="73375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81985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7872897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24458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24458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/>
                        <a:t>상품분류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0206176"/>
                  </a:ext>
                </a:extLst>
              </a:tr>
              <a:tr h="244585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43" name="직사각형 42">
            <a:extLst>
              <a:ext uri="{FF2B5EF4-FFF2-40B4-BE49-F238E27FC236}">
                <a16:creationId xmlns:a16="http://schemas.microsoft.com/office/drawing/2014/main" id="{33C01F2D-CDA1-4D3E-AF71-45EE7A4C40B4}"/>
              </a:ext>
            </a:extLst>
          </p:cNvPr>
          <p:cNvSpPr/>
          <p:nvPr userDrawn="1"/>
        </p:nvSpPr>
        <p:spPr>
          <a:xfrm>
            <a:off x="8166685" y="2587885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pic>
        <p:nvPicPr>
          <p:cNvPr id="46" name="Picture 2">
            <a:extLst>
              <a:ext uri="{FF2B5EF4-FFF2-40B4-BE49-F238E27FC236}">
                <a16:creationId xmlns:a16="http://schemas.microsoft.com/office/drawing/2014/main" id="{B8F56A66-8199-4209-9F69-EB55AD770E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6379" y="5069239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" name="TextBox 70">
            <a:extLst>
              <a:ext uri="{FF2B5EF4-FFF2-40B4-BE49-F238E27FC236}">
                <a16:creationId xmlns:a16="http://schemas.microsoft.com/office/drawing/2014/main" id="{27887ED8-8B5B-453D-9713-370307DE7EAF}"/>
              </a:ext>
            </a:extLst>
          </p:cNvPr>
          <p:cNvSpPr txBox="1"/>
          <p:nvPr userDrawn="1"/>
        </p:nvSpPr>
        <p:spPr>
          <a:xfrm>
            <a:off x="-15975" y="3051357"/>
            <a:ext cx="253020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</a:rPr>
              <a:t>■ </a:t>
            </a:r>
            <a:r>
              <a:rPr lang="ko-KR" altLang="en-US" sz="800" b="1" dirty="0"/>
              <a:t>총 </a:t>
            </a:r>
            <a:r>
              <a:rPr lang="en-US" altLang="ko-KR" sz="800" b="1" dirty="0"/>
              <a:t>3 </a:t>
            </a:r>
            <a:r>
              <a:rPr lang="ko-KR" altLang="en-US" sz="800" b="1" dirty="0"/>
              <a:t>건</a:t>
            </a:r>
          </a:p>
        </p:txBody>
      </p:sp>
      <p:graphicFrame>
        <p:nvGraphicFramePr>
          <p:cNvPr id="72" name="표 71">
            <a:extLst>
              <a:ext uri="{FF2B5EF4-FFF2-40B4-BE49-F238E27FC236}">
                <a16:creationId xmlns:a16="http://schemas.microsoft.com/office/drawing/2014/main" id="{83607290-E25E-42DD-BCEB-95B082EB79F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480838732"/>
              </p:ext>
            </p:extLst>
          </p:nvPr>
        </p:nvGraphicFramePr>
        <p:xfrm>
          <a:off x="64422" y="3292990"/>
          <a:ext cx="8854882" cy="15142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62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500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1888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23163">
                  <a:extLst>
                    <a:ext uri="{9D8B030D-6E8A-4147-A177-3AD203B41FA5}">
                      <a16:colId xmlns:a16="http://schemas.microsoft.com/office/drawing/2014/main" val="2271507586"/>
                    </a:ext>
                  </a:extLst>
                </a:gridCol>
                <a:gridCol w="1166883">
                  <a:extLst>
                    <a:ext uri="{9D8B030D-6E8A-4147-A177-3AD203B41FA5}">
                      <a16:colId xmlns:a16="http://schemas.microsoft.com/office/drawing/2014/main" val="3237610251"/>
                    </a:ext>
                  </a:extLst>
                </a:gridCol>
                <a:gridCol w="1535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1935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수정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삭제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a20112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Test123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a22333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master3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74" name="그룹 73">
            <a:extLst>
              <a:ext uri="{FF2B5EF4-FFF2-40B4-BE49-F238E27FC236}">
                <a16:creationId xmlns:a16="http://schemas.microsoft.com/office/drawing/2014/main" id="{B6F9F0FA-0E8F-4751-8353-DD2B476E6D83}"/>
              </a:ext>
            </a:extLst>
          </p:cNvPr>
          <p:cNvGrpSpPr/>
          <p:nvPr userDrawn="1"/>
        </p:nvGrpSpPr>
        <p:grpSpPr>
          <a:xfrm>
            <a:off x="1238662" y="3513766"/>
            <a:ext cx="2414204" cy="437877"/>
            <a:chOff x="1237832" y="3375500"/>
            <a:chExt cx="1708479" cy="437877"/>
          </a:xfrm>
        </p:grpSpPr>
        <p:grpSp>
          <p:nvGrpSpPr>
            <p:cNvPr id="75" name="그룹 74">
              <a:extLst>
                <a:ext uri="{FF2B5EF4-FFF2-40B4-BE49-F238E27FC236}">
                  <a16:creationId xmlns:a16="http://schemas.microsoft.com/office/drawing/2014/main" id="{8D7796F0-B868-4CE1-9584-39B5AE41BEB3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77" name="Border">
                <a:extLst>
                  <a:ext uri="{FF2B5EF4-FFF2-40B4-BE49-F238E27FC236}">
                    <a16:creationId xmlns:a16="http://schemas.microsoft.com/office/drawing/2014/main" id="{C9FAFDE6-A37B-4CC7-AFBF-2C792EDDE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8" name="Line 2">
                <a:extLst>
                  <a:ext uri="{FF2B5EF4-FFF2-40B4-BE49-F238E27FC236}">
                    <a16:creationId xmlns:a16="http://schemas.microsoft.com/office/drawing/2014/main" id="{D5730097-24BE-40E7-BFF9-16F9E0BF9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9" name="Line 1">
                <a:extLst>
                  <a:ext uri="{FF2B5EF4-FFF2-40B4-BE49-F238E27FC236}">
                    <a16:creationId xmlns:a16="http://schemas.microsoft.com/office/drawing/2014/main" id="{0111B46B-C75C-4A7D-96EF-80FDD03F9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4AA142A9-CEDA-4120-A2CF-87B87792133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329A83C7-2407-4675-A668-13472AB7F588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C0A4ED38-B6A8-413C-9F03-FD91E65FEC66}"/>
              </a:ext>
            </a:extLst>
          </p:cNvPr>
          <p:cNvGrpSpPr/>
          <p:nvPr userDrawn="1"/>
        </p:nvGrpSpPr>
        <p:grpSpPr>
          <a:xfrm>
            <a:off x="1238662" y="3923875"/>
            <a:ext cx="2414204" cy="437877"/>
            <a:chOff x="1237832" y="3375500"/>
            <a:chExt cx="1708479" cy="437877"/>
          </a:xfrm>
        </p:grpSpPr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AAF1A228-C736-484C-80A6-DB98165F479C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116" name="Border">
                <a:extLst>
                  <a:ext uri="{FF2B5EF4-FFF2-40B4-BE49-F238E27FC236}">
                    <a16:creationId xmlns:a16="http://schemas.microsoft.com/office/drawing/2014/main" id="{3BE711D7-A1A5-41F2-97F0-D28EF8E72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7" name="Line 2">
                <a:extLst>
                  <a:ext uri="{FF2B5EF4-FFF2-40B4-BE49-F238E27FC236}">
                    <a16:creationId xmlns:a16="http://schemas.microsoft.com/office/drawing/2014/main" id="{1ED0460E-1914-4415-BD69-E9C51900B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8" name="Line 1">
                <a:extLst>
                  <a:ext uri="{FF2B5EF4-FFF2-40B4-BE49-F238E27FC236}">
                    <a16:creationId xmlns:a16="http://schemas.microsoft.com/office/drawing/2014/main" id="{2DD3F397-4D24-441D-AFFA-E01178132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D6969112-3137-4F31-B70B-6B4C6A0742E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A1109B26-B3EF-4233-B31E-288973D03A52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D506ACE5-C7D0-413B-82B2-BC376D8ACA8A}"/>
              </a:ext>
            </a:extLst>
          </p:cNvPr>
          <p:cNvGrpSpPr/>
          <p:nvPr userDrawn="1"/>
        </p:nvGrpSpPr>
        <p:grpSpPr>
          <a:xfrm>
            <a:off x="1238662" y="4373812"/>
            <a:ext cx="2414204" cy="437877"/>
            <a:chOff x="1237832" y="3375500"/>
            <a:chExt cx="1708479" cy="437877"/>
          </a:xfrm>
        </p:grpSpPr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EFCFF536-FFA9-4C9E-8AA9-C1DA1E596F48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123" name="Border">
                <a:extLst>
                  <a:ext uri="{FF2B5EF4-FFF2-40B4-BE49-F238E27FC236}">
                    <a16:creationId xmlns:a16="http://schemas.microsoft.com/office/drawing/2014/main" id="{965CD651-81F5-4CF5-AE73-1875EE679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4" name="Line 2">
                <a:extLst>
                  <a:ext uri="{FF2B5EF4-FFF2-40B4-BE49-F238E27FC236}">
                    <a16:creationId xmlns:a16="http://schemas.microsoft.com/office/drawing/2014/main" id="{FAAA9687-57E7-4D16-9100-96A9D1E39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5" name="Line 1">
                <a:extLst>
                  <a:ext uri="{FF2B5EF4-FFF2-40B4-BE49-F238E27FC236}">
                    <a16:creationId xmlns:a16="http://schemas.microsoft.com/office/drawing/2014/main" id="{9FDD84F1-46EC-4954-8CF3-236C5BD81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9853CF30-275F-4AFC-B0E0-0DFC69FB5F9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7D4FEBC8-D632-4E06-AB74-ECBB02DCD6B7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DBBEA88E-D087-4BA4-AA64-91406F6B5D62}"/>
              </a:ext>
            </a:extLst>
          </p:cNvPr>
          <p:cNvSpPr/>
          <p:nvPr userDrawn="1"/>
        </p:nvSpPr>
        <p:spPr>
          <a:xfrm>
            <a:off x="1122625" y="2345173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BBD0E63A-6640-4755-B343-2C68D8CF28B1}"/>
              </a:ext>
            </a:extLst>
          </p:cNvPr>
          <p:cNvSpPr/>
          <p:nvPr userDrawn="1"/>
        </p:nvSpPr>
        <p:spPr>
          <a:xfrm>
            <a:off x="1951932" y="2345173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666A0944-6128-43FE-B1BF-EBAC5B0044A8}"/>
              </a:ext>
            </a:extLst>
          </p:cNvPr>
          <p:cNvSpPr/>
          <p:nvPr userDrawn="1"/>
        </p:nvSpPr>
        <p:spPr>
          <a:xfrm>
            <a:off x="2781239" y="2339237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세분류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659E1931-39E5-4BEA-80D7-170AF878FC26}"/>
              </a:ext>
            </a:extLst>
          </p:cNvPr>
          <p:cNvSpPr/>
          <p:nvPr userDrawn="1"/>
        </p:nvSpPr>
        <p:spPr>
          <a:xfrm>
            <a:off x="8242222" y="3645816"/>
            <a:ext cx="581782" cy="184881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7CCB8C07-4BF4-4F4D-A5E3-5C22383B882B}"/>
              </a:ext>
            </a:extLst>
          </p:cNvPr>
          <p:cNvSpPr/>
          <p:nvPr userDrawn="1"/>
        </p:nvSpPr>
        <p:spPr>
          <a:xfrm>
            <a:off x="8242219" y="4510568"/>
            <a:ext cx="581783" cy="179118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366D7C27-7C1B-41EE-BC76-49A35595B966}"/>
              </a:ext>
            </a:extLst>
          </p:cNvPr>
          <p:cNvSpPr/>
          <p:nvPr userDrawn="1"/>
        </p:nvSpPr>
        <p:spPr>
          <a:xfrm>
            <a:off x="8235366" y="4068313"/>
            <a:ext cx="581782" cy="184881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994274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hop 채널 등록폼 오픈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ABECF5B2-BB1D-4F9C-BD28-75B0133AB92B}"/>
              </a:ext>
            </a:extLst>
          </p:cNvPr>
          <p:cNvSpPr/>
          <p:nvPr userDrawn="1"/>
        </p:nvSpPr>
        <p:spPr>
          <a:xfrm>
            <a:off x="33614" y="40343"/>
            <a:ext cx="10078574" cy="91277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4B31EC4-B77E-4BDD-BCB1-EE54DDB97E66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E720B41-4B53-4A2A-B4B6-88B14D1AD957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6C12EB54-390D-4D48-AC84-E09B504EEA7B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graphicFrame>
        <p:nvGraphicFramePr>
          <p:cNvPr id="81" name="표 5">
            <a:extLst>
              <a:ext uri="{FF2B5EF4-FFF2-40B4-BE49-F238E27FC236}">
                <a16:creationId xmlns:a16="http://schemas.microsoft.com/office/drawing/2014/main" id="{2122EEFF-A4DB-48C7-8996-7DF6C1765AC9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872580920"/>
              </p:ext>
            </p:extLst>
          </p:nvPr>
        </p:nvGraphicFramePr>
        <p:xfrm>
          <a:off x="93134" y="550332"/>
          <a:ext cx="9922935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07645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1270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판매상품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커뮤니티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56" name="TextBox 55">
            <a:extLst>
              <a:ext uri="{FF2B5EF4-FFF2-40B4-BE49-F238E27FC236}">
                <a16:creationId xmlns:a16="http://schemas.microsoft.com/office/drawing/2014/main" id="{EC507F3E-6C15-4388-AA73-642898755886}"/>
              </a:ext>
            </a:extLst>
          </p:cNvPr>
          <p:cNvSpPr txBox="1"/>
          <p:nvPr userDrawn="1"/>
        </p:nvSpPr>
        <p:spPr>
          <a:xfrm>
            <a:off x="101678" y="1010238"/>
            <a:ext cx="253020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</a:rPr>
              <a:t>■ </a:t>
            </a:r>
            <a:r>
              <a:rPr lang="ko-KR" altLang="en-US" sz="800" b="1" dirty="0"/>
              <a:t>총 </a:t>
            </a:r>
            <a:r>
              <a:rPr lang="en-US" altLang="ko-KR" sz="800" b="1" dirty="0"/>
              <a:t>3 </a:t>
            </a:r>
            <a:r>
              <a:rPr lang="ko-KR" altLang="en-US" sz="800" b="1" dirty="0"/>
              <a:t>건</a:t>
            </a: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0F414ED9-99D5-4184-9AA3-3490B09B439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802667958"/>
              </p:ext>
            </p:extLst>
          </p:nvPr>
        </p:nvGraphicFramePr>
        <p:xfrm>
          <a:off x="182075" y="1251871"/>
          <a:ext cx="9833995" cy="49834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04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766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341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7797">
                  <a:extLst>
                    <a:ext uri="{9D8B030D-6E8A-4147-A177-3AD203B41FA5}">
                      <a16:colId xmlns:a16="http://schemas.microsoft.com/office/drawing/2014/main" val="1538783997"/>
                    </a:ext>
                  </a:extLst>
                </a:gridCol>
                <a:gridCol w="955343">
                  <a:extLst>
                    <a:ext uri="{9D8B030D-6E8A-4147-A177-3AD203B41FA5}">
                      <a16:colId xmlns:a16="http://schemas.microsoft.com/office/drawing/2014/main" val="2527584646"/>
                    </a:ext>
                  </a:extLst>
                </a:gridCol>
                <a:gridCol w="1310185">
                  <a:extLst>
                    <a:ext uri="{9D8B030D-6E8A-4147-A177-3AD203B41FA5}">
                      <a16:colId xmlns:a16="http://schemas.microsoft.com/office/drawing/2014/main" val="3237610251"/>
                    </a:ext>
                  </a:extLst>
                </a:gridCol>
                <a:gridCol w="73697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0521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5980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20644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제약조건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판매이익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수정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삭제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판매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8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9476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7146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8278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7,000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25298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34882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04658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10873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  <a:p>
                      <a:pPr algn="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8548364"/>
                  </a:ext>
                </a:extLst>
              </a:tr>
            </a:tbl>
          </a:graphicData>
        </a:graphic>
      </p:graphicFrame>
      <p:sp>
        <p:nvSpPr>
          <p:cNvPr id="58" name="직사각형 57">
            <a:extLst>
              <a:ext uri="{FF2B5EF4-FFF2-40B4-BE49-F238E27FC236}">
                <a16:creationId xmlns:a16="http://schemas.microsoft.com/office/drawing/2014/main" id="{3A68D84A-1AD9-4168-A98E-D7DA891748E1}"/>
              </a:ext>
            </a:extLst>
          </p:cNvPr>
          <p:cNvSpPr/>
          <p:nvPr userDrawn="1"/>
        </p:nvSpPr>
        <p:spPr>
          <a:xfrm>
            <a:off x="9104453" y="6453555"/>
            <a:ext cx="911616" cy="196067"/>
          </a:xfrm>
          <a:prstGeom prst="rect">
            <a:avLst/>
          </a:prstGeom>
          <a:solidFill>
            <a:schemeClr val="accent5">
              <a:lumMod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상품추가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E2F94290-C8E3-43D4-ADDC-4E41CEDD98FC}"/>
              </a:ext>
            </a:extLst>
          </p:cNvPr>
          <p:cNvGrpSpPr/>
          <p:nvPr userDrawn="1"/>
        </p:nvGrpSpPr>
        <p:grpSpPr>
          <a:xfrm>
            <a:off x="1356315" y="1472647"/>
            <a:ext cx="2414204" cy="437877"/>
            <a:chOff x="1356315" y="1472647"/>
            <a:chExt cx="2414204" cy="437877"/>
          </a:xfrm>
        </p:grpSpPr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23322CAF-2DDD-417A-BAEE-8E448D265661}"/>
                </a:ext>
              </a:extLst>
            </p:cNvPr>
            <p:cNvGrpSpPr/>
            <p:nvPr/>
          </p:nvGrpSpPr>
          <p:grpSpPr>
            <a:xfrm>
              <a:off x="1356315" y="1560013"/>
              <a:ext cx="517956" cy="248122"/>
              <a:chOff x="2681976" y="1955121"/>
              <a:chExt cx="1929510" cy="596970"/>
            </a:xfrm>
          </p:grpSpPr>
          <p:sp>
            <p:nvSpPr>
              <p:cNvPr id="62" name="Border">
                <a:extLst>
                  <a:ext uri="{FF2B5EF4-FFF2-40B4-BE49-F238E27FC236}">
                    <a16:creationId xmlns:a16="http://schemas.microsoft.com/office/drawing/2014/main" id="{75FF612D-40C7-4262-9E61-5BEFB3299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" name="Line 2">
                <a:extLst>
                  <a:ext uri="{FF2B5EF4-FFF2-40B4-BE49-F238E27FC236}">
                    <a16:creationId xmlns:a16="http://schemas.microsoft.com/office/drawing/2014/main" id="{31350406-8664-43AD-9652-7D2C08C4C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" name="Line 1">
                <a:extLst>
                  <a:ext uri="{FF2B5EF4-FFF2-40B4-BE49-F238E27FC236}">
                    <a16:creationId xmlns:a16="http://schemas.microsoft.com/office/drawing/2014/main" id="{A9B3F2AB-6CAE-4226-9283-F216766DD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ED4A2A69-92B9-4150-B695-1CBE8FE6B45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3C090ECB-0240-4E56-AE61-6B6AC9E061CA}"/>
                </a:ext>
              </a:extLst>
            </p:cNvPr>
            <p:cNvSpPr/>
            <p:nvPr/>
          </p:nvSpPr>
          <p:spPr>
            <a:xfrm>
              <a:off x="1874271" y="1472647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64FB75F7-1582-4477-93A4-605BF4D4A9D7}"/>
              </a:ext>
            </a:extLst>
          </p:cNvPr>
          <p:cNvGrpSpPr/>
          <p:nvPr userDrawn="1"/>
        </p:nvGrpSpPr>
        <p:grpSpPr>
          <a:xfrm>
            <a:off x="1356315" y="1882756"/>
            <a:ext cx="2414204" cy="437877"/>
            <a:chOff x="1356315" y="1882756"/>
            <a:chExt cx="2414204" cy="437877"/>
          </a:xfrm>
        </p:grpSpPr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499C57C0-6989-40F8-B52B-1488D8A433E0}"/>
                </a:ext>
              </a:extLst>
            </p:cNvPr>
            <p:cNvGrpSpPr/>
            <p:nvPr/>
          </p:nvGrpSpPr>
          <p:grpSpPr>
            <a:xfrm>
              <a:off x="1356315" y="1970122"/>
              <a:ext cx="517956" cy="248122"/>
              <a:chOff x="2681976" y="1955121"/>
              <a:chExt cx="1929510" cy="596970"/>
            </a:xfrm>
          </p:grpSpPr>
          <p:sp>
            <p:nvSpPr>
              <p:cNvPr id="73" name="Border">
                <a:extLst>
                  <a:ext uri="{FF2B5EF4-FFF2-40B4-BE49-F238E27FC236}">
                    <a16:creationId xmlns:a16="http://schemas.microsoft.com/office/drawing/2014/main" id="{B49A9204-36A2-43A2-9C1D-709BD5527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2" name="Line 2">
                <a:extLst>
                  <a:ext uri="{FF2B5EF4-FFF2-40B4-BE49-F238E27FC236}">
                    <a16:creationId xmlns:a16="http://schemas.microsoft.com/office/drawing/2014/main" id="{E25AB97B-EBA4-4EBE-A523-5B759388A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" name="Line 1">
                <a:extLst>
                  <a:ext uri="{FF2B5EF4-FFF2-40B4-BE49-F238E27FC236}">
                    <a16:creationId xmlns:a16="http://schemas.microsoft.com/office/drawing/2014/main" id="{C32E0A83-6625-4F0B-8A57-83FCFAFCD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F764981E-A834-4268-9BAB-A964D0C66941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5A94982F-92B4-4832-994A-376E6E248D03}"/>
                </a:ext>
              </a:extLst>
            </p:cNvPr>
            <p:cNvSpPr/>
            <p:nvPr/>
          </p:nvSpPr>
          <p:spPr>
            <a:xfrm>
              <a:off x="1874271" y="1882756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818261D5-76EC-41D5-B7D0-F8A583A983AE}"/>
              </a:ext>
            </a:extLst>
          </p:cNvPr>
          <p:cNvGrpSpPr/>
          <p:nvPr userDrawn="1"/>
        </p:nvGrpSpPr>
        <p:grpSpPr>
          <a:xfrm>
            <a:off x="1356315" y="2332693"/>
            <a:ext cx="2414204" cy="437877"/>
            <a:chOff x="1356315" y="2332693"/>
            <a:chExt cx="2414204" cy="437877"/>
          </a:xfrm>
        </p:grpSpPr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0C8044DB-9CF0-4F8F-8612-72DEC2849CF4}"/>
                </a:ext>
              </a:extLst>
            </p:cNvPr>
            <p:cNvGrpSpPr/>
            <p:nvPr/>
          </p:nvGrpSpPr>
          <p:grpSpPr>
            <a:xfrm>
              <a:off x="1356315" y="2420059"/>
              <a:ext cx="517956" cy="248122"/>
              <a:chOff x="2681976" y="1955121"/>
              <a:chExt cx="1929510" cy="596970"/>
            </a:xfrm>
          </p:grpSpPr>
          <p:sp>
            <p:nvSpPr>
              <p:cNvPr id="97" name="Border">
                <a:extLst>
                  <a:ext uri="{FF2B5EF4-FFF2-40B4-BE49-F238E27FC236}">
                    <a16:creationId xmlns:a16="http://schemas.microsoft.com/office/drawing/2014/main" id="{17F39CF9-20AF-428D-A9BA-A13C07426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8" name="Line 2">
                <a:extLst>
                  <a:ext uri="{FF2B5EF4-FFF2-40B4-BE49-F238E27FC236}">
                    <a16:creationId xmlns:a16="http://schemas.microsoft.com/office/drawing/2014/main" id="{9640F899-ADE7-477D-B43E-DCBE7B29C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9" name="Line 1">
                <a:extLst>
                  <a:ext uri="{FF2B5EF4-FFF2-40B4-BE49-F238E27FC236}">
                    <a16:creationId xmlns:a16="http://schemas.microsoft.com/office/drawing/2014/main" id="{6D862890-D702-4D3E-BFAB-BA793128E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6B1B0FB0-2368-4560-B124-7C6782505FFC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F89CADA4-D74E-4D78-8DEF-F5317217559C}"/>
                </a:ext>
              </a:extLst>
            </p:cNvPr>
            <p:cNvSpPr/>
            <p:nvPr/>
          </p:nvSpPr>
          <p:spPr>
            <a:xfrm>
              <a:off x="1874271" y="2332693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186F8F0-1D14-4671-9618-D65BAB8755FC}"/>
              </a:ext>
            </a:extLst>
          </p:cNvPr>
          <p:cNvSpPr/>
          <p:nvPr userDrawn="1"/>
        </p:nvSpPr>
        <p:spPr>
          <a:xfrm>
            <a:off x="9360401" y="1589414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0ECC5B19-A2E1-441E-8082-1E84C6C60B5B}"/>
              </a:ext>
            </a:extLst>
          </p:cNvPr>
          <p:cNvGrpSpPr/>
          <p:nvPr userDrawn="1"/>
        </p:nvGrpSpPr>
        <p:grpSpPr>
          <a:xfrm>
            <a:off x="1356315" y="3216931"/>
            <a:ext cx="2414204" cy="437877"/>
            <a:chOff x="1356315" y="2800673"/>
            <a:chExt cx="2414204" cy="437877"/>
          </a:xfrm>
        </p:grpSpPr>
        <p:grpSp>
          <p:nvGrpSpPr>
            <p:cNvPr id="104" name="그룹 103">
              <a:extLst>
                <a:ext uri="{FF2B5EF4-FFF2-40B4-BE49-F238E27FC236}">
                  <a16:creationId xmlns:a16="http://schemas.microsoft.com/office/drawing/2014/main" id="{F137B7DA-669E-46D5-A4F7-E7A9AFADB902}"/>
                </a:ext>
              </a:extLst>
            </p:cNvPr>
            <p:cNvGrpSpPr/>
            <p:nvPr/>
          </p:nvGrpSpPr>
          <p:grpSpPr>
            <a:xfrm>
              <a:off x="1356315" y="2888039"/>
              <a:ext cx="517956" cy="248122"/>
              <a:chOff x="2681976" y="1955121"/>
              <a:chExt cx="1929510" cy="596970"/>
            </a:xfrm>
          </p:grpSpPr>
          <p:sp>
            <p:nvSpPr>
              <p:cNvPr id="112" name="Border">
                <a:extLst>
                  <a:ext uri="{FF2B5EF4-FFF2-40B4-BE49-F238E27FC236}">
                    <a16:creationId xmlns:a16="http://schemas.microsoft.com/office/drawing/2014/main" id="{85948C22-66F9-417C-BC7C-CBD3F1518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7" name="Line 2">
                <a:extLst>
                  <a:ext uri="{FF2B5EF4-FFF2-40B4-BE49-F238E27FC236}">
                    <a16:creationId xmlns:a16="http://schemas.microsoft.com/office/drawing/2014/main" id="{E4A0B397-521A-4B6C-968D-1287A7165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8" name="Line 1">
                <a:extLst>
                  <a:ext uri="{FF2B5EF4-FFF2-40B4-BE49-F238E27FC236}">
                    <a16:creationId xmlns:a16="http://schemas.microsoft.com/office/drawing/2014/main" id="{06A9433F-8712-4A8D-A9C8-A23E784D0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B375D956-0F6C-444C-8D9D-0D02B13D47B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16D11B51-C3AA-4680-A260-ADA0A0DD8384}"/>
                </a:ext>
              </a:extLst>
            </p:cNvPr>
            <p:cNvSpPr/>
            <p:nvPr/>
          </p:nvSpPr>
          <p:spPr>
            <a:xfrm>
              <a:off x="1874271" y="2800673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590BB279-E88F-492A-9CF9-52E9781E98C3}"/>
              </a:ext>
            </a:extLst>
          </p:cNvPr>
          <p:cNvGrpSpPr/>
          <p:nvPr userDrawn="1"/>
        </p:nvGrpSpPr>
        <p:grpSpPr>
          <a:xfrm>
            <a:off x="1356315" y="3627040"/>
            <a:ext cx="2414204" cy="437877"/>
            <a:chOff x="1356315" y="3210782"/>
            <a:chExt cx="2414204" cy="437877"/>
          </a:xfrm>
        </p:grpSpPr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97E535CB-6F2B-4933-B4D2-5E4CA31A2DA7}"/>
                </a:ext>
              </a:extLst>
            </p:cNvPr>
            <p:cNvGrpSpPr/>
            <p:nvPr/>
          </p:nvGrpSpPr>
          <p:grpSpPr>
            <a:xfrm>
              <a:off x="1356315" y="3298148"/>
              <a:ext cx="517956" cy="248122"/>
              <a:chOff x="2681976" y="1955121"/>
              <a:chExt cx="1929510" cy="596970"/>
            </a:xfrm>
          </p:grpSpPr>
          <p:sp>
            <p:nvSpPr>
              <p:cNvPr id="134" name="Border">
                <a:extLst>
                  <a:ext uri="{FF2B5EF4-FFF2-40B4-BE49-F238E27FC236}">
                    <a16:creationId xmlns:a16="http://schemas.microsoft.com/office/drawing/2014/main" id="{C6DAD95B-B3D0-44EE-8624-4B121C0EA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5" name="Line 2">
                <a:extLst>
                  <a:ext uri="{FF2B5EF4-FFF2-40B4-BE49-F238E27FC236}">
                    <a16:creationId xmlns:a16="http://schemas.microsoft.com/office/drawing/2014/main" id="{2963DAAB-6354-4FA4-A4E3-0A52CA4FA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6" name="Line 1">
                <a:extLst>
                  <a:ext uri="{FF2B5EF4-FFF2-40B4-BE49-F238E27FC236}">
                    <a16:creationId xmlns:a16="http://schemas.microsoft.com/office/drawing/2014/main" id="{191D6AC6-6B80-46C6-A7C2-50AFD87A6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B9D6FBCC-2F9A-4AA5-8671-7197D7C3596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32" name="직사각형 131">
              <a:extLst>
                <a:ext uri="{FF2B5EF4-FFF2-40B4-BE49-F238E27FC236}">
                  <a16:creationId xmlns:a16="http://schemas.microsoft.com/office/drawing/2014/main" id="{20A8B0F6-AB5A-4C15-887E-85A97592CBD7}"/>
                </a:ext>
              </a:extLst>
            </p:cNvPr>
            <p:cNvSpPr/>
            <p:nvPr/>
          </p:nvSpPr>
          <p:spPr>
            <a:xfrm>
              <a:off x="1874271" y="3210782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B815A11E-3A6A-4A61-B69A-85A9AF668BBA}"/>
              </a:ext>
            </a:extLst>
          </p:cNvPr>
          <p:cNvGrpSpPr/>
          <p:nvPr userDrawn="1"/>
        </p:nvGrpSpPr>
        <p:grpSpPr>
          <a:xfrm>
            <a:off x="1356315" y="4076977"/>
            <a:ext cx="2414204" cy="437877"/>
            <a:chOff x="1356315" y="3660719"/>
            <a:chExt cx="2414204" cy="437877"/>
          </a:xfrm>
        </p:grpSpPr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7620C870-D3D3-4E8D-9223-B24F0603A3CC}"/>
                </a:ext>
              </a:extLst>
            </p:cNvPr>
            <p:cNvGrpSpPr/>
            <p:nvPr/>
          </p:nvGrpSpPr>
          <p:grpSpPr>
            <a:xfrm>
              <a:off x="1356315" y="3748085"/>
              <a:ext cx="517956" cy="248122"/>
              <a:chOff x="2681976" y="1955121"/>
              <a:chExt cx="1929510" cy="596970"/>
            </a:xfrm>
          </p:grpSpPr>
          <p:sp>
            <p:nvSpPr>
              <p:cNvPr id="141" name="Border">
                <a:extLst>
                  <a:ext uri="{FF2B5EF4-FFF2-40B4-BE49-F238E27FC236}">
                    <a16:creationId xmlns:a16="http://schemas.microsoft.com/office/drawing/2014/main" id="{31B9D6FF-CDF2-4062-A553-672795F94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2" name="Line 2">
                <a:extLst>
                  <a:ext uri="{FF2B5EF4-FFF2-40B4-BE49-F238E27FC236}">
                    <a16:creationId xmlns:a16="http://schemas.microsoft.com/office/drawing/2014/main" id="{BD7CAA71-F129-44D8-9DB6-C081D8C6F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3" name="Line 1">
                <a:extLst>
                  <a:ext uri="{FF2B5EF4-FFF2-40B4-BE49-F238E27FC236}">
                    <a16:creationId xmlns:a16="http://schemas.microsoft.com/office/drawing/2014/main" id="{CF60328B-1EF4-423A-B361-2824C1624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E8C45213-847E-4C92-935A-5BA82D58D57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E964BDEC-1E02-4430-B020-C5905ECEB1E2}"/>
                </a:ext>
              </a:extLst>
            </p:cNvPr>
            <p:cNvSpPr/>
            <p:nvPr/>
          </p:nvSpPr>
          <p:spPr>
            <a:xfrm>
              <a:off x="1874271" y="3660719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596BD037-E40D-4D51-B4D9-CC4ED1503CD6}"/>
              </a:ext>
            </a:extLst>
          </p:cNvPr>
          <p:cNvGrpSpPr/>
          <p:nvPr userDrawn="1"/>
        </p:nvGrpSpPr>
        <p:grpSpPr>
          <a:xfrm>
            <a:off x="1356315" y="4476486"/>
            <a:ext cx="2414204" cy="437877"/>
            <a:chOff x="1356315" y="4060228"/>
            <a:chExt cx="2414204" cy="437877"/>
          </a:xfrm>
        </p:grpSpPr>
        <p:grpSp>
          <p:nvGrpSpPr>
            <p:cNvPr id="146" name="그룹 145">
              <a:extLst>
                <a:ext uri="{FF2B5EF4-FFF2-40B4-BE49-F238E27FC236}">
                  <a16:creationId xmlns:a16="http://schemas.microsoft.com/office/drawing/2014/main" id="{57AA7F9C-0AC1-4F7F-B175-0B2F4353B418}"/>
                </a:ext>
              </a:extLst>
            </p:cNvPr>
            <p:cNvGrpSpPr/>
            <p:nvPr/>
          </p:nvGrpSpPr>
          <p:grpSpPr>
            <a:xfrm>
              <a:off x="1356315" y="4147594"/>
              <a:ext cx="517956" cy="248122"/>
              <a:chOff x="2681976" y="1955121"/>
              <a:chExt cx="1929510" cy="596970"/>
            </a:xfrm>
          </p:grpSpPr>
          <p:sp>
            <p:nvSpPr>
              <p:cNvPr id="148" name="Border">
                <a:extLst>
                  <a:ext uri="{FF2B5EF4-FFF2-40B4-BE49-F238E27FC236}">
                    <a16:creationId xmlns:a16="http://schemas.microsoft.com/office/drawing/2014/main" id="{0A8E2596-B248-462C-A56B-7EDA51FFC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9" name="Line 2">
                <a:extLst>
                  <a:ext uri="{FF2B5EF4-FFF2-40B4-BE49-F238E27FC236}">
                    <a16:creationId xmlns:a16="http://schemas.microsoft.com/office/drawing/2014/main" id="{0E3343A3-09A3-4B98-9019-3CB0FFB39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0" name="Line 1">
                <a:extLst>
                  <a:ext uri="{FF2B5EF4-FFF2-40B4-BE49-F238E27FC236}">
                    <a16:creationId xmlns:a16="http://schemas.microsoft.com/office/drawing/2014/main" id="{C340A2B0-BC57-4566-B35F-876C08326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1" name="TextBox 150">
                <a:extLst>
                  <a:ext uri="{FF2B5EF4-FFF2-40B4-BE49-F238E27FC236}">
                    <a16:creationId xmlns:a16="http://schemas.microsoft.com/office/drawing/2014/main" id="{C528245F-B496-4D2F-8C01-984DF4C66161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CC5203FA-13C9-4549-9BE2-BC04138802EA}"/>
                </a:ext>
              </a:extLst>
            </p:cNvPr>
            <p:cNvSpPr/>
            <p:nvPr/>
          </p:nvSpPr>
          <p:spPr>
            <a:xfrm>
              <a:off x="1874271" y="4060228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23E0BDA1-6003-4055-8496-FC262E99E585}"/>
              </a:ext>
            </a:extLst>
          </p:cNvPr>
          <p:cNvGrpSpPr/>
          <p:nvPr userDrawn="1"/>
        </p:nvGrpSpPr>
        <p:grpSpPr>
          <a:xfrm>
            <a:off x="1356315" y="4886595"/>
            <a:ext cx="2414204" cy="437877"/>
            <a:chOff x="1356315" y="4470337"/>
            <a:chExt cx="2414204" cy="437877"/>
          </a:xfrm>
        </p:grpSpPr>
        <p:grpSp>
          <p:nvGrpSpPr>
            <p:cNvPr id="153" name="그룹 152">
              <a:extLst>
                <a:ext uri="{FF2B5EF4-FFF2-40B4-BE49-F238E27FC236}">
                  <a16:creationId xmlns:a16="http://schemas.microsoft.com/office/drawing/2014/main" id="{BED0CC24-59F8-470C-8E0A-BB73D426F47E}"/>
                </a:ext>
              </a:extLst>
            </p:cNvPr>
            <p:cNvGrpSpPr/>
            <p:nvPr/>
          </p:nvGrpSpPr>
          <p:grpSpPr>
            <a:xfrm>
              <a:off x="1356315" y="4557703"/>
              <a:ext cx="517956" cy="248122"/>
              <a:chOff x="2681976" y="1955121"/>
              <a:chExt cx="1929510" cy="596970"/>
            </a:xfrm>
          </p:grpSpPr>
          <p:sp>
            <p:nvSpPr>
              <p:cNvPr id="155" name="Border">
                <a:extLst>
                  <a:ext uri="{FF2B5EF4-FFF2-40B4-BE49-F238E27FC236}">
                    <a16:creationId xmlns:a16="http://schemas.microsoft.com/office/drawing/2014/main" id="{9DFD2387-A33F-4475-BF7C-FF075F43D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6" name="Line 2">
                <a:extLst>
                  <a:ext uri="{FF2B5EF4-FFF2-40B4-BE49-F238E27FC236}">
                    <a16:creationId xmlns:a16="http://schemas.microsoft.com/office/drawing/2014/main" id="{7EF6DEC4-7CC9-4161-9BED-3351FBB64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7" name="Line 1">
                <a:extLst>
                  <a:ext uri="{FF2B5EF4-FFF2-40B4-BE49-F238E27FC236}">
                    <a16:creationId xmlns:a16="http://schemas.microsoft.com/office/drawing/2014/main" id="{0FAB10C0-1A98-4CAD-9EED-A7B050AD0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6B7A2C55-76C6-4547-B9C7-D489253390F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94624304-3F70-4394-A2FE-5D72F8FDD99A}"/>
                </a:ext>
              </a:extLst>
            </p:cNvPr>
            <p:cNvSpPr/>
            <p:nvPr/>
          </p:nvSpPr>
          <p:spPr>
            <a:xfrm>
              <a:off x="1874271" y="4470337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CCB85CF9-A0F1-4E6D-B033-654FED2D0D90}"/>
              </a:ext>
            </a:extLst>
          </p:cNvPr>
          <p:cNvGrpSpPr/>
          <p:nvPr userDrawn="1"/>
        </p:nvGrpSpPr>
        <p:grpSpPr>
          <a:xfrm>
            <a:off x="1356315" y="4920274"/>
            <a:ext cx="2414204" cy="437877"/>
            <a:chOff x="1356315" y="4920274"/>
            <a:chExt cx="2414204" cy="437877"/>
          </a:xfrm>
        </p:grpSpPr>
        <p:grpSp>
          <p:nvGrpSpPr>
            <p:cNvPr id="160" name="그룹 159">
              <a:extLst>
                <a:ext uri="{FF2B5EF4-FFF2-40B4-BE49-F238E27FC236}">
                  <a16:creationId xmlns:a16="http://schemas.microsoft.com/office/drawing/2014/main" id="{8B70110C-B18C-452D-8CE3-F13318404F31}"/>
                </a:ext>
              </a:extLst>
            </p:cNvPr>
            <p:cNvGrpSpPr/>
            <p:nvPr/>
          </p:nvGrpSpPr>
          <p:grpSpPr>
            <a:xfrm>
              <a:off x="1356315" y="5007640"/>
              <a:ext cx="517956" cy="248122"/>
              <a:chOff x="2681976" y="1955121"/>
              <a:chExt cx="1929510" cy="596970"/>
            </a:xfrm>
          </p:grpSpPr>
          <p:sp>
            <p:nvSpPr>
              <p:cNvPr id="162" name="Border">
                <a:extLst>
                  <a:ext uri="{FF2B5EF4-FFF2-40B4-BE49-F238E27FC236}">
                    <a16:creationId xmlns:a16="http://schemas.microsoft.com/office/drawing/2014/main" id="{FE2E2B62-3051-4ABA-9EF2-63BD135E4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3" name="Line 2">
                <a:extLst>
                  <a:ext uri="{FF2B5EF4-FFF2-40B4-BE49-F238E27FC236}">
                    <a16:creationId xmlns:a16="http://schemas.microsoft.com/office/drawing/2014/main" id="{33193C2B-CA31-422F-B0B0-6794A8D62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4" name="Line 1">
                <a:extLst>
                  <a:ext uri="{FF2B5EF4-FFF2-40B4-BE49-F238E27FC236}">
                    <a16:creationId xmlns:a16="http://schemas.microsoft.com/office/drawing/2014/main" id="{BAFAE5AA-0E04-4EB3-A508-872D4CAAB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5" name="TextBox 164">
                <a:extLst>
                  <a:ext uri="{FF2B5EF4-FFF2-40B4-BE49-F238E27FC236}">
                    <a16:creationId xmlns:a16="http://schemas.microsoft.com/office/drawing/2014/main" id="{569E393E-8580-48F5-9F27-70919D83653D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C0EEDED5-0232-45BD-A21B-7382D025BFC2}"/>
                </a:ext>
              </a:extLst>
            </p:cNvPr>
            <p:cNvSpPr/>
            <p:nvPr/>
          </p:nvSpPr>
          <p:spPr>
            <a:xfrm>
              <a:off x="1874271" y="4920274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37BE70A-D6FA-42A8-B474-2C5B0A786B57}"/>
              </a:ext>
            </a:extLst>
          </p:cNvPr>
          <p:cNvGrpSpPr/>
          <p:nvPr userDrawn="1"/>
        </p:nvGrpSpPr>
        <p:grpSpPr>
          <a:xfrm>
            <a:off x="1356315" y="5345863"/>
            <a:ext cx="2414204" cy="437877"/>
            <a:chOff x="1356315" y="5345863"/>
            <a:chExt cx="2414204" cy="437877"/>
          </a:xfrm>
        </p:grpSpPr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9A22F9C4-4D05-4463-9027-BE3C46782E33}"/>
                </a:ext>
              </a:extLst>
            </p:cNvPr>
            <p:cNvGrpSpPr/>
            <p:nvPr/>
          </p:nvGrpSpPr>
          <p:grpSpPr>
            <a:xfrm>
              <a:off x="1356315" y="5433229"/>
              <a:ext cx="517956" cy="248122"/>
              <a:chOff x="2681976" y="1955121"/>
              <a:chExt cx="1929510" cy="596970"/>
            </a:xfrm>
          </p:grpSpPr>
          <p:sp>
            <p:nvSpPr>
              <p:cNvPr id="169" name="Border">
                <a:extLst>
                  <a:ext uri="{FF2B5EF4-FFF2-40B4-BE49-F238E27FC236}">
                    <a16:creationId xmlns:a16="http://schemas.microsoft.com/office/drawing/2014/main" id="{E27D5479-9D8E-4835-AE8A-DD93504C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0" name="Line 2">
                <a:extLst>
                  <a:ext uri="{FF2B5EF4-FFF2-40B4-BE49-F238E27FC236}">
                    <a16:creationId xmlns:a16="http://schemas.microsoft.com/office/drawing/2014/main" id="{B58C922E-BF75-47C3-8094-D5AAB2542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1" name="Line 1">
                <a:extLst>
                  <a:ext uri="{FF2B5EF4-FFF2-40B4-BE49-F238E27FC236}">
                    <a16:creationId xmlns:a16="http://schemas.microsoft.com/office/drawing/2014/main" id="{9979541F-C7F8-41D1-BE19-DF83488DB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E5508301-2831-44C9-9E68-3772C53D7A8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C6622400-863C-42C7-807F-B7A0B0DB9C97}"/>
                </a:ext>
              </a:extLst>
            </p:cNvPr>
            <p:cNvSpPr/>
            <p:nvPr/>
          </p:nvSpPr>
          <p:spPr>
            <a:xfrm>
              <a:off x="1874271" y="5345863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5C9B949-C02C-4B44-88BD-271184FCB399}"/>
              </a:ext>
            </a:extLst>
          </p:cNvPr>
          <p:cNvSpPr/>
          <p:nvPr userDrawn="1"/>
        </p:nvSpPr>
        <p:spPr>
          <a:xfrm>
            <a:off x="9360399" y="4586642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E2523171-E682-44D1-87AF-5774DAA307DE}"/>
              </a:ext>
            </a:extLst>
          </p:cNvPr>
          <p:cNvSpPr/>
          <p:nvPr userDrawn="1"/>
        </p:nvSpPr>
        <p:spPr>
          <a:xfrm>
            <a:off x="9360400" y="1995431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8ABC5074-EA0E-41BD-B98B-47570E84BE3A}"/>
              </a:ext>
            </a:extLst>
          </p:cNvPr>
          <p:cNvSpPr/>
          <p:nvPr userDrawn="1"/>
        </p:nvSpPr>
        <p:spPr>
          <a:xfrm>
            <a:off x="9360399" y="2424660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519262F9-EF8D-4B64-BB44-6A8E3109CD88}"/>
              </a:ext>
            </a:extLst>
          </p:cNvPr>
          <p:cNvSpPr/>
          <p:nvPr userDrawn="1"/>
        </p:nvSpPr>
        <p:spPr>
          <a:xfrm>
            <a:off x="9357334" y="5032949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EF13FF63-4FB1-43F3-AE4B-BFB8A4850BA3}"/>
              </a:ext>
            </a:extLst>
          </p:cNvPr>
          <p:cNvSpPr/>
          <p:nvPr userDrawn="1"/>
        </p:nvSpPr>
        <p:spPr>
          <a:xfrm>
            <a:off x="9370727" y="5467992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00D24F8B-3D6A-41F7-B554-A2BAC1F3BCCD}"/>
              </a:ext>
            </a:extLst>
          </p:cNvPr>
          <p:cNvSpPr/>
          <p:nvPr userDrawn="1"/>
        </p:nvSpPr>
        <p:spPr>
          <a:xfrm>
            <a:off x="9367662" y="5914299"/>
            <a:ext cx="546461" cy="1858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판매재개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38F227BF-28AF-459E-BB9D-2AB1C4ABA906}"/>
              </a:ext>
            </a:extLst>
          </p:cNvPr>
          <p:cNvSpPr/>
          <p:nvPr userDrawn="1"/>
        </p:nvSpPr>
        <p:spPr>
          <a:xfrm>
            <a:off x="9357336" y="2879761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55D838C6-1F58-4AF7-B818-95BF6FFF1EAF}"/>
              </a:ext>
            </a:extLst>
          </p:cNvPr>
          <p:cNvSpPr/>
          <p:nvPr userDrawn="1"/>
        </p:nvSpPr>
        <p:spPr>
          <a:xfrm>
            <a:off x="9357335" y="3285778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25ECB0A3-D5C0-412D-9E3E-2257771892E9}"/>
              </a:ext>
            </a:extLst>
          </p:cNvPr>
          <p:cNvSpPr/>
          <p:nvPr userDrawn="1"/>
        </p:nvSpPr>
        <p:spPr>
          <a:xfrm>
            <a:off x="9357334" y="3715007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31B104D6-CE5A-4341-AD65-7C0C15423FA0}"/>
              </a:ext>
            </a:extLst>
          </p:cNvPr>
          <p:cNvSpPr/>
          <p:nvPr userDrawn="1"/>
        </p:nvSpPr>
        <p:spPr>
          <a:xfrm>
            <a:off x="9365195" y="4150680"/>
            <a:ext cx="546461" cy="185855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판매중지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679640DE-3E6B-4A2E-BB8C-7D781DD7D556}"/>
              </a:ext>
            </a:extLst>
          </p:cNvPr>
          <p:cNvSpPr/>
          <p:nvPr userDrawn="1"/>
        </p:nvSpPr>
        <p:spPr>
          <a:xfrm>
            <a:off x="8895177" y="1589414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B26C089B-3F2A-453A-810A-162BE6EC3083}"/>
              </a:ext>
            </a:extLst>
          </p:cNvPr>
          <p:cNvSpPr/>
          <p:nvPr userDrawn="1"/>
        </p:nvSpPr>
        <p:spPr>
          <a:xfrm>
            <a:off x="8898934" y="199900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8C3CB07D-953C-4DAD-8875-3C58C6DDE13E}"/>
              </a:ext>
            </a:extLst>
          </p:cNvPr>
          <p:cNvSpPr/>
          <p:nvPr userDrawn="1"/>
        </p:nvSpPr>
        <p:spPr>
          <a:xfrm>
            <a:off x="8898934" y="242999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17B813D8-F5A0-4517-A598-F1C062F3912C}"/>
              </a:ext>
            </a:extLst>
          </p:cNvPr>
          <p:cNvSpPr/>
          <p:nvPr userDrawn="1"/>
        </p:nvSpPr>
        <p:spPr>
          <a:xfrm>
            <a:off x="8894335" y="2881661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DEC47FD4-F0F6-4DF4-BBD4-CAF4E44F1E2A}"/>
              </a:ext>
            </a:extLst>
          </p:cNvPr>
          <p:cNvSpPr/>
          <p:nvPr userDrawn="1"/>
        </p:nvSpPr>
        <p:spPr>
          <a:xfrm>
            <a:off x="8894335" y="3285778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CC8C54F3-7871-401D-8B9B-7E90BB472D20}"/>
              </a:ext>
            </a:extLst>
          </p:cNvPr>
          <p:cNvSpPr/>
          <p:nvPr userDrawn="1"/>
        </p:nvSpPr>
        <p:spPr>
          <a:xfrm>
            <a:off x="8898934" y="3716911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84B13E6-4165-4C1E-8C32-B04B7EF91D23}"/>
              </a:ext>
            </a:extLst>
          </p:cNvPr>
          <p:cNvSpPr/>
          <p:nvPr userDrawn="1"/>
        </p:nvSpPr>
        <p:spPr>
          <a:xfrm>
            <a:off x="8891410" y="4147074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B271229A-2B2B-42F2-A113-6497F26AC521}"/>
              </a:ext>
            </a:extLst>
          </p:cNvPr>
          <p:cNvSpPr/>
          <p:nvPr userDrawn="1"/>
        </p:nvSpPr>
        <p:spPr>
          <a:xfrm>
            <a:off x="8894335" y="4586642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1EA8458A-6E4C-401E-9DD0-A9E09F8DF608}"/>
              </a:ext>
            </a:extLst>
          </p:cNvPr>
          <p:cNvSpPr/>
          <p:nvPr userDrawn="1"/>
        </p:nvSpPr>
        <p:spPr>
          <a:xfrm>
            <a:off x="8890231" y="5037254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D8F7150B-DCC8-4C29-9BEF-66412F03B500}"/>
              </a:ext>
            </a:extLst>
          </p:cNvPr>
          <p:cNvSpPr/>
          <p:nvPr userDrawn="1"/>
        </p:nvSpPr>
        <p:spPr>
          <a:xfrm>
            <a:off x="8894335" y="5466763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32334D0D-160C-4D92-B8E0-6E1598D29662}"/>
              </a:ext>
            </a:extLst>
          </p:cNvPr>
          <p:cNvSpPr/>
          <p:nvPr userDrawn="1"/>
        </p:nvSpPr>
        <p:spPr>
          <a:xfrm>
            <a:off x="8890231" y="5914299"/>
            <a:ext cx="390994" cy="185855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solidFill>
              <a:srgbClr val="0070C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bg1"/>
                </a:solidFill>
              </a:rPr>
              <a:t>보기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64DAC57A-30F7-4162-8AD6-EA01225CD233}"/>
              </a:ext>
            </a:extLst>
          </p:cNvPr>
          <p:cNvGrpSpPr/>
          <p:nvPr userDrawn="1"/>
        </p:nvGrpSpPr>
        <p:grpSpPr>
          <a:xfrm>
            <a:off x="1634030" y="2451315"/>
            <a:ext cx="2414204" cy="437877"/>
            <a:chOff x="1237832" y="3375500"/>
            <a:chExt cx="1708479" cy="437877"/>
          </a:xfrm>
        </p:grpSpPr>
        <p:grpSp>
          <p:nvGrpSpPr>
            <p:cNvPr id="86" name="그룹 85">
              <a:extLst>
                <a:ext uri="{FF2B5EF4-FFF2-40B4-BE49-F238E27FC236}">
                  <a16:creationId xmlns:a16="http://schemas.microsoft.com/office/drawing/2014/main" id="{F669B085-4041-453A-824B-93194E277416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88" name="Border">
                <a:extLst>
                  <a:ext uri="{FF2B5EF4-FFF2-40B4-BE49-F238E27FC236}">
                    <a16:creationId xmlns:a16="http://schemas.microsoft.com/office/drawing/2014/main" id="{0FB3EAC5-6FF3-44CD-A9E5-A9EC080DF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" name="Line 2">
                <a:extLst>
                  <a:ext uri="{FF2B5EF4-FFF2-40B4-BE49-F238E27FC236}">
                    <a16:creationId xmlns:a16="http://schemas.microsoft.com/office/drawing/2014/main" id="{2304017C-A27B-4269-B9EA-F59F5EFE5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0" name="Line 1">
                <a:extLst>
                  <a:ext uri="{FF2B5EF4-FFF2-40B4-BE49-F238E27FC236}">
                    <a16:creationId xmlns:a16="http://schemas.microsoft.com/office/drawing/2014/main" id="{EF4B2142-6B3E-48EB-B9B5-3F2C01B1E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06F1516E-9354-47D2-85CC-0BBFFAEAEFB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37D7D2DB-D18D-4DF2-8B65-4D9A1BF33F0F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4E15760-4DD9-4A5F-AB5F-32E36AA8D37A}"/>
              </a:ext>
            </a:extLst>
          </p:cNvPr>
          <p:cNvSpPr/>
          <p:nvPr userDrawn="1"/>
        </p:nvSpPr>
        <p:spPr>
          <a:xfrm>
            <a:off x="-122302" y="1185476"/>
            <a:ext cx="9226755" cy="5754411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39" name="표 5">
            <a:extLst>
              <a:ext uri="{FF2B5EF4-FFF2-40B4-BE49-F238E27FC236}">
                <a16:creationId xmlns:a16="http://schemas.microsoft.com/office/drawing/2014/main" id="{EDED5118-B1BA-4B72-BF91-4E5ED8112A12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624374765"/>
              </p:ext>
            </p:extLst>
          </p:nvPr>
        </p:nvGraphicFramePr>
        <p:xfrm>
          <a:off x="38560" y="1592796"/>
          <a:ext cx="8880744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0248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2046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자사상품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 err="1">
                          <a:solidFill>
                            <a:schemeClr val="tx1"/>
                          </a:solidFill>
                        </a:rPr>
                        <a:t>관심된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 공개상품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허가된 부분공개상품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40" name="직사각형 39">
            <a:extLst>
              <a:ext uri="{FF2B5EF4-FFF2-40B4-BE49-F238E27FC236}">
                <a16:creationId xmlns:a16="http://schemas.microsoft.com/office/drawing/2014/main" id="{D1860CD8-CC27-4AA4-853A-3A8ED3A5AB1C}"/>
              </a:ext>
            </a:extLst>
          </p:cNvPr>
          <p:cNvSpPr/>
          <p:nvPr userDrawn="1"/>
        </p:nvSpPr>
        <p:spPr>
          <a:xfrm>
            <a:off x="1111918" y="2108440"/>
            <a:ext cx="6837869" cy="18024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graphicFrame>
        <p:nvGraphicFramePr>
          <p:cNvPr id="42" name="표 63">
            <a:extLst>
              <a:ext uri="{FF2B5EF4-FFF2-40B4-BE49-F238E27FC236}">
                <a16:creationId xmlns:a16="http://schemas.microsoft.com/office/drawing/2014/main" id="{9BF11F35-8A3F-4A47-AFC1-FBF35D2BEA2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39448601"/>
              </p:ext>
            </p:extLst>
          </p:nvPr>
        </p:nvGraphicFramePr>
        <p:xfrm>
          <a:off x="64422" y="2075052"/>
          <a:ext cx="8854882" cy="73375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81985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7872897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24458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24458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/>
                        <a:t>상품분류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0206176"/>
                  </a:ext>
                </a:extLst>
              </a:tr>
              <a:tr h="244585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43" name="직사각형 42">
            <a:extLst>
              <a:ext uri="{FF2B5EF4-FFF2-40B4-BE49-F238E27FC236}">
                <a16:creationId xmlns:a16="http://schemas.microsoft.com/office/drawing/2014/main" id="{33C01F2D-CDA1-4D3E-AF71-45EE7A4C40B4}"/>
              </a:ext>
            </a:extLst>
          </p:cNvPr>
          <p:cNvSpPr/>
          <p:nvPr userDrawn="1"/>
        </p:nvSpPr>
        <p:spPr>
          <a:xfrm>
            <a:off x="8166685" y="2587885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pic>
        <p:nvPicPr>
          <p:cNvPr id="46" name="Picture 2">
            <a:extLst>
              <a:ext uri="{FF2B5EF4-FFF2-40B4-BE49-F238E27FC236}">
                <a16:creationId xmlns:a16="http://schemas.microsoft.com/office/drawing/2014/main" id="{B8F56A66-8199-4209-9F69-EB55AD770E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6379" y="5069239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" name="TextBox 70">
            <a:extLst>
              <a:ext uri="{FF2B5EF4-FFF2-40B4-BE49-F238E27FC236}">
                <a16:creationId xmlns:a16="http://schemas.microsoft.com/office/drawing/2014/main" id="{27887ED8-8B5B-453D-9713-370307DE7EAF}"/>
              </a:ext>
            </a:extLst>
          </p:cNvPr>
          <p:cNvSpPr txBox="1"/>
          <p:nvPr userDrawn="1"/>
        </p:nvSpPr>
        <p:spPr>
          <a:xfrm>
            <a:off x="-15975" y="3051357"/>
            <a:ext cx="253020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</a:rPr>
              <a:t>■ </a:t>
            </a:r>
            <a:r>
              <a:rPr lang="ko-KR" altLang="en-US" sz="800" b="1" dirty="0"/>
              <a:t>총 </a:t>
            </a:r>
            <a:r>
              <a:rPr lang="en-US" altLang="ko-KR" sz="800" b="1" dirty="0"/>
              <a:t>3 </a:t>
            </a:r>
            <a:r>
              <a:rPr lang="ko-KR" altLang="en-US" sz="800" b="1" dirty="0"/>
              <a:t>건</a:t>
            </a:r>
          </a:p>
        </p:txBody>
      </p:sp>
      <p:graphicFrame>
        <p:nvGraphicFramePr>
          <p:cNvPr id="72" name="표 71">
            <a:extLst>
              <a:ext uri="{FF2B5EF4-FFF2-40B4-BE49-F238E27FC236}">
                <a16:creationId xmlns:a16="http://schemas.microsoft.com/office/drawing/2014/main" id="{83607290-E25E-42DD-BCEB-95B082EB79F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522105863"/>
              </p:ext>
            </p:extLst>
          </p:nvPr>
        </p:nvGraphicFramePr>
        <p:xfrm>
          <a:off x="64422" y="3292990"/>
          <a:ext cx="8854882" cy="15142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62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500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1888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23163">
                  <a:extLst>
                    <a:ext uri="{9D8B030D-6E8A-4147-A177-3AD203B41FA5}">
                      <a16:colId xmlns:a16="http://schemas.microsoft.com/office/drawing/2014/main" val="2271507586"/>
                    </a:ext>
                  </a:extLst>
                </a:gridCol>
                <a:gridCol w="1166883">
                  <a:extLst>
                    <a:ext uri="{9D8B030D-6E8A-4147-A177-3AD203B41FA5}">
                      <a16:colId xmlns:a16="http://schemas.microsoft.com/office/drawing/2014/main" val="3237610251"/>
                    </a:ext>
                  </a:extLst>
                </a:gridCol>
                <a:gridCol w="1535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1935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수정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삭제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a20112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Test123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a22333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master3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74" name="그룹 73">
            <a:extLst>
              <a:ext uri="{FF2B5EF4-FFF2-40B4-BE49-F238E27FC236}">
                <a16:creationId xmlns:a16="http://schemas.microsoft.com/office/drawing/2014/main" id="{B6F9F0FA-0E8F-4751-8353-DD2B476E6D83}"/>
              </a:ext>
            </a:extLst>
          </p:cNvPr>
          <p:cNvGrpSpPr/>
          <p:nvPr userDrawn="1"/>
        </p:nvGrpSpPr>
        <p:grpSpPr>
          <a:xfrm>
            <a:off x="1238662" y="3513766"/>
            <a:ext cx="2414204" cy="437877"/>
            <a:chOff x="1237832" y="3375500"/>
            <a:chExt cx="1708479" cy="437877"/>
          </a:xfrm>
        </p:grpSpPr>
        <p:grpSp>
          <p:nvGrpSpPr>
            <p:cNvPr id="75" name="그룹 74">
              <a:extLst>
                <a:ext uri="{FF2B5EF4-FFF2-40B4-BE49-F238E27FC236}">
                  <a16:creationId xmlns:a16="http://schemas.microsoft.com/office/drawing/2014/main" id="{8D7796F0-B868-4CE1-9584-39B5AE41BEB3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77" name="Border">
                <a:extLst>
                  <a:ext uri="{FF2B5EF4-FFF2-40B4-BE49-F238E27FC236}">
                    <a16:creationId xmlns:a16="http://schemas.microsoft.com/office/drawing/2014/main" id="{C9FAFDE6-A37B-4CC7-AFBF-2C792EDDE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8" name="Line 2">
                <a:extLst>
                  <a:ext uri="{FF2B5EF4-FFF2-40B4-BE49-F238E27FC236}">
                    <a16:creationId xmlns:a16="http://schemas.microsoft.com/office/drawing/2014/main" id="{D5730097-24BE-40E7-BFF9-16F9E0BF9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9" name="Line 1">
                <a:extLst>
                  <a:ext uri="{FF2B5EF4-FFF2-40B4-BE49-F238E27FC236}">
                    <a16:creationId xmlns:a16="http://schemas.microsoft.com/office/drawing/2014/main" id="{0111B46B-C75C-4A7D-96EF-80FDD03F9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4AA142A9-CEDA-4120-A2CF-87B87792133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329A83C7-2407-4675-A668-13472AB7F588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C0A4ED38-B6A8-413C-9F03-FD91E65FEC66}"/>
              </a:ext>
            </a:extLst>
          </p:cNvPr>
          <p:cNvGrpSpPr/>
          <p:nvPr userDrawn="1"/>
        </p:nvGrpSpPr>
        <p:grpSpPr>
          <a:xfrm>
            <a:off x="1238662" y="3923875"/>
            <a:ext cx="2414204" cy="437877"/>
            <a:chOff x="1237832" y="3375500"/>
            <a:chExt cx="1708479" cy="437877"/>
          </a:xfrm>
        </p:grpSpPr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AAF1A228-C736-484C-80A6-DB98165F479C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116" name="Border">
                <a:extLst>
                  <a:ext uri="{FF2B5EF4-FFF2-40B4-BE49-F238E27FC236}">
                    <a16:creationId xmlns:a16="http://schemas.microsoft.com/office/drawing/2014/main" id="{3BE711D7-A1A5-41F2-97F0-D28EF8E72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7" name="Line 2">
                <a:extLst>
                  <a:ext uri="{FF2B5EF4-FFF2-40B4-BE49-F238E27FC236}">
                    <a16:creationId xmlns:a16="http://schemas.microsoft.com/office/drawing/2014/main" id="{1ED0460E-1914-4415-BD69-E9C51900B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8" name="Line 1">
                <a:extLst>
                  <a:ext uri="{FF2B5EF4-FFF2-40B4-BE49-F238E27FC236}">
                    <a16:creationId xmlns:a16="http://schemas.microsoft.com/office/drawing/2014/main" id="{2DD3F397-4D24-441D-AFFA-E01178132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D6969112-3137-4F31-B70B-6B4C6A0742E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A1109B26-B3EF-4233-B31E-288973D03A52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D506ACE5-C7D0-413B-82B2-BC376D8ACA8A}"/>
              </a:ext>
            </a:extLst>
          </p:cNvPr>
          <p:cNvGrpSpPr/>
          <p:nvPr userDrawn="1"/>
        </p:nvGrpSpPr>
        <p:grpSpPr>
          <a:xfrm>
            <a:off x="1238662" y="4373812"/>
            <a:ext cx="2414204" cy="437877"/>
            <a:chOff x="1237832" y="3375500"/>
            <a:chExt cx="1708479" cy="437877"/>
          </a:xfrm>
        </p:grpSpPr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EFCFF536-FFA9-4C9E-8AA9-C1DA1E596F48}"/>
                </a:ext>
              </a:extLst>
            </p:cNvPr>
            <p:cNvGrpSpPr/>
            <p:nvPr/>
          </p:nvGrpSpPr>
          <p:grpSpPr>
            <a:xfrm>
              <a:off x="1237832" y="3462866"/>
              <a:ext cx="366546" cy="248122"/>
              <a:chOff x="2681976" y="1955121"/>
              <a:chExt cx="1929510" cy="596970"/>
            </a:xfrm>
          </p:grpSpPr>
          <p:sp>
            <p:nvSpPr>
              <p:cNvPr id="123" name="Border">
                <a:extLst>
                  <a:ext uri="{FF2B5EF4-FFF2-40B4-BE49-F238E27FC236}">
                    <a16:creationId xmlns:a16="http://schemas.microsoft.com/office/drawing/2014/main" id="{965CD651-81F5-4CF5-AE73-1875EE679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4" name="Line 2">
                <a:extLst>
                  <a:ext uri="{FF2B5EF4-FFF2-40B4-BE49-F238E27FC236}">
                    <a16:creationId xmlns:a16="http://schemas.microsoft.com/office/drawing/2014/main" id="{FAAA9687-57E7-4D16-9100-96A9D1E39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5" name="Line 1">
                <a:extLst>
                  <a:ext uri="{FF2B5EF4-FFF2-40B4-BE49-F238E27FC236}">
                    <a16:creationId xmlns:a16="http://schemas.microsoft.com/office/drawing/2014/main" id="{9FDD84F1-46EC-4954-8CF3-236C5BD81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9853CF30-275F-4AFC-B0E0-0DFC69FB5F9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7D4FEBC8-D632-4E06-AB74-ECBB02DCD6B7}"/>
                </a:ext>
              </a:extLst>
            </p:cNvPr>
            <p:cNvSpPr/>
            <p:nvPr/>
          </p:nvSpPr>
          <p:spPr>
            <a:xfrm>
              <a:off x="1604378" y="3375500"/>
              <a:ext cx="1341933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DBBEA88E-D087-4BA4-AA64-91406F6B5D62}"/>
              </a:ext>
            </a:extLst>
          </p:cNvPr>
          <p:cNvSpPr/>
          <p:nvPr userDrawn="1"/>
        </p:nvSpPr>
        <p:spPr>
          <a:xfrm>
            <a:off x="1122625" y="2345173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BBD0E63A-6640-4755-B343-2C68D8CF28B1}"/>
              </a:ext>
            </a:extLst>
          </p:cNvPr>
          <p:cNvSpPr/>
          <p:nvPr userDrawn="1"/>
        </p:nvSpPr>
        <p:spPr>
          <a:xfrm>
            <a:off x="1951932" y="2345173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666A0944-6128-43FE-B1BF-EBAC5B0044A8}"/>
              </a:ext>
            </a:extLst>
          </p:cNvPr>
          <p:cNvSpPr/>
          <p:nvPr userDrawn="1"/>
        </p:nvSpPr>
        <p:spPr>
          <a:xfrm>
            <a:off x="2781239" y="2339237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세분류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659E1931-39E5-4BEA-80D7-170AF878FC26}"/>
              </a:ext>
            </a:extLst>
          </p:cNvPr>
          <p:cNvSpPr/>
          <p:nvPr userDrawn="1"/>
        </p:nvSpPr>
        <p:spPr>
          <a:xfrm>
            <a:off x="8242222" y="3645816"/>
            <a:ext cx="581782" cy="184881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7CCB8C07-4BF4-4F4D-A5E3-5C22383B882B}"/>
              </a:ext>
            </a:extLst>
          </p:cNvPr>
          <p:cNvSpPr/>
          <p:nvPr userDrawn="1"/>
        </p:nvSpPr>
        <p:spPr>
          <a:xfrm>
            <a:off x="8242219" y="4510568"/>
            <a:ext cx="581783" cy="179118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366D7C27-7C1B-41EE-BC76-49A35595B966}"/>
              </a:ext>
            </a:extLst>
          </p:cNvPr>
          <p:cNvSpPr/>
          <p:nvPr userDrawn="1"/>
        </p:nvSpPr>
        <p:spPr>
          <a:xfrm>
            <a:off x="8235366" y="4068313"/>
            <a:ext cx="581782" cy="184881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5242536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상품관리 - 공개상품리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9DFE75DA-9B78-489F-9F04-57AB78D9B1B5}"/>
              </a:ext>
            </a:extLst>
          </p:cNvPr>
          <p:cNvSpPr/>
          <p:nvPr userDrawn="1"/>
        </p:nvSpPr>
        <p:spPr>
          <a:xfrm>
            <a:off x="1349724" y="570864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9B69595-3872-4D86-9396-D497789ABE17}"/>
              </a:ext>
            </a:extLst>
          </p:cNvPr>
          <p:cNvSpPr/>
          <p:nvPr userDrawn="1"/>
        </p:nvSpPr>
        <p:spPr>
          <a:xfrm>
            <a:off x="9271395" y="559383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5" name="표 63">
            <a:extLst>
              <a:ext uri="{FF2B5EF4-FFF2-40B4-BE49-F238E27FC236}">
                <a16:creationId xmlns:a16="http://schemas.microsoft.com/office/drawing/2014/main" id="{EB8007C8-8B22-49B5-BD40-728C18AC61C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074234153"/>
              </p:ext>
            </p:extLst>
          </p:nvPr>
        </p:nvGraphicFramePr>
        <p:xfrm>
          <a:off x="108567" y="547912"/>
          <a:ext cx="9936421" cy="45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01924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8834497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40F272AE-C916-4804-9271-C597D9C866B9}"/>
              </a:ext>
            </a:extLst>
          </p:cNvPr>
          <p:cNvSpPr/>
          <p:nvPr userDrawn="1"/>
        </p:nvSpPr>
        <p:spPr>
          <a:xfrm>
            <a:off x="9273843" y="786602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FB32D66-66D1-4CBE-91E2-915E37B58B57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60653184"/>
              </p:ext>
            </p:extLst>
          </p:nvPr>
        </p:nvGraphicFramePr>
        <p:xfrm>
          <a:off x="108565" y="1454697"/>
          <a:ext cx="9936422" cy="423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8760">
                  <a:extLst>
                    <a:ext uri="{9D8B030D-6E8A-4147-A177-3AD203B41FA5}">
                      <a16:colId xmlns:a16="http://schemas.microsoft.com/office/drawing/2014/main" val="401447903"/>
                    </a:ext>
                  </a:extLst>
                </a:gridCol>
                <a:gridCol w="8188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6256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1886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1465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1017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727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5263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상세보기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관심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3431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792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545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3428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C20320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000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774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F20212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055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3425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Z20321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57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3424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086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936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3422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E20312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094304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998B1AEB-EC8C-400C-9D06-61A320FD62C5}"/>
              </a:ext>
            </a:extLst>
          </p:cNvPr>
          <p:cNvSpPr txBox="1"/>
          <p:nvPr userDrawn="1"/>
        </p:nvSpPr>
        <p:spPr>
          <a:xfrm>
            <a:off x="94598" y="1216872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pic>
        <p:nvPicPr>
          <p:cNvPr id="9" name="Picture 2">
            <a:extLst>
              <a:ext uri="{FF2B5EF4-FFF2-40B4-BE49-F238E27FC236}">
                <a16:creationId xmlns:a16="http://schemas.microsoft.com/office/drawing/2014/main" id="{610826FC-4D72-42EC-8A42-CD06633B70C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84892" y="5982592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" name="그룹 9">
            <a:extLst>
              <a:ext uri="{FF2B5EF4-FFF2-40B4-BE49-F238E27FC236}">
                <a16:creationId xmlns:a16="http://schemas.microsoft.com/office/drawing/2014/main" id="{95E7BDE5-78A5-4FC2-8283-38A51C88CDA1}"/>
              </a:ext>
            </a:extLst>
          </p:cNvPr>
          <p:cNvGrpSpPr/>
          <p:nvPr userDrawn="1"/>
        </p:nvGrpSpPr>
        <p:grpSpPr>
          <a:xfrm>
            <a:off x="1479110" y="1664921"/>
            <a:ext cx="2414206" cy="338554"/>
            <a:chOff x="1237833" y="3417650"/>
            <a:chExt cx="1708480" cy="338554"/>
          </a:xfrm>
        </p:grpSpPr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A21EC6CD-41C0-492D-B87A-5FC99A6549A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3" name="Border">
                <a:extLst>
                  <a:ext uri="{FF2B5EF4-FFF2-40B4-BE49-F238E27FC236}">
                    <a16:creationId xmlns:a16="http://schemas.microsoft.com/office/drawing/2014/main" id="{93D2515B-071C-45FB-90F1-33E5E004B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Line 2">
                <a:extLst>
                  <a:ext uri="{FF2B5EF4-FFF2-40B4-BE49-F238E27FC236}">
                    <a16:creationId xmlns:a16="http://schemas.microsoft.com/office/drawing/2014/main" id="{72593B69-92EC-443C-8911-F6ECB76CD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" name="Line 1">
                <a:extLst>
                  <a:ext uri="{FF2B5EF4-FFF2-40B4-BE49-F238E27FC236}">
                    <a16:creationId xmlns:a16="http://schemas.microsoft.com/office/drawing/2014/main" id="{5E9532A8-E815-41D1-BE19-EB7B8A24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7710E641-CBE1-40AF-BB9A-6133F5D3AD36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75A3C656-7920-45B9-A11B-CA48B751BD68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D114A76A-F2F5-4A27-8D71-36592DAADAC8}"/>
              </a:ext>
            </a:extLst>
          </p:cNvPr>
          <p:cNvGrpSpPr/>
          <p:nvPr userDrawn="1"/>
        </p:nvGrpSpPr>
        <p:grpSpPr>
          <a:xfrm>
            <a:off x="1470401" y="1999057"/>
            <a:ext cx="2414206" cy="338554"/>
            <a:chOff x="1237833" y="3417650"/>
            <a:chExt cx="1708480" cy="338554"/>
          </a:xfrm>
        </p:grpSpPr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43EC832B-610F-42DA-BC17-868FD11B3D22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0" name="Border">
                <a:extLst>
                  <a:ext uri="{FF2B5EF4-FFF2-40B4-BE49-F238E27FC236}">
                    <a16:creationId xmlns:a16="http://schemas.microsoft.com/office/drawing/2014/main" id="{CEE170CA-316C-40E7-91D4-6DC496B5E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" name="Line 2">
                <a:extLst>
                  <a:ext uri="{FF2B5EF4-FFF2-40B4-BE49-F238E27FC236}">
                    <a16:creationId xmlns:a16="http://schemas.microsoft.com/office/drawing/2014/main" id="{EC6E3F24-E239-410E-BC33-A6106A0C0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" name="Line 1">
                <a:extLst>
                  <a:ext uri="{FF2B5EF4-FFF2-40B4-BE49-F238E27FC236}">
                    <a16:creationId xmlns:a16="http://schemas.microsoft.com/office/drawing/2014/main" id="{8B36251D-956E-4EE5-A2BD-61923BB8A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BEF5267-4393-4340-B16E-926C4BA5220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EB503399-EFE4-472C-877B-4F1515226B39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B84349C2-EC5C-47E6-8F83-BD661532C2E8}"/>
              </a:ext>
            </a:extLst>
          </p:cNvPr>
          <p:cNvGrpSpPr/>
          <p:nvPr userDrawn="1"/>
        </p:nvGrpSpPr>
        <p:grpSpPr>
          <a:xfrm>
            <a:off x="1475107" y="2335343"/>
            <a:ext cx="2414206" cy="338554"/>
            <a:chOff x="1237833" y="3417650"/>
            <a:chExt cx="1708480" cy="338554"/>
          </a:xfrm>
        </p:grpSpPr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8E61294C-FBEE-4E33-9002-1E8401B9BDD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7" name="Border">
                <a:extLst>
                  <a:ext uri="{FF2B5EF4-FFF2-40B4-BE49-F238E27FC236}">
                    <a16:creationId xmlns:a16="http://schemas.microsoft.com/office/drawing/2014/main" id="{F7E1C138-F700-43FD-BDDE-BEA6FD13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" name="Line 2">
                <a:extLst>
                  <a:ext uri="{FF2B5EF4-FFF2-40B4-BE49-F238E27FC236}">
                    <a16:creationId xmlns:a16="http://schemas.microsoft.com/office/drawing/2014/main" id="{35C1516B-6DC4-43B3-9C33-57A8E5600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" name="Line 1">
                <a:extLst>
                  <a:ext uri="{FF2B5EF4-FFF2-40B4-BE49-F238E27FC236}">
                    <a16:creationId xmlns:a16="http://schemas.microsoft.com/office/drawing/2014/main" id="{8972CDFA-0FF4-47A2-A12A-2B909A30D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EEB1DD0-E381-4748-AB9F-FE81969BF9A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E55DDBFE-166D-455D-A6B4-84966977D9F9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CFD15381-59CC-4031-A5C0-18F362C9EEAA}"/>
              </a:ext>
            </a:extLst>
          </p:cNvPr>
          <p:cNvGrpSpPr/>
          <p:nvPr userDrawn="1"/>
        </p:nvGrpSpPr>
        <p:grpSpPr>
          <a:xfrm>
            <a:off x="1470401" y="2669479"/>
            <a:ext cx="2414206" cy="338554"/>
            <a:chOff x="1237833" y="3417650"/>
            <a:chExt cx="1708480" cy="338554"/>
          </a:xfrm>
        </p:grpSpPr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FF8C465C-2377-4C92-92A9-C558654FF074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34" name="Border">
                <a:extLst>
                  <a:ext uri="{FF2B5EF4-FFF2-40B4-BE49-F238E27FC236}">
                    <a16:creationId xmlns:a16="http://schemas.microsoft.com/office/drawing/2014/main" id="{94A0DA48-DBFE-4FBA-99D5-916523504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Line 2">
                <a:extLst>
                  <a:ext uri="{FF2B5EF4-FFF2-40B4-BE49-F238E27FC236}">
                    <a16:creationId xmlns:a16="http://schemas.microsoft.com/office/drawing/2014/main" id="{9B9919A1-0EFB-4579-9A0A-FBA3DCF98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" name="Line 1">
                <a:extLst>
                  <a:ext uri="{FF2B5EF4-FFF2-40B4-BE49-F238E27FC236}">
                    <a16:creationId xmlns:a16="http://schemas.microsoft.com/office/drawing/2014/main" id="{82123A5A-C13E-421E-A249-683FE26F0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12FABD3-EED1-4E16-ABDC-8EFA7228C34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061CA49-6F31-4FC9-8898-46FF82201F86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4AC65427-7FA1-458E-A12E-4C713EE62A83}"/>
              </a:ext>
            </a:extLst>
          </p:cNvPr>
          <p:cNvGrpSpPr/>
          <p:nvPr userDrawn="1"/>
        </p:nvGrpSpPr>
        <p:grpSpPr>
          <a:xfrm>
            <a:off x="1461692" y="3003615"/>
            <a:ext cx="2414206" cy="338554"/>
            <a:chOff x="1237833" y="3417650"/>
            <a:chExt cx="1708480" cy="338554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A35C74BF-7844-4712-9734-1BA5232527A3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41" name="Border">
                <a:extLst>
                  <a:ext uri="{FF2B5EF4-FFF2-40B4-BE49-F238E27FC236}">
                    <a16:creationId xmlns:a16="http://schemas.microsoft.com/office/drawing/2014/main" id="{289272D6-1A56-4739-AB3F-D0E1E2EBB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Line 2">
                <a:extLst>
                  <a:ext uri="{FF2B5EF4-FFF2-40B4-BE49-F238E27FC236}">
                    <a16:creationId xmlns:a16="http://schemas.microsoft.com/office/drawing/2014/main" id="{4B40658C-8DA5-47AE-BEFD-0044D42BD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" name="Line 1">
                <a:extLst>
                  <a:ext uri="{FF2B5EF4-FFF2-40B4-BE49-F238E27FC236}">
                    <a16:creationId xmlns:a16="http://schemas.microsoft.com/office/drawing/2014/main" id="{02461C40-8F3D-4CF4-9416-2868901C9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F515473-CDBD-4431-98C3-BE16B625CE15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1C5E1169-7B53-4A7B-A99D-30E5C9CE9E06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2DCE44DB-A942-4954-8439-348E4F026FC1}"/>
              </a:ext>
            </a:extLst>
          </p:cNvPr>
          <p:cNvGrpSpPr/>
          <p:nvPr userDrawn="1"/>
        </p:nvGrpSpPr>
        <p:grpSpPr>
          <a:xfrm>
            <a:off x="1466398" y="3339901"/>
            <a:ext cx="2414206" cy="338554"/>
            <a:chOff x="1237833" y="3417650"/>
            <a:chExt cx="1708480" cy="338554"/>
          </a:xfrm>
        </p:grpSpPr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B90098B9-AAD8-4645-B1CF-AF5AF07AE864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48" name="Border">
                <a:extLst>
                  <a:ext uri="{FF2B5EF4-FFF2-40B4-BE49-F238E27FC236}">
                    <a16:creationId xmlns:a16="http://schemas.microsoft.com/office/drawing/2014/main" id="{C79D013C-4CB7-4548-8A21-99143D290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" name="Line 2">
                <a:extLst>
                  <a:ext uri="{FF2B5EF4-FFF2-40B4-BE49-F238E27FC236}">
                    <a16:creationId xmlns:a16="http://schemas.microsoft.com/office/drawing/2014/main" id="{3ABF513E-BEE8-4F4A-AFB4-80CC37B1F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" name="Line 1">
                <a:extLst>
                  <a:ext uri="{FF2B5EF4-FFF2-40B4-BE49-F238E27FC236}">
                    <a16:creationId xmlns:a16="http://schemas.microsoft.com/office/drawing/2014/main" id="{A876527D-D4ED-441E-BCBF-EB9FB38E9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B6E40044-7DC7-499A-8C44-3D9C620165FD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ABD85260-1B47-431C-B9D7-6B9BE46388C3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506BFC8B-716B-43CE-86C2-9D559DC4FD89}"/>
              </a:ext>
            </a:extLst>
          </p:cNvPr>
          <p:cNvGrpSpPr/>
          <p:nvPr userDrawn="1"/>
        </p:nvGrpSpPr>
        <p:grpSpPr>
          <a:xfrm>
            <a:off x="1483113" y="3674828"/>
            <a:ext cx="2414206" cy="338554"/>
            <a:chOff x="1237833" y="3417650"/>
            <a:chExt cx="1708480" cy="338554"/>
          </a:xfrm>
        </p:grpSpPr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2F1BD85C-E399-4A4C-82A6-455905C8AA1F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55" name="Border">
                <a:extLst>
                  <a:ext uri="{FF2B5EF4-FFF2-40B4-BE49-F238E27FC236}">
                    <a16:creationId xmlns:a16="http://schemas.microsoft.com/office/drawing/2014/main" id="{8E9EE5E0-9264-400D-BBB8-00AA368A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" name="Line 2">
                <a:extLst>
                  <a:ext uri="{FF2B5EF4-FFF2-40B4-BE49-F238E27FC236}">
                    <a16:creationId xmlns:a16="http://schemas.microsoft.com/office/drawing/2014/main" id="{B1BC10AA-0366-4F5F-BDCE-DEB46C858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" name="Line 1">
                <a:extLst>
                  <a:ext uri="{FF2B5EF4-FFF2-40B4-BE49-F238E27FC236}">
                    <a16:creationId xmlns:a16="http://schemas.microsoft.com/office/drawing/2014/main" id="{3E0C1C95-5F9D-443F-A48F-B2010A569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A25E4278-B67D-4FEF-92AC-059D16A0F89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3BBB5EDF-7023-4553-A6F4-157FDEB26AAD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F8054CD8-4F22-41CF-9309-E8A03BB89B44}"/>
              </a:ext>
            </a:extLst>
          </p:cNvPr>
          <p:cNvGrpSpPr/>
          <p:nvPr userDrawn="1"/>
        </p:nvGrpSpPr>
        <p:grpSpPr>
          <a:xfrm>
            <a:off x="1474404" y="4008964"/>
            <a:ext cx="2414206" cy="338554"/>
            <a:chOff x="1237833" y="3417650"/>
            <a:chExt cx="1708480" cy="338554"/>
          </a:xfrm>
        </p:grpSpPr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AF263DFB-8C2D-44A0-8E79-615449EFEA6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62" name="Border">
                <a:extLst>
                  <a:ext uri="{FF2B5EF4-FFF2-40B4-BE49-F238E27FC236}">
                    <a16:creationId xmlns:a16="http://schemas.microsoft.com/office/drawing/2014/main" id="{4B8E2C9B-85AF-40E4-9F11-C939B1285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" name="Line 2">
                <a:extLst>
                  <a:ext uri="{FF2B5EF4-FFF2-40B4-BE49-F238E27FC236}">
                    <a16:creationId xmlns:a16="http://schemas.microsoft.com/office/drawing/2014/main" id="{E75B962A-7D36-4F89-8E3F-32C74DC11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" name="Line 1">
                <a:extLst>
                  <a:ext uri="{FF2B5EF4-FFF2-40B4-BE49-F238E27FC236}">
                    <a16:creationId xmlns:a16="http://schemas.microsoft.com/office/drawing/2014/main" id="{4B0B521F-4F94-4953-B0E3-0047A07EF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539349E6-E522-4BDD-BF1F-AB51FF3F0EB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B6E23B5E-9C39-414D-B592-76197A78082E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CC60C247-45D2-4D27-82CA-52DCF547FE6C}"/>
              </a:ext>
            </a:extLst>
          </p:cNvPr>
          <p:cNvGrpSpPr/>
          <p:nvPr userDrawn="1"/>
        </p:nvGrpSpPr>
        <p:grpSpPr>
          <a:xfrm>
            <a:off x="1479110" y="4345250"/>
            <a:ext cx="2414206" cy="338554"/>
            <a:chOff x="1237833" y="3417650"/>
            <a:chExt cx="1708480" cy="338554"/>
          </a:xfrm>
        </p:grpSpPr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53B56BBD-767C-42A3-BD9A-28A230834E92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69" name="Border">
                <a:extLst>
                  <a:ext uri="{FF2B5EF4-FFF2-40B4-BE49-F238E27FC236}">
                    <a16:creationId xmlns:a16="http://schemas.microsoft.com/office/drawing/2014/main" id="{808E7B58-4B6A-497C-8123-6C246152A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0" name="Line 2">
                <a:extLst>
                  <a:ext uri="{FF2B5EF4-FFF2-40B4-BE49-F238E27FC236}">
                    <a16:creationId xmlns:a16="http://schemas.microsoft.com/office/drawing/2014/main" id="{ABE28974-6904-40D5-80A3-F7869FA03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" name="Line 1">
                <a:extLst>
                  <a:ext uri="{FF2B5EF4-FFF2-40B4-BE49-F238E27FC236}">
                    <a16:creationId xmlns:a16="http://schemas.microsoft.com/office/drawing/2014/main" id="{F46CAEA0-34D2-4361-A3AD-FE34CBF2E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37856305-283D-4ADE-BCCE-BD14C1D552F4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A2207E64-9FD4-42E0-A5C7-7499A19D2D86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06A8487F-68D5-4882-9CD3-624C0472A69D}"/>
              </a:ext>
            </a:extLst>
          </p:cNvPr>
          <p:cNvGrpSpPr/>
          <p:nvPr userDrawn="1"/>
        </p:nvGrpSpPr>
        <p:grpSpPr>
          <a:xfrm>
            <a:off x="1483113" y="4682441"/>
            <a:ext cx="2414206" cy="338554"/>
            <a:chOff x="1237833" y="3417650"/>
            <a:chExt cx="1708480" cy="338554"/>
          </a:xfrm>
        </p:grpSpPr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395F47CC-2B6F-4B5A-9A96-811EB511970B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76" name="Border">
                <a:extLst>
                  <a:ext uri="{FF2B5EF4-FFF2-40B4-BE49-F238E27FC236}">
                    <a16:creationId xmlns:a16="http://schemas.microsoft.com/office/drawing/2014/main" id="{954682AD-F180-41AD-8B5F-53F3627E4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7" name="Line 2">
                <a:extLst>
                  <a:ext uri="{FF2B5EF4-FFF2-40B4-BE49-F238E27FC236}">
                    <a16:creationId xmlns:a16="http://schemas.microsoft.com/office/drawing/2014/main" id="{28A31191-F960-4C1D-BDD3-99F5E47FB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8" name="Line 1">
                <a:extLst>
                  <a:ext uri="{FF2B5EF4-FFF2-40B4-BE49-F238E27FC236}">
                    <a16:creationId xmlns:a16="http://schemas.microsoft.com/office/drawing/2014/main" id="{CB78C39C-1323-4810-BDB1-9C9FB7E8B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3ADB616A-A523-4CB8-968F-921930FBF702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0E460410-C75F-43DE-8667-0C9695C380A8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BA60E91-DEF6-4CD1-A0B7-79CA4B6FE0E9}"/>
              </a:ext>
            </a:extLst>
          </p:cNvPr>
          <p:cNvGrpSpPr/>
          <p:nvPr userDrawn="1"/>
        </p:nvGrpSpPr>
        <p:grpSpPr>
          <a:xfrm>
            <a:off x="1474404" y="5016577"/>
            <a:ext cx="2414206" cy="338554"/>
            <a:chOff x="1237833" y="3417650"/>
            <a:chExt cx="1708480" cy="338554"/>
          </a:xfrm>
        </p:grpSpPr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003029D7-E787-4795-A254-08BE9730F17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83" name="Border">
                <a:extLst>
                  <a:ext uri="{FF2B5EF4-FFF2-40B4-BE49-F238E27FC236}">
                    <a16:creationId xmlns:a16="http://schemas.microsoft.com/office/drawing/2014/main" id="{EC5EA733-13FF-4485-99B9-684AFDA2E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4" name="Line 2">
                <a:extLst>
                  <a:ext uri="{FF2B5EF4-FFF2-40B4-BE49-F238E27FC236}">
                    <a16:creationId xmlns:a16="http://schemas.microsoft.com/office/drawing/2014/main" id="{5A0CB6ED-7EEE-4668-8A92-255F555E8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5" name="Line 1">
                <a:extLst>
                  <a:ext uri="{FF2B5EF4-FFF2-40B4-BE49-F238E27FC236}">
                    <a16:creationId xmlns:a16="http://schemas.microsoft.com/office/drawing/2014/main" id="{A272E472-0F1E-4003-9F2F-400903C6C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A3AFAB6C-7F78-4C78-A81D-F8CD6A815634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CF0C5495-CB11-4622-B80E-0958119AC845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16AC1C17-D53B-49E5-B5FB-B66CC27B340F}"/>
              </a:ext>
            </a:extLst>
          </p:cNvPr>
          <p:cNvGrpSpPr/>
          <p:nvPr userDrawn="1"/>
        </p:nvGrpSpPr>
        <p:grpSpPr>
          <a:xfrm>
            <a:off x="1479110" y="5352863"/>
            <a:ext cx="2414206" cy="338554"/>
            <a:chOff x="1237833" y="3417650"/>
            <a:chExt cx="1708480" cy="338554"/>
          </a:xfrm>
        </p:grpSpPr>
        <p:grpSp>
          <p:nvGrpSpPr>
            <p:cNvPr id="88" name="그룹 87">
              <a:extLst>
                <a:ext uri="{FF2B5EF4-FFF2-40B4-BE49-F238E27FC236}">
                  <a16:creationId xmlns:a16="http://schemas.microsoft.com/office/drawing/2014/main" id="{3B22AAEA-A21F-4F14-901C-86622B517DC9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90" name="Border">
                <a:extLst>
                  <a:ext uri="{FF2B5EF4-FFF2-40B4-BE49-F238E27FC236}">
                    <a16:creationId xmlns:a16="http://schemas.microsoft.com/office/drawing/2014/main" id="{FA3B662D-1D16-499B-8C1C-1E6909370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1" name="Line 2">
                <a:extLst>
                  <a:ext uri="{FF2B5EF4-FFF2-40B4-BE49-F238E27FC236}">
                    <a16:creationId xmlns:a16="http://schemas.microsoft.com/office/drawing/2014/main" id="{1C1011D5-2EF1-4344-B6E7-CDA197E90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" name="Line 1">
                <a:extLst>
                  <a:ext uri="{FF2B5EF4-FFF2-40B4-BE49-F238E27FC236}">
                    <a16:creationId xmlns:a16="http://schemas.microsoft.com/office/drawing/2014/main" id="{94D07471-B9FB-47B8-B88F-5DA22010D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A66AAD4A-5F3A-4649-A160-9D5B89CA91EC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F2B0BF9D-0D43-4DA9-8994-40DC1C385783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C16151BF-25E3-44E4-AA65-266FD7B6D518}"/>
              </a:ext>
            </a:extLst>
          </p:cNvPr>
          <p:cNvSpPr/>
          <p:nvPr userDrawn="1"/>
        </p:nvSpPr>
        <p:spPr>
          <a:xfrm>
            <a:off x="8938303" y="1761254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691D0EB1-4879-4EE5-BD0B-DF5A5EC21D7F}"/>
              </a:ext>
            </a:extLst>
          </p:cNvPr>
          <p:cNvSpPr/>
          <p:nvPr userDrawn="1"/>
        </p:nvSpPr>
        <p:spPr>
          <a:xfrm>
            <a:off x="8938303" y="2095390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41384B1A-0391-4B20-9DCC-431B1316339A}"/>
              </a:ext>
            </a:extLst>
          </p:cNvPr>
          <p:cNvSpPr/>
          <p:nvPr userDrawn="1"/>
        </p:nvSpPr>
        <p:spPr>
          <a:xfrm>
            <a:off x="8938303" y="2431676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5DBF70B-F30C-453A-B4F0-F019DDBB483C}"/>
              </a:ext>
            </a:extLst>
          </p:cNvPr>
          <p:cNvSpPr/>
          <p:nvPr userDrawn="1"/>
        </p:nvSpPr>
        <p:spPr>
          <a:xfrm>
            <a:off x="8938303" y="2762480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67B2D85-A324-4B76-8948-5EA96EDEE84F}"/>
              </a:ext>
            </a:extLst>
          </p:cNvPr>
          <p:cNvSpPr/>
          <p:nvPr userDrawn="1"/>
        </p:nvSpPr>
        <p:spPr>
          <a:xfrm>
            <a:off x="8938303" y="3096616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43D435E-3218-4D41-AE92-2C0184684354}"/>
              </a:ext>
            </a:extLst>
          </p:cNvPr>
          <p:cNvSpPr/>
          <p:nvPr userDrawn="1"/>
        </p:nvSpPr>
        <p:spPr>
          <a:xfrm>
            <a:off x="8938303" y="343290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BBC3E8F5-4AC2-4AB2-8226-C557AC1CE113}"/>
              </a:ext>
            </a:extLst>
          </p:cNvPr>
          <p:cNvSpPr/>
          <p:nvPr userDrawn="1"/>
        </p:nvSpPr>
        <p:spPr>
          <a:xfrm>
            <a:off x="8931106" y="3765299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520DF1A-7023-44B3-88A6-F26FF4E80B4F}"/>
              </a:ext>
            </a:extLst>
          </p:cNvPr>
          <p:cNvSpPr/>
          <p:nvPr userDrawn="1"/>
        </p:nvSpPr>
        <p:spPr>
          <a:xfrm>
            <a:off x="8931106" y="4099435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101FF7E-A6CA-4447-8434-0D4DCC474D23}"/>
              </a:ext>
            </a:extLst>
          </p:cNvPr>
          <p:cNvSpPr/>
          <p:nvPr userDrawn="1"/>
        </p:nvSpPr>
        <p:spPr>
          <a:xfrm>
            <a:off x="8931106" y="4435721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DC0B6E67-A595-4395-A5BA-24F9906AA90F}"/>
              </a:ext>
            </a:extLst>
          </p:cNvPr>
          <p:cNvSpPr/>
          <p:nvPr userDrawn="1"/>
        </p:nvSpPr>
        <p:spPr>
          <a:xfrm>
            <a:off x="8931106" y="4766525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B12126E6-5607-4E50-A525-24F0A6781709}"/>
              </a:ext>
            </a:extLst>
          </p:cNvPr>
          <p:cNvSpPr/>
          <p:nvPr userDrawn="1"/>
        </p:nvSpPr>
        <p:spPr>
          <a:xfrm>
            <a:off x="8931106" y="5100661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2B8E7527-DE61-4FF2-9D90-13D0E9B52190}"/>
              </a:ext>
            </a:extLst>
          </p:cNvPr>
          <p:cNvSpPr/>
          <p:nvPr userDrawn="1"/>
        </p:nvSpPr>
        <p:spPr>
          <a:xfrm>
            <a:off x="8931106" y="543694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68A6BB17-A4AE-43FD-AD22-029A0F22BA26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E019FAB4-6ADC-44BE-858E-2A3FC914FE92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B2492287-8D3D-40DA-AEFD-B4C0A74CA87A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8E6B8291-ECFF-4F1C-B9A5-3E658538EFC1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5410069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상품관리-부분공개상품리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6D9C911C-D40D-47E5-9379-8247D2E5128B}"/>
              </a:ext>
            </a:extLst>
          </p:cNvPr>
          <p:cNvSpPr/>
          <p:nvPr userDrawn="1"/>
        </p:nvSpPr>
        <p:spPr>
          <a:xfrm>
            <a:off x="1349724" y="570864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9EABA31-D408-4100-93F4-443E5BF46C05}"/>
              </a:ext>
            </a:extLst>
          </p:cNvPr>
          <p:cNvSpPr/>
          <p:nvPr userDrawn="1"/>
        </p:nvSpPr>
        <p:spPr>
          <a:xfrm>
            <a:off x="9271395" y="559383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5" name="표 63">
            <a:extLst>
              <a:ext uri="{FF2B5EF4-FFF2-40B4-BE49-F238E27FC236}">
                <a16:creationId xmlns:a16="http://schemas.microsoft.com/office/drawing/2014/main" id="{A8F229E7-33A3-46AF-ACA2-8735B6C64A9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971514361"/>
              </p:ext>
            </p:extLst>
          </p:nvPr>
        </p:nvGraphicFramePr>
        <p:xfrm>
          <a:off x="108567" y="547912"/>
          <a:ext cx="9936421" cy="45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01924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8834497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98F67D3A-570D-4A34-8E25-CE140C53EEE5}"/>
              </a:ext>
            </a:extLst>
          </p:cNvPr>
          <p:cNvSpPr/>
          <p:nvPr userDrawn="1"/>
        </p:nvSpPr>
        <p:spPr>
          <a:xfrm>
            <a:off x="9273843" y="786602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530039E-6ABA-4B26-AAA8-B16A919D040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807654818"/>
              </p:ext>
            </p:extLst>
          </p:nvPr>
        </p:nvGraphicFramePr>
        <p:xfrm>
          <a:off x="108565" y="1454697"/>
          <a:ext cx="9936420" cy="423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1402">
                  <a:extLst>
                    <a:ext uri="{9D8B030D-6E8A-4147-A177-3AD203B41FA5}">
                      <a16:colId xmlns:a16="http://schemas.microsoft.com/office/drawing/2014/main" val="401447903"/>
                    </a:ext>
                  </a:extLst>
                </a:gridCol>
                <a:gridCol w="8724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711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21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647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238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50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55576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상세보기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판매요청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3431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792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545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3428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C20320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000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774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F20212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055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3425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Z20321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57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3424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086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936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3422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E20312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094304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FD0A7453-C379-45C8-BFBE-242366627DAD}"/>
              </a:ext>
            </a:extLst>
          </p:cNvPr>
          <p:cNvSpPr txBox="1"/>
          <p:nvPr userDrawn="1"/>
        </p:nvSpPr>
        <p:spPr>
          <a:xfrm>
            <a:off x="94598" y="1216872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pic>
        <p:nvPicPr>
          <p:cNvPr id="9" name="Picture 2">
            <a:extLst>
              <a:ext uri="{FF2B5EF4-FFF2-40B4-BE49-F238E27FC236}">
                <a16:creationId xmlns:a16="http://schemas.microsoft.com/office/drawing/2014/main" id="{1D4D6681-D319-47FC-AD4C-DBF71F97C70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84892" y="5982592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" name="그룹 9">
            <a:extLst>
              <a:ext uri="{FF2B5EF4-FFF2-40B4-BE49-F238E27FC236}">
                <a16:creationId xmlns:a16="http://schemas.microsoft.com/office/drawing/2014/main" id="{506093FB-AD72-417E-ACE8-0DE54FF61AF7}"/>
              </a:ext>
            </a:extLst>
          </p:cNvPr>
          <p:cNvGrpSpPr/>
          <p:nvPr userDrawn="1"/>
        </p:nvGrpSpPr>
        <p:grpSpPr>
          <a:xfrm>
            <a:off x="1636057" y="1664921"/>
            <a:ext cx="2414206" cy="338554"/>
            <a:chOff x="1237833" y="3417650"/>
            <a:chExt cx="1708480" cy="338554"/>
          </a:xfrm>
        </p:grpSpPr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8CF327D9-6133-4DE7-AC15-5533B49DAF12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3" name="Border">
                <a:extLst>
                  <a:ext uri="{FF2B5EF4-FFF2-40B4-BE49-F238E27FC236}">
                    <a16:creationId xmlns:a16="http://schemas.microsoft.com/office/drawing/2014/main" id="{25A654A7-BDBE-4950-8F77-902C2E3F8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Line 2">
                <a:extLst>
                  <a:ext uri="{FF2B5EF4-FFF2-40B4-BE49-F238E27FC236}">
                    <a16:creationId xmlns:a16="http://schemas.microsoft.com/office/drawing/2014/main" id="{1695381C-CC62-4241-ACA7-A3577C80B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" name="Line 1">
                <a:extLst>
                  <a:ext uri="{FF2B5EF4-FFF2-40B4-BE49-F238E27FC236}">
                    <a16:creationId xmlns:a16="http://schemas.microsoft.com/office/drawing/2014/main" id="{F33F8927-774D-416B-9D02-5AE31EBF9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71627F9A-6B3B-4D82-BF10-00224A86A0AD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EEFC6798-5E3C-43C3-B4B3-3DE9D51450C0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6314AE1D-D114-4B67-88AE-4D672E2230EF}"/>
              </a:ext>
            </a:extLst>
          </p:cNvPr>
          <p:cNvGrpSpPr/>
          <p:nvPr userDrawn="1"/>
        </p:nvGrpSpPr>
        <p:grpSpPr>
          <a:xfrm>
            <a:off x="1627348" y="1999057"/>
            <a:ext cx="2414206" cy="338554"/>
            <a:chOff x="1237833" y="3417650"/>
            <a:chExt cx="1708480" cy="338554"/>
          </a:xfrm>
        </p:grpSpPr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A7500331-43FF-485B-BC5C-9B0FE0628C43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0" name="Border">
                <a:extLst>
                  <a:ext uri="{FF2B5EF4-FFF2-40B4-BE49-F238E27FC236}">
                    <a16:creationId xmlns:a16="http://schemas.microsoft.com/office/drawing/2014/main" id="{A8F822B5-EDEF-40AE-A737-588C0ADC0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" name="Line 2">
                <a:extLst>
                  <a:ext uri="{FF2B5EF4-FFF2-40B4-BE49-F238E27FC236}">
                    <a16:creationId xmlns:a16="http://schemas.microsoft.com/office/drawing/2014/main" id="{E96B606F-86F4-4363-97D4-33486AEC2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" name="Line 1">
                <a:extLst>
                  <a:ext uri="{FF2B5EF4-FFF2-40B4-BE49-F238E27FC236}">
                    <a16:creationId xmlns:a16="http://schemas.microsoft.com/office/drawing/2014/main" id="{EAA48027-AF07-4A41-9BFC-2E255DF38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74AB51FD-5FD8-40DA-94B8-CABD03E8F7E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B5D3AC1-194A-4F5D-B81E-A1C08B71DC13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DDDBD9A4-D6B5-49DD-9481-983BC0F9D90F}"/>
              </a:ext>
            </a:extLst>
          </p:cNvPr>
          <p:cNvGrpSpPr/>
          <p:nvPr userDrawn="1"/>
        </p:nvGrpSpPr>
        <p:grpSpPr>
          <a:xfrm>
            <a:off x="1632054" y="2335343"/>
            <a:ext cx="2414206" cy="338554"/>
            <a:chOff x="1237833" y="3417650"/>
            <a:chExt cx="1708480" cy="338554"/>
          </a:xfrm>
        </p:grpSpPr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67C406CE-A706-44B8-8538-0181E22C0FD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7" name="Border">
                <a:extLst>
                  <a:ext uri="{FF2B5EF4-FFF2-40B4-BE49-F238E27FC236}">
                    <a16:creationId xmlns:a16="http://schemas.microsoft.com/office/drawing/2014/main" id="{9C3EC0E5-656A-434E-AD5D-22D60BB0D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" name="Line 2">
                <a:extLst>
                  <a:ext uri="{FF2B5EF4-FFF2-40B4-BE49-F238E27FC236}">
                    <a16:creationId xmlns:a16="http://schemas.microsoft.com/office/drawing/2014/main" id="{A750322B-CF3E-4937-990B-D76087446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" name="Line 1">
                <a:extLst>
                  <a:ext uri="{FF2B5EF4-FFF2-40B4-BE49-F238E27FC236}">
                    <a16:creationId xmlns:a16="http://schemas.microsoft.com/office/drawing/2014/main" id="{5CFB9C75-0B57-48F8-8AB9-0699781E9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C15CF3F-C15B-4DF6-897D-F59C0776300D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588E3AD7-D3C9-44DB-8A73-BC11FE623312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403C50F2-A41C-4509-A2D2-B0A74AEE1E9C}"/>
              </a:ext>
            </a:extLst>
          </p:cNvPr>
          <p:cNvGrpSpPr/>
          <p:nvPr userDrawn="1"/>
        </p:nvGrpSpPr>
        <p:grpSpPr>
          <a:xfrm>
            <a:off x="1627348" y="2669479"/>
            <a:ext cx="2414206" cy="338554"/>
            <a:chOff x="1237833" y="3417650"/>
            <a:chExt cx="1708480" cy="338554"/>
          </a:xfrm>
        </p:grpSpPr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7DC875AE-74A3-4CAD-9733-AC1FA8A7F5F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34" name="Border">
                <a:extLst>
                  <a:ext uri="{FF2B5EF4-FFF2-40B4-BE49-F238E27FC236}">
                    <a16:creationId xmlns:a16="http://schemas.microsoft.com/office/drawing/2014/main" id="{A13A6596-B72B-4C19-97CB-B93993BBC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Line 2">
                <a:extLst>
                  <a:ext uri="{FF2B5EF4-FFF2-40B4-BE49-F238E27FC236}">
                    <a16:creationId xmlns:a16="http://schemas.microsoft.com/office/drawing/2014/main" id="{A008CC0F-2993-4729-BA8F-F3E68620E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" name="Line 1">
                <a:extLst>
                  <a:ext uri="{FF2B5EF4-FFF2-40B4-BE49-F238E27FC236}">
                    <a16:creationId xmlns:a16="http://schemas.microsoft.com/office/drawing/2014/main" id="{C0FCA116-E521-4FAB-9DBA-76B489D51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1E942C59-C4CE-461E-BB0F-C9EEFD8D5582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57FE441-0269-4E60-8563-18BB1A542E40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61670DF8-A1C4-41C8-A333-81C330729D57}"/>
              </a:ext>
            </a:extLst>
          </p:cNvPr>
          <p:cNvGrpSpPr/>
          <p:nvPr userDrawn="1"/>
        </p:nvGrpSpPr>
        <p:grpSpPr>
          <a:xfrm>
            <a:off x="1618639" y="3003615"/>
            <a:ext cx="2414206" cy="338554"/>
            <a:chOff x="1237833" y="3417650"/>
            <a:chExt cx="1708480" cy="338554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58591635-34CF-47DD-A29A-91CE435C955E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41" name="Border">
                <a:extLst>
                  <a:ext uri="{FF2B5EF4-FFF2-40B4-BE49-F238E27FC236}">
                    <a16:creationId xmlns:a16="http://schemas.microsoft.com/office/drawing/2014/main" id="{671A41A9-6A03-4C7D-9ECB-B22407642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Line 2">
                <a:extLst>
                  <a:ext uri="{FF2B5EF4-FFF2-40B4-BE49-F238E27FC236}">
                    <a16:creationId xmlns:a16="http://schemas.microsoft.com/office/drawing/2014/main" id="{D97F0FD4-BCE8-4919-B89F-E3801B6B6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" name="Line 1">
                <a:extLst>
                  <a:ext uri="{FF2B5EF4-FFF2-40B4-BE49-F238E27FC236}">
                    <a16:creationId xmlns:a16="http://schemas.microsoft.com/office/drawing/2014/main" id="{A778F341-E1DA-42EC-B0C4-16DB08B0F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5F36A2A6-06D0-4E99-983B-5812267A5835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A2EAE1D6-6D0E-4F47-9FF9-A63F7273AEEE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97EECC0F-3848-46C5-B23C-707C40506C73}"/>
              </a:ext>
            </a:extLst>
          </p:cNvPr>
          <p:cNvGrpSpPr/>
          <p:nvPr userDrawn="1"/>
        </p:nvGrpSpPr>
        <p:grpSpPr>
          <a:xfrm>
            <a:off x="1623345" y="3339901"/>
            <a:ext cx="2414206" cy="338554"/>
            <a:chOff x="1237833" y="3417650"/>
            <a:chExt cx="1708480" cy="338554"/>
          </a:xfrm>
        </p:grpSpPr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5B53CDDE-6E96-4197-A8D5-932F60288E4A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48" name="Border">
                <a:extLst>
                  <a:ext uri="{FF2B5EF4-FFF2-40B4-BE49-F238E27FC236}">
                    <a16:creationId xmlns:a16="http://schemas.microsoft.com/office/drawing/2014/main" id="{4F58DE76-68EF-4B47-B8B8-7D7A7C781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" name="Line 2">
                <a:extLst>
                  <a:ext uri="{FF2B5EF4-FFF2-40B4-BE49-F238E27FC236}">
                    <a16:creationId xmlns:a16="http://schemas.microsoft.com/office/drawing/2014/main" id="{EFEBB8CD-A2CA-48C5-842D-429C182EB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" name="Line 1">
                <a:extLst>
                  <a:ext uri="{FF2B5EF4-FFF2-40B4-BE49-F238E27FC236}">
                    <a16:creationId xmlns:a16="http://schemas.microsoft.com/office/drawing/2014/main" id="{94585AAA-890A-438C-AEDC-709B4992F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0A406A5-1066-4B6F-9EF0-C7722C14A305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2A837392-57BC-4E02-B866-B6E992107546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94709C26-84F3-4F9A-A507-79D75BDAE82C}"/>
              </a:ext>
            </a:extLst>
          </p:cNvPr>
          <p:cNvGrpSpPr/>
          <p:nvPr userDrawn="1"/>
        </p:nvGrpSpPr>
        <p:grpSpPr>
          <a:xfrm>
            <a:off x="1640060" y="3674828"/>
            <a:ext cx="2414206" cy="338554"/>
            <a:chOff x="1237833" y="3417650"/>
            <a:chExt cx="1708480" cy="338554"/>
          </a:xfrm>
        </p:grpSpPr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D01A2965-EB90-42EE-81B6-D72DB1E71B07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55" name="Border">
                <a:extLst>
                  <a:ext uri="{FF2B5EF4-FFF2-40B4-BE49-F238E27FC236}">
                    <a16:creationId xmlns:a16="http://schemas.microsoft.com/office/drawing/2014/main" id="{2044DA82-DC62-4D7D-A61D-E899485AB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" name="Line 2">
                <a:extLst>
                  <a:ext uri="{FF2B5EF4-FFF2-40B4-BE49-F238E27FC236}">
                    <a16:creationId xmlns:a16="http://schemas.microsoft.com/office/drawing/2014/main" id="{A094BA6F-B00E-41A1-8C96-0DCE8C483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" name="Line 1">
                <a:extLst>
                  <a:ext uri="{FF2B5EF4-FFF2-40B4-BE49-F238E27FC236}">
                    <a16:creationId xmlns:a16="http://schemas.microsoft.com/office/drawing/2014/main" id="{CFEB33E3-8784-43C9-A733-E74682DD2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A3C39E63-EA09-43F0-B8C6-7A2F897EECB0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256CE395-D316-4ECD-9038-932B3F3EBDD5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4A0F9858-7412-497A-B8F5-3DA1629F9D78}"/>
              </a:ext>
            </a:extLst>
          </p:cNvPr>
          <p:cNvGrpSpPr/>
          <p:nvPr userDrawn="1"/>
        </p:nvGrpSpPr>
        <p:grpSpPr>
          <a:xfrm>
            <a:off x="1631351" y="4008964"/>
            <a:ext cx="2414206" cy="338554"/>
            <a:chOff x="1237833" y="3417650"/>
            <a:chExt cx="1708480" cy="338554"/>
          </a:xfrm>
        </p:grpSpPr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50F77119-A13C-43B6-B692-CB8B14B1E668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62" name="Border">
                <a:extLst>
                  <a:ext uri="{FF2B5EF4-FFF2-40B4-BE49-F238E27FC236}">
                    <a16:creationId xmlns:a16="http://schemas.microsoft.com/office/drawing/2014/main" id="{5DB43AD2-E498-4D5B-B085-CD4797571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" name="Line 2">
                <a:extLst>
                  <a:ext uri="{FF2B5EF4-FFF2-40B4-BE49-F238E27FC236}">
                    <a16:creationId xmlns:a16="http://schemas.microsoft.com/office/drawing/2014/main" id="{95C520AD-5F9D-4459-83AA-67A221355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" name="Line 1">
                <a:extLst>
                  <a:ext uri="{FF2B5EF4-FFF2-40B4-BE49-F238E27FC236}">
                    <a16:creationId xmlns:a16="http://schemas.microsoft.com/office/drawing/2014/main" id="{9398D9A1-3CC2-4745-AB02-FC77D7F85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66D1C1A6-1C20-4BE5-897E-15150814C485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EB2EDD2B-68AF-4476-9220-A80730883F2C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0BB80EC8-CCA6-4626-B716-7C09AAA13FC9}"/>
              </a:ext>
            </a:extLst>
          </p:cNvPr>
          <p:cNvGrpSpPr/>
          <p:nvPr userDrawn="1"/>
        </p:nvGrpSpPr>
        <p:grpSpPr>
          <a:xfrm>
            <a:off x="1636057" y="4345250"/>
            <a:ext cx="2414206" cy="338554"/>
            <a:chOff x="1237833" y="3417650"/>
            <a:chExt cx="1708480" cy="338554"/>
          </a:xfrm>
        </p:grpSpPr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FF1EE992-2900-4595-BC47-33032AF790A0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69" name="Border">
                <a:extLst>
                  <a:ext uri="{FF2B5EF4-FFF2-40B4-BE49-F238E27FC236}">
                    <a16:creationId xmlns:a16="http://schemas.microsoft.com/office/drawing/2014/main" id="{9F81A0A4-0718-401A-8B0C-EAB18CB3D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0" name="Line 2">
                <a:extLst>
                  <a:ext uri="{FF2B5EF4-FFF2-40B4-BE49-F238E27FC236}">
                    <a16:creationId xmlns:a16="http://schemas.microsoft.com/office/drawing/2014/main" id="{5B9D11A2-BC72-442D-8C17-944544D9E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" name="Line 1">
                <a:extLst>
                  <a:ext uri="{FF2B5EF4-FFF2-40B4-BE49-F238E27FC236}">
                    <a16:creationId xmlns:a16="http://schemas.microsoft.com/office/drawing/2014/main" id="{A7B6A6B9-0E38-461D-8C9D-1A5E0B2A5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ED32096E-0AF9-4E8A-B4A5-6C4ED1A1468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AD74A379-E6BA-45FA-A7E8-A034A8931F6A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2F430921-1FB0-4B5A-89AA-4F97FE46EBFF}"/>
              </a:ext>
            </a:extLst>
          </p:cNvPr>
          <p:cNvGrpSpPr/>
          <p:nvPr userDrawn="1"/>
        </p:nvGrpSpPr>
        <p:grpSpPr>
          <a:xfrm>
            <a:off x="1640060" y="4682441"/>
            <a:ext cx="2414206" cy="338554"/>
            <a:chOff x="1237833" y="3417650"/>
            <a:chExt cx="1708480" cy="338554"/>
          </a:xfrm>
        </p:grpSpPr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9E448F28-EA30-4A3B-B9F9-AFB7768A3296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76" name="Border">
                <a:extLst>
                  <a:ext uri="{FF2B5EF4-FFF2-40B4-BE49-F238E27FC236}">
                    <a16:creationId xmlns:a16="http://schemas.microsoft.com/office/drawing/2014/main" id="{A06ADDF8-7C0E-4212-8CCD-E4562B69E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7" name="Line 2">
                <a:extLst>
                  <a:ext uri="{FF2B5EF4-FFF2-40B4-BE49-F238E27FC236}">
                    <a16:creationId xmlns:a16="http://schemas.microsoft.com/office/drawing/2014/main" id="{E0FC2DF2-C4B7-4BC2-925C-A558620CE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8" name="Line 1">
                <a:extLst>
                  <a:ext uri="{FF2B5EF4-FFF2-40B4-BE49-F238E27FC236}">
                    <a16:creationId xmlns:a16="http://schemas.microsoft.com/office/drawing/2014/main" id="{11CF926A-EAFF-4E98-90A3-C3E64B6AF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98401A55-1F6E-498A-8DFB-3BCC7FAD4BDC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AD43EF1C-C4A8-4AB3-9D32-DA9E4511EF55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F6A566D6-D908-4EB0-99F0-84D598253AF2}"/>
              </a:ext>
            </a:extLst>
          </p:cNvPr>
          <p:cNvGrpSpPr/>
          <p:nvPr userDrawn="1"/>
        </p:nvGrpSpPr>
        <p:grpSpPr>
          <a:xfrm>
            <a:off x="1631351" y="5016577"/>
            <a:ext cx="2414206" cy="338554"/>
            <a:chOff x="1237833" y="3417650"/>
            <a:chExt cx="1708480" cy="338554"/>
          </a:xfrm>
        </p:grpSpPr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F518BFB7-5461-4794-95DF-FE7252AD6AA7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83" name="Border">
                <a:extLst>
                  <a:ext uri="{FF2B5EF4-FFF2-40B4-BE49-F238E27FC236}">
                    <a16:creationId xmlns:a16="http://schemas.microsoft.com/office/drawing/2014/main" id="{26123C00-9C2B-40F1-BB95-458DA2CD1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4" name="Line 2">
                <a:extLst>
                  <a:ext uri="{FF2B5EF4-FFF2-40B4-BE49-F238E27FC236}">
                    <a16:creationId xmlns:a16="http://schemas.microsoft.com/office/drawing/2014/main" id="{6708A768-9D90-4CD6-9AF2-E78673307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5" name="Line 1">
                <a:extLst>
                  <a:ext uri="{FF2B5EF4-FFF2-40B4-BE49-F238E27FC236}">
                    <a16:creationId xmlns:a16="http://schemas.microsoft.com/office/drawing/2014/main" id="{B255ECBE-1A6D-407E-BFE1-B4F0F0B50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AB38A846-BC24-4981-AB78-46C375169C2D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DAFCF144-3162-4EB1-8445-2126A4FC2B27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1914A178-F725-4C8B-9CD0-3C917DDFBF73}"/>
              </a:ext>
            </a:extLst>
          </p:cNvPr>
          <p:cNvGrpSpPr/>
          <p:nvPr userDrawn="1"/>
        </p:nvGrpSpPr>
        <p:grpSpPr>
          <a:xfrm>
            <a:off x="1636057" y="5352863"/>
            <a:ext cx="2414206" cy="338554"/>
            <a:chOff x="1237833" y="3417650"/>
            <a:chExt cx="1708480" cy="338554"/>
          </a:xfrm>
        </p:grpSpPr>
        <p:grpSp>
          <p:nvGrpSpPr>
            <p:cNvPr id="88" name="그룹 87">
              <a:extLst>
                <a:ext uri="{FF2B5EF4-FFF2-40B4-BE49-F238E27FC236}">
                  <a16:creationId xmlns:a16="http://schemas.microsoft.com/office/drawing/2014/main" id="{4BE37960-66C4-4F4D-A6FB-513CF3D026C5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90" name="Border">
                <a:extLst>
                  <a:ext uri="{FF2B5EF4-FFF2-40B4-BE49-F238E27FC236}">
                    <a16:creationId xmlns:a16="http://schemas.microsoft.com/office/drawing/2014/main" id="{75B0216E-32B6-4732-ACF3-5060B172F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1" name="Line 2">
                <a:extLst>
                  <a:ext uri="{FF2B5EF4-FFF2-40B4-BE49-F238E27FC236}">
                    <a16:creationId xmlns:a16="http://schemas.microsoft.com/office/drawing/2014/main" id="{F570AD06-7972-4630-9AD0-B6B96A520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" name="Line 1">
                <a:extLst>
                  <a:ext uri="{FF2B5EF4-FFF2-40B4-BE49-F238E27FC236}">
                    <a16:creationId xmlns:a16="http://schemas.microsoft.com/office/drawing/2014/main" id="{09110408-8738-44FE-B76C-D0AE56F53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CEB0805C-5C9F-43E1-98F7-5D02CA1DCC8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35D27B9A-D47E-4E92-9032-AD801699E97A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8A772E6-6F21-4E30-8D79-C4B89FCAD9AB}"/>
              </a:ext>
            </a:extLst>
          </p:cNvPr>
          <p:cNvSpPr/>
          <p:nvPr userDrawn="1"/>
        </p:nvSpPr>
        <p:spPr>
          <a:xfrm>
            <a:off x="8513051" y="1751590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339A9511-DF24-4CFA-A883-68B2E7BB4EDE}"/>
              </a:ext>
            </a:extLst>
          </p:cNvPr>
          <p:cNvSpPr/>
          <p:nvPr userDrawn="1"/>
        </p:nvSpPr>
        <p:spPr>
          <a:xfrm>
            <a:off x="8513051" y="2085726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DAB31545-A346-4338-96A5-85C56B0963B4}"/>
              </a:ext>
            </a:extLst>
          </p:cNvPr>
          <p:cNvSpPr/>
          <p:nvPr userDrawn="1"/>
        </p:nvSpPr>
        <p:spPr>
          <a:xfrm>
            <a:off x="8513051" y="242201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1B19E51-5F14-4CF1-82E0-3E45491E01AC}"/>
              </a:ext>
            </a:extLst>
          </p:cNvPr>
          <p:cNvSpPr/>
          <p:nvPr userDrawn="1"/>
        </p:nvSpPr>
        <p:spPr>
          <a:xfrm>
            <a:off x="8513051" y="2752816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CD240A72-DF6D-4E64-9B60-8562A782E847}"/>
              </a:ext>
            </a:extLst>
          </p:cNvPr>
          <p:cNvSpPr/>
          <p:nvPr userDrawn="1"/>
        </p:nvSpPr>
        <p:spPr>
          <a:xfrm>
            <a:off x="8513051" y="308695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3136B0F-FB6E-4CE0-B98C-41061A485A22}"/>
              </a:ext>
            </a:extLst>
          </p:cNvPr>
          <p:cNvSpPr/>
          <p:nvPr userDrawn="1"/>
        </p:nvSpPr>
        <p:spPr>
          <a:xfrm>
            <a:off x="8513051" y="342323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2FB966F8-E941-48EB-BB3E-EE9E195C87CC}"/>
              </a:ext>
            </a:extLst>
          </p:cNvPr>
          <p:cNvSpPr/>
          <p:nvPr userDrawn="1"/>
        </p:nvSpPr>
        <p:spPr>
          <a:xfrm>
            <a:off x="8505854" y="3755635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105F51E-C393-4C99-AD84-AE10BB92D3EC}"/>
              </a:ext>
            </a:extLst>
          </p:cNvPr>
          <p:cNvSpPr/>
          <p:nvPr userDrawn="1"/>
        </p:nvSpPr>
        <p:spPr>
          <a:xfrm>
            <a:off x="8505854" y="4089771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2DFF668-A37B-4F97-A3B4-0647A3F77389}"/>
              </a:ext>
            </a:extLst>
          </p:cNvPr>
          <p:cNvSpPr/>
          <p:nvPr userDrawn="1"/>
        </p:nvSpPr>
        <p:spPr>
          <a:xfrm>
            <a:off x="8505854" y="442605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681DCB50-5FFF-49E7-B5F8-532A88ABA764}"/>
              </a:ext>
            </a:extLst>
          </p:cNvPr>
          <p:cNvSpPr/>
          <p:nvPr userDrawn="1"/>
        </p:nvSpPr>
        <p:spPr>
          <a:xfrm>
            <a:off x="8505854" y="4756861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083A18EB-DD95-4112-85C0-54765A26FF23}"/>
              </a:ext>
            </a:extLst>
          </p:cNvPr>
          <p:cNvSpPr/>
          <p:nvPr userDrawn="1"/>
        </p:nvSpPr>
        <p:spPr>
          <a:xfrm>
            <a:off x="8505854" y="509099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A54A903D-47C3-4926-A096-F04E8D5DADF7}"/>
              </a:ext>
            </a:extLst>
          </p:cNvPr>
          <p:cNvSpPr/>
          <p:nvPr userDrawn="1"/>
        </p:nvSpPr>
        <p:spPr>
          <a:xfrm>
            <a:off x="8505854" y="542728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60929256-06DA-4B50-8FC1-8EE8A1DD7C12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7966EA8D-6909-4C11-8619-EE0C49DFE2E5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D1AFD02-A954-4BD0-AB04-80BFBB56E41F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78579619-5A6E-48B1-B146-8CC8BD11F517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C6275940-DE02-474D-8B89-0B9CD69D7C95}"/>
              </a:ext>
            </a:extLst>
          </p:cNvPr>
          <p:cNvSpPr/>
          <p:nvPr userDrawn="1"/>
        </p:nvSpPr>
        <p:spPr>
          <a:xfrm>
            <a:off x="9202607" y="1751590"/>
            <a:ext cx="776389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판매요청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4A7BCCA9-69F5-448F-8BF6-6867B0996A5A}"/>
              </a:ext>
            </a:extLst>
          </p:cNvPr>
          <p:cNvSpPr/>
          <p:nvPr userDrawn="1"/>
        </p:nvSpPr>
        <p:spPr>
          <a:xfrm>
            <a:off x="9202606" y="2085725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472B7BFF-4878-478F-A683-701A315C19E4}"/>
              </a:ext>
            </a:extLst>
          </p:cNvPr>
          <p:cNvSpPr/>
          <p:nvPr userDrawn="1"/>
        </p:nvSpPr>
        <p:spPr>
          <a:xfrm>
            <a:off x="9202606" y="3089103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2D3CD6E7-A589-4656-B66F-6F5D85FD3CB2}"/>
              </a:ext>
            </a:extLst>
          </p:cNvPr>
          <p:cNvSpPr/>
          <p:nvPr userDrawn="1"/>
        </p:nvSpPr>
        <p:spPr>
          <a:xfrm>
            <a:off x="9202606" y="3423238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E0193CF8-766D-4C56-B014-FAF97E473891}"/>
              </a:ext>
            </a:extLst>
          </p:cNvPr>
          <p:cNvSpPr/>
          <p:nvPr userDrawn="1"/>
        </p:nvSpPr>
        <p:spPr>
          <a:xfrm>
            <a:off x="9202664" y="3749071"/>
            <a:ext cx="776389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판매요청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9C8BFB1E-41AE-47C6-B954-522D5A617E46}"/>
              </a:ext>
            </a:extLst>
          </p:cNvPr>
          <p:cNvSpPr/>
          <p:nvPr userDrawn="1"/>
        </p:nvSpPr>
        <p:spPr>
          <a:xfrm>
            <a:off x="9202605" y="4077305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BB0542A9-A0A8-45D5-A097-72103BC67C2A}"/>
              </a:ext>
            </a:extLst>
          </p:cNvPr>
          <p:cNvSpPr/>
          <p:nvPr userDrawn="1"/>
        </p:nvSpPr>
        <p:spPr>
          <a:xfrm>
            <a:off x="9202604" y="4428443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DB9FE392-582A-453B-B074-F1A7F92A5EC8}"/>
              </a:ext>
            </a:extLst>
          </p:cNvPr>
          <p:cNvSpPr/>
          <p:nvPr userDrawn="1"/>
        </p:nvSpPr>
        <p:spPr>
          <a:xfrm>
            <a:off x="9200470" y="4751508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B78F0FB6-3416-4020-9C35-8F96FDB58CF6}"/>
              </a:ext>
            </a:extLst>
          </p:cNvPr>
          <p:cNvSpPr/>
          <p:nvPr userDrawn="1"/>
        </p:nvSpPr>
        <p:spPr>
          <a:xfrm>
            <a:off x="9195764" y="5081410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95D1DAA8-A044-42FD-AEC9-51D42268D34F}"/>
              </a:ext>
            </a:extLst>
          </p:cNvPr>
          <p:cNvSpPr/>
          <p:nvPr userDrawn="1"/>
        </p:nvSpPr>
        <p:spPr>
          <a:xfrm>
            <a:off x="9195763" y="5417698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B4773FBB-A0C0-4429-87A6-726BEFA23C68}"/>
              </a:ext>
            </a:extLst>
          </p:cNvPr>
          <p:cNvSpPr/>
          <p:nvPr userDrawn="1"/>
        </p:nvSpPr>
        <p:spPr>
          <a:xfrm>
            <a:off x="9205049" y="2428175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AD6D843A-86DA-4529-8AFE-82B795097416}"/>
              </a:ext>
            </a:extLst>
          </p:cNvPr>
          <p:cNvSpPr/>
          <p:nvPr userDrawn="1"/>
        </p:nvSpPr>
        <p:spPr>
          <a:xfrm>
            <a:off x="9195762" y="2744864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</p:spTree>
    <p:extLst>
      <p:ext uri="{BB962C8B-B14F-4D97-AF65-F5344CB8AC3E}">
        <p14:creationId xmlns:p14="http://schemas.microsoft.com/office/powerpoint/2010/main" val="325246475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CF7E94C3-898E-482B-A71B-CCB851D55B3E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0827C36-1BB3-434D-93D3-BB30730B2C0E}"/>
              </a:ext>
            </a:extLst>
          </p:cNvPr>
          <p:cNvSpPr/>
          <p:nvPr userDrawn="1"/>
        </p:nvSpPr>
        <p:spPr>
          <a:xfrm>
            <a:off x="41208" y="34272"/>
            <a:ext cx="10071693" cy="39509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0A996D2E-F5B7-403E-A711-7A75447E19DC}"/>
              </a:ext>
            </a:extLst>
          </p:cNvPr>
          <p:cNvGrpSpPr/>
          <p:nvPr userDrawn="1"/>
        </p:nvGrpSpPr>
        <p:grpSpPr>
          <a:xfrm>
            <a:off x="118741" y="94475"/>
            <a:ext cx="1148071" cy="273280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6" name="Border">
              <a:extLst>
                <a:ext uri="{FF2B5EF4-FFF2-40B4-BE49-F238E27FC236}">
                  <a16:creationId xmlns:a16="http://schemas.microsoft.com/office/drawing/2014/main" id="{61079BAF-8EC2-4B9D-8EFD-2F8B45440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Line 2">
              <a:extLst>
                <a:ext uri="{FF2B5EF4-FFF2-40B4-BE49-F238E27FC236}">
                  <a16:creationId xmlns:a16="http://schemas.microsoft.com/office/drawing/2014/main" id="{6FC4428F-D499-450C-8465-573766E4D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1">
              <a:extLst>
                <a:ext uri="{FF2B5EF4-FFF2-40B4-BE49-F238E27FC236}">
                  <a16:creationId xmlns:a16="http://schemas.microsoft.com/office/drawing/2014/main" id="{B173BC0B-3654-40A7-B351-BA9171626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09D3252-29E0-4CA3-B212-2D839A1AF4B5}"/>
                </a:ext>
              </a:extLst>
            </p:cNvPr>
            <p:cNvSpPr txBox="1"/>
            <p:nvPr/>
          </p:nvSpPr>
          <p:spPr>
            <a:xfrm>
              <a:off x="3335780" y="2018289"/>
              <a:ext cx="690867" cy="4706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681AF3A-B80D-4D3D-9B8C-A98B7E9C17BE}"/>
              </a:ext>
            </a:extLst>
          </p:cNvPr>
          <p:cNvSpPr/>
          <p:nvPr userDrawn="1"/>
        </p:nvSpPr>
        <p:spPr>
          <a:xfrm>
            <a:off x="7107532" y="104509"/>
            <a:ext cx="2933097" cy="2532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[ </a:t>
            </a:r>
            <a:r>
              <a:rPr lang="ko-KR" altLang="en-US" sz="800" b="1" dirty="0">
                <a:solidFill>
                  <a:schemeClr val="tx1"/>
                </a:solidFill>
                <a:latin typeface="+mj-ea"/>
                <a:ea typeface="+mj-ea"/>
              </a:rPr>
              <a:t>상호명 </a:t>
            </a:r>
            <a:r>
              <a:rPr lang="en-US" altLang="ko-KR" sz="800" b="1" dirty="0">
                <a:solidFill>
                  <a:schemeClr val="tx1"/>
                </a:solidFill>
                <a:latin typeface="+mj-ea"/>
                <a:ea typeface="+mj-ea"/>
              </a:rPr>
              <a:t>]  </a:t>
            </a:r>
            <a:r>
              <a:rPr lang="ko-KR" altLang="en-US" sz="800" dirty="0" err="1">
                <a:latin typeface="+mj-ea"/>
                <a:ea typeface="+mj-ea"/>
              </a:rPr>
              <a:t>회원명</a:t>
            </a:r>
            <a:r>
              <a:rPr lang="en-US" altLang="ko-KR" sz="800" dirty="0">
                <a:latin typeface="+mj-ea"/>
                <a:ea typeface="+mj-ea"/>
              </a:rPr>
              <a:t> 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로그아웃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94B0C15D-EF90-45A2-9DA1-0CBBC63D4CA7}"/>
              </a:ext>
            </a:extLst>
          </p:cNvPr>
          <p:cNvSpPr/>
          <p:nvPr userDrawn="1"/>
        </p:nvSpPr>
        <p:spPr>
          <a:xfrm>
            <a:off x="118741" y="567332"/>
            <a:ext cx="1148071" cy="474970"/>
          </a:xfrm>
          <a:prstGeom prst="roundRect">
            <a:avLst>
              <a:gd name="adj" fmla="val 4472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l"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○ 주문관리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/>
                </a:solidFill>
              </a:rPr>
              <a:t>○ 상품등록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l"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F34B04A3-B26C-461F-8BF1-269F5D78D18C}"/>
              </a:ext>
            </a:extLst>
          </p:cNvPr>
          <p:cNvSpPr/>
          <p:nvPr userDrawn="1"/>
        </p:nvSpPr>
        <p:spPr>
          <a:xfrm>
            <a:off x="1476347" y="170905"/>
            <a:ext cx="748156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주문목록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189F16BB-8991-4987-BABA-305EE2FDB7A9}"/>
              </a:ext>
            </a:extLst>
          </p:cNvPr>
          <p:cNvSpPr/>
          <p:nvPr userDrawn="1"/>
        </p:nvSpPr>
        <p:spPr>
          <a:xfrm>
            <a:off x="2296062" y="170905"/>
            <a:ext cx="888569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회원정보수정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E4478422-8444-46D2-9A5D-E494A9E0C079}"/>
              </a:ext>
            </a:extLst>
          </p:cNvPr>
          <p:cNvSpPr/>
          <p:nvPr userDrawn="1"/>
        </p:nvSpPr>
        <p:spPr>
          <a:xfrm>
            <a:off x="3256190" y="171431"/>
            <a:ext cx="63636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포인트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0C55E5D2-0D49-4A26-B535-E42E89FBE632}"/>
              </a:ext>
            </a:extLst>
          </p:cNvPr>
          <p:cNvSpPr/>
          <p:nvPr userDrawn="1"/>
        </p:nvSpPr>
        <p:spPr>
          <a:xfrm>
            <a:off x="4020832" y="170905"/>
            <a:ext cx="842850" cy="19685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</a:rPr>
              <a:t>     방문한 채널</a:t>
            </a:r>
          </a:p>
        </p:txBody>
      </p:sp>
      <p:graphicFrame>
        <p:nvGraphicFramePr>
          <p:cNvPr id="16" name="표 20">
            <a:extLst>
              <a:ext uri="{FF2B5EF4-FFF2-40B4-BE49-F238E27FC236}">
                <a16:creationId xmlns:a16="http://schemas.microsoft.com/office/drawing/2014/main" id="{36562C5C-9332-47FC-BF5A-72FBFE6A36E8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530675818"/>
              </p:ext>
            </p:extLst>
          </p:nvPr>
        </p:nvGraphicFramePr>
        <p:xfrm>
          <a:off x="40495" y="1178787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en-US" altLang="ko-KR" sz="800" dirty="0"/>
                        <a:t>Shop </a:t>
                      </a:r>
                      <a:r>
                        <a:rPr lang="ko-KR" altLang="en-US" sz="800" dirty="0"/>
                        <a:t>채널관리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상품관리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공동구매 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주문관리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3591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○ 정산관리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24556"/>
                  </a:ext>
                </a:extLst>
              </a:tr>
            </a:tbl>
          </a:graphicData>
        </a:graphic>
      </p:graphicFrame>
      <p:sp>
        <p:nvSpPr>
          <p:cNvPr id="17" name="웃는 얼굴 16">
            <a:extLst>
              <a:ext uri="{FF2B5EF4-FFF2-40B4-BE49-F238E27FC236}">
                <a16:creationId xmlns:a16="http://schemas.microsoft.com/office/drawing/2014/main" id="{87349520-9B52-4CB4-B0D6-77841FD5BA08}"/>
              </a:ext>
            </a:extLst>
          </p:cNvPr>
          <p:cNvSpPr/>
          <p:nvPr userDrawn="1"/>
        </p:nvSpPr>
        <p:spPr>
          <a:xfrm>
            <a:off x="1529408" y="20777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웃는 얼굴 17">
            <a:extLst>
              <a:ext uri="{FF2B5EF4-FFF2-40B4-BE49-F238E27FC236}">
                <a16:creationId xmlns:a16="http://schemas.microsoft.com/office/drawing/2014/main" id="{22E11ED1-A5F7-4AED-99C0-C7333F3C5DBD}"/>
              </a:ext>
            </a:extLst>
          </p:cNvPr>
          <p:cNvSpPr/>
          <p:nvPr userDrawn="1"/>
        </p:nvSpPr>
        <p:spPr>
          <a:xfrm>
            <a:off x="2348177" y="20534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웃는 얼굴 18">
            <a:extLst>
              <a:ext uri="{FF2B5EF4-FFF2-40B4-BE49-F238E27FC236}">
                <a16:creationId xmlns:a16="http://schemas.microsoft.com/office/drawing/2014/main" id="{8E344471-3753-49E8-AD80-D121E54289BD}"/>
              </a:ext>
            </a:extLst>
          </p:cNvPr>
          <p:cNvSpPr/>
          <p:nvPr userDrawn="1"/>
        </p:nvSpPr>
        <p:spPr>
          <a:xfrm>
            <a:off x="3315372" y="202915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웃는 얼굴 19">
            <a:extLst>
              <a:ext uri="{FF2B5EF4-FFF2-40B4-BE49-F238E27FC236}">
                <a16:creationId xmlns:a16="http://schemas.microsoft.com/office/drawing/2014/main" id="{6BFC5EE0-B644-4ACD-AB35-A90E6D62322E}"/>
              </a:ext>
            </a:extLst>
          </p:cNvPr>
          <p:cNvSpPr/>
          <p:nvPr userDrawn="1"/>
        </p:nvSpPr>
        <p:spPr>
          <a:xfrm>
            <a:off x="4084904" y="213898"/>
            <a:ext cx="119291" cy="123110"/>
          </a:xfrm>
          <a:prstGeom prst="smileyFac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9D1A8EBF-69CB-4EEC-B411-75E66E728BA7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823963772"/>
              </p:ext>
            </p:extLst>
          </p:nvPr>
        </p:nvGraphicFramePr>
        <p:xfrm>
          <a:off x="48089" y="3141314"/>
          <a:ext cx="130570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정보관리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서브관리자관리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발주담당관리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포인트관리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202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ko-KR" altLang="en-US" sz="800" dirty="0" err="1"/>
                        <a:t>배송비설정</a:t>
                      </a:r>
                      <a:endParaRPr lang="ko-KR" altLang="en-US" sz="8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취소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환불안내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86852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0F771D6B-8642-4A26-A7E8-74FBB849BA35}"/>
              </a:ext>
            </a:extLst>
          </p:cNvPr>
          <p:cNvSpPr txBox="1"/>
          <p:nvPr userDrawn="1"/>
        </p:nvSpPr>
        <p:spPr>
          <a:xfrm rot="10800000">
            <a:off x="1078469" y="1170836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EDBB50C-E364-499C-9253-8BE97A2C82C6}"/>
              </a:ext>
            </a:extLst>
          </p:cNvPr>
          <p:cNvSpPr txBox="1"/>
          <p:nvPr userDrawn="1"/>
        </p:nvSpPr>
        <p:spPr>
          <a:xfrm rot="10800000">
            <a:off x="1080745" y="138181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608FB2-7873-42B9-B94F-6D701EAF2749}"/>
              </a:ext>
            </a:extLst>
          </p:cNvPr>
          <p:cNvSpPr txBox="1"/>
          <p:nvPr userDrawn="1"/>
        </p:nvSpPr>
        <p:spPr>
          <a:xfrm rot="10800000">
            <a:off x="1078468" y="15987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980FCBA-29BA-4F2E-A095-465DEDB90997}"/>
              </a:ext>
            </a:extLst>
          </p:cNvPr>
          <p:cNvSpPr txBox="1"/>
          <p:nvPr userDrawn="1"/>
        </p:nvSpPr>
        <p:spPr>
          <a:xfrm rot="10800000">
            <a:off x="1080093" y="1831065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B1F71AB8-D7D2-43B7-8E40-981D6B20CF70}"/>
              </a:ext>
            </a:extLst>
          </p:cNvPr>
          <p:cNvSpPr/>
          <p:nvPr userDrawn="1"/>
        </p:nvSpPr>
        <p:spPr>
          <a:xfrm>
            <a:off x="41208" y="429370"/>
            <a:ext cx="1304991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ADFF686-FE7E-447D-A419-4A6F938CDBFF}"/>
              </a:ext>
            </a:extLst>
          </p:cNvPr>
          <p:cNvSpPr txBox="1"/>
          <p:nvPr userDrawn="1"/>
        </p:nvSpPr>
        <p:spPr>
          <a:xfrm>
            <a:off x="40495" y="2905534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>
                    <a:lumMod val="65000"/>
                  </a:schemeClr>
                </a:solidFill>
              </a:rPr>
              <a:t> 환경설정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3507315-B3CA-442D-BD63-7BF4517F6738}"/>
              </a:ext>
            </a:extLst>
          </p:cNvPr>
          <p:cNvSpPr/>
          <p:nvPr userDrawn="1"/>
        </p:nvSpPr>
        <p:spPr>
          <a:xfrm>
            <a:off x="9271463" y="429370"/>
            <a:ext cx="840725" cy="619331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52EF9AE7-5A1D-42F8-8335-4615C679C159}"/>
              </a:ext>
            </a:extLst>
          </p:cNvPr>
          <p:cNvSpPr/>
          <p:nvPr userDrawn="1"/>
        </p:nvSpPr>
        <p:spPr>
          <a:xfrm>
            <a:off x="9375639" y="540420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DFEB649F-C910-4DB3-A8F6-A509FE5EE439}"/>
              </a:ext>
            </a:extLst>
          </p:cNvPr>
          <p:cNvSpPr/>
          <p:nvPr userDrawn="1"/>
        </p:nvSpPr>
        <p:spPr>
          <a:xfrm>
            <a:off x="9375639" y="847737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C7E98E80-C90E-45B6-A4C4-493528314371}"/>
              </a:ext>
            </a:extLst>
          </p:cNvPr>
          <p:cNvSpPr/>
          <p:nvPr userDrawn="1"/>
        </p:nvSpPr>
        <p:spPr>
          <a:xfrm>
            <a:off x="9375639" y="1155054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237E7065-E156-4E8C-A6EC-A71BAA3988B7}"/>
              </a:ext>
            </a:extLst>
          </p:cNvPr>
          <p:cNvSpPr/>
          <p:nvPr userDrawn="1"/>
        </p:nvSpPr>
        <p:spPr>
          <a:xfrm>
            <a:off x="9375639" y="1462371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0D295659-313D-4083-9387-D373C84687E9}"/>
              </a:ext>
            </a:extLst>
          </p:cNvPr>
          <p:cNvSpPr/>
          <p:nvPr userDrawn="1"/>
        </p:nvSpPr>
        <p:spPr>
          <a:xfrm>
            <a:off x="9375639" y="1769688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0ADAE7A-8D36-4129-BC37-EFE3EBCD6D9B}"/>
              </a:ext>
            </a:extLst>
          </p:cNvPr>
          <p:cNvSpPr/>
          <p:nvPr userDrawn="1"/>
        </p:nvSpPr>
        <p:spPr>
          <a:xfrm>
            <a:off x="9375639" y="2077005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D3104DA-CD90-4298-A4AC-A221EF25297C}"/>
              </a:ext>
            </a:extLst>
          </p:cNvPr>
          <p:cNvSpPr/>
          <p:nvPr userDrawn="1"/>
        </p:nvSpPr>
        <p:spPr>
          <a:xfrm>
            <a:off x="9375639" y="2384322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721E2E0-E756-4D49-A837-5BA30DBCF436}"/>
              </a:ext>
            </a:extLst>
          </p:cNvPr>
          <p:cNvSpPr/>
          <p:nvPr userDrawn="1"/>
        </p:nvSpPr>
        <p:spPr>
          <a:xfrm>
            <a:off x="9375639" y="2691639"/>
            <a:ext cx="632372" cy="19626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Shop </a:t>
            </a:r>
            <a:r>
              <a:rPr lang="ko-KR" altLang="en-US" sz="700" dirty="0">
                <a:solidFill>
                  <a:schemeClr val="tx1"/>
                </a:solidFill>
              </a:rPr>
              <a:t>채널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A06AF6B-4657-444E-9B29-403F0BB0040A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395880A-0453-485D-AFD5-4655E99A4D9D}"/>
              </a:ext>
            </a:extLst>
          </p:cNvPr>
          <p:cNvSpPr/>
          <p:nvPr userDrawn="1"/>
        </p:nvSpPr>
        <p:spPr>
          <a:xfrm>
            <a:off x="1414854" y="48500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128E085-E072-4F26-8B3E-1A4B9E50396B}"/>
              </a:ext>
            </a:extLst>
          </p:cNvPr>
          <p:cNvSpPr/>
          <p:nvPr userDrawn="1"/>
        </p:nvSpPr>
        <p:spPr>
          <a:xfrm>
            <a:off x="7202350" y="493535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FA34CB8-1897-42C3-AF29-AD1A24AED2F5}"/>
              </a:ext>
            </a:extLst>
          </p:cNvPr>
          <p:cNvSpPr/>
          <p:nvPr userDrawn="1"/>
        </p:nvSpPr>
        <p:spPr>
          <a:xfrm>
            <a:off x="2348177" y="858404"/>
            <a:ext cx="5521056" cy="18389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C97F102-6777-47D7-8046-4127020B6CB0}"/>
              </a:ext>
            </a:extLst>
          </p:cNvPr>
          <p:cNvSpPr/>
          <p:nvPr userDrawn="1"/>
        </p:nvSpPr>
        <p:spPr>
          <a:xfrm>
            <a:off x="8450090" y="858404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42" name="표 63">
            <a:extLst>
              <a:ext uri="{FF2B5EF4-FFF2-40B4-BE49-F238E27FC236}">
                <a16:creationId xmlns:a16="http://schemas.microsoft.com/office/drawing/2014/main" id="{5EFE34E6-2A96-49A3-9465-9C2D9A11E2EA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58759670"/>
              </p:ext>
            </p:extLst>
          </p:nvPr>
        </p:nvGraphicFramePr>
        <p:xfrm>
          <a:off x="1419945" y="825016"/>
          <a:ext cx="7797729" cy="48917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64749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6932980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24458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주문번호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244585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43" name="직사각형 42">
            <a:extLst>
              <a:ext uri="{FF2B5EF4-FFF2-40B4-BE49-F238E27FC236}">
                <a16:creationId xmlns:a16="http://schemas.microsoft.com/office/drawing/2014/main" id="{1FB5EBC6-D2C5-415E-97DC-EF49EE3961B6}"/>
              </a:ext>
            </a:extLst>
          </p:cNvPr>
          <p:cNvSpPr/>
          <p:nvPr userDrawn="1"/>
        </p:nvSpPr>
        <p:spPr>
          <a:xfrm>
            <a:off x="8452538" y="1085623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pic>
        <p:nvPicPr>
          <p:cNvPr id="46" name="Picture 2">
            <a:extLst>
              <a:ext uri="{FF2B5EF4-FFF2-40B4-BE49-F238E27FC236}">
                <a16:creationId xmlns:a16="http://schemas.microsoft.com/office/drawing/2014/main" id="{FE3CE669-8985-4D0F-99A9-84EDDE2E3F2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67861" y="5582139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99B88077-68B6-4982-AD5F-6750D13FFA07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76154936"/>
              </p:ext>
            </p:extLst>
          </p:nvPr>
        </p:nvGraphicFramePr>
        <p:xfrm>
          <a:off x="10572791" y="2792167"/>
          <a:ext cx="7778542" cy="1569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034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20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892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807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98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64901">
                  <a:extLst>
                    <a:ext uri="{9D8B030D-6E8A-4147-A177-3AD203B41FA5}">
                      <a16:colId xmlns:a16="http://schemas.microsoft.com/office/drawing/2014/main" val="2881466530"/>
                    </a:ext>
                  </a:extLst>
                </a:gridCol>
                <a:gridCol w="88781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290441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채널코드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채널상태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채널범위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상품수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QR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단축주소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관리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운영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123</a:t>
                      </a: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회원용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//qcc112.ko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비공개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3332221</a:t>
                      </a: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비공개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--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//qcc211.ko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운영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일반용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가나다라마바사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//qcc344.ko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0" name="직사각형 69">
            <a:extLst>
              <a:ext uri="{FF2B5EF4-FFF2-40B4-BE49-F238E27FC236}">
                <a16:creationId xmlns:a16="http://schemas.microsoft.com/office/drawing/2014/main" id="{621ABFD7-6E20-47D6-848F-ABB6797BE98C}"/>
              </a:ext>
            </a:extLst>
          </p:cNvPr>
          <p:cNvSpPr/>
          <p:nvPr userDrawn="1"/>
        </p:nvSpPr>
        <p:spPr>
          <a:xfrm>
            <a:off x="17944970" y="3143815"/>
            <a:ext cx="351299" cy="171549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DCD7A53-3629-43B9-BCE7-2CE3876955E5}"/>
              </a:ext>
            </a:extLst>
          </p:cNvPr>
          <p:cNvSpPr/>
          <p:nvPr userDrawn="1"/>
        </p:nvSpPr>
        <p:spPr>
          <a:xfrm>
            <a:off x="17561157" y="3143815"/>
            <a:ext cx="341530" cy="171549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관리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87FF3698-128D-4552-B435-EE7A197E6B1A}"/>
              </a:ext>
            </a:extLst>
          </p:cNvPr>
          <p:cNvSpPr/>
          <p:nvPr userDrawn="1"/>
        </p:nvSpPr>
        <p:spPr>
          <a:xfrm>
            <a:off x="17171744" y="3149728"/>
            <a:ext cx="341530" cy="171549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pic>
        <p:nvPicPr>
          <p:cNvPr id="73" name="그림 72">
            <a:extLst>
              <a:ext uri="{FF2B5EF4-FFF2-40B4-BE49-F238E27FC236}">
                <a16:creationId xmlns:a16="http://schemas.microsoft.com/office/drawing/2014/main" id="{6F2EA314-766D-4941-BC49-72C859058C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5719946" y="3058410"/>
            <a:ext cx="341530" cy="341530"/>
          </a:xfrm>
          <a:prstGeom prst="rect">
            <a:avLst/>
          </a:prstGeom>
        </p:spPr>
      </p:pic>
      <p:pic>
        <p:nvPicPr>
          <p:cNvPr id="74" name="그림 73">
            <a:extLst>
              <a:ext uri="{FF2B5EF4-FFF2-40B4-BE49-F238E27FC236}">
                <a16:creationId xmlns:a16="http://schemas.microsoft.com/office/drawing/2014/main" id="{28440120-3FF4-43AC-BF62-3983DB91D85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5716046" y="3495418"/>
            <a:ext cx="341530" cy="341530"/>
          </a:xfrm>
          <a:prstGeom prst="rect">
            <a:avLst/>
          </a:prstGeom>
        </p:spPr>
      </p:pic>
      <p:pic>
        <p:nvPicPr>
          <p:cNvPr id="75" name="그림 74">
            <a:extLst>
              <a:ext uri="{FF2B5EF4-FFF2-40B4-BE49-F238E27FC236}">
                <a16:creationId xmlns:a16="http://schemas.microsoft.com/office/drawing/2014/main" id="{1CB183A5-380A-4356-AE2A-C6646932D12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5716046" y="3969296"/>
            <a:ext cx="341530" cy="341530"/>
          </a:xfrm>
          <a:prstGeom prst="rect">
            <a:avLst/>
          </a:prstGeom>
        </p:spPr>
      </p:pic>
      <p:sp>
        <p:nvSpPr>
          <p:cNvPr id="76" name="직사각형 75">
            <a:extLst>
              <a:ext uri="{FF2B5EF4-FFF2-40B4-BE49-F238E27FC236}">
                <a16:creationId xmlns:a16="http://schemas.microsoft.com/office/drawing/2014/main" id="{2DA6EDC4-1E52-49B4-A8BE-BB500CC428EB}"/>
              </a:ext>
            </a:extLst>
          </p:cNvPr>
          <p:cNvSpPr/>
          <p:nvPr userDrawn="1"/>
        </p:nvSpPr>
        <p:spPr>
          <a:xfrm>
            <a:off x="17944970" y="3580823"/>
            <a:ext cx="351299" cy="171549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ED4DAD42-B609-4B15-836D-7D768FB6E490}"/>
              </a:ext>
            </a:extLst>
          </p:cNvPr>
          <p:cNvSpPr/>
          <p:nvPr userDrawn="1"/>
        </p:nvSpPr>
        <p:spPr>
          <a:xfrm>
            <a:off x="17561157" y="3580823"/>
            <a:ext cx="341530" cy="171549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관리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C44FC62F-18DC-4821-B16C-BD941E5EA400}"/>
              </a:ext>
            </a:extLst>
          </p:cNvPr>
          <p:cNvSpPr/>
          <p:nvPr userDrawn="1"/>
        </p:nvSpPr>
        <p:spPr>
          <a:xfrm>
            <a:off x="17171744" y="3586736"/>
            <a:ext cx="341530" cy="171549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C38D46FC-C35C-4DC8-A2B5-518B3BBA9F95}"/>
              </a:ext>
            </a:extLst>
          </p:cNvPr>
          <p:cNvSpPr/>
          <p:nvPr userDrawn="1"/>
        </p:nvSpPr>
        <p:spPr>
          <a:xfrm>
            <a:off x="17944970" y="4028143"/>
            <a:ext cx="351299" cy="171549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692B16B5-31C4-44BA-B4FF-D36E94521AFE}"/>
              </a:ext>
            </a:extLst>
          </p:cNvPr>
          <p:cNvSpPr/>
          <p:nvPr userDrawn="1"/>
        </p:nvSpPr>
        <p:spPr>
          <a:xfrm>
            <a:off x="17561157" y="4028143"/>
            <a:ext cx="341530" cy="171549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관리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32E687CF-9713-4EA3-B801-5E0765A43CB9}"/>
              </a:ext>
            </a:extLst>
          </p:cNvPr>
          <p:cNvSpPr/>
          <p:nvPr userDrawn="1"/>
        </p:nvSpPr>
        <p:spPr>
          <a:xfrm>
            <a:off x="17171744" y="4034056"/>
            <a:ext cx="341530" cy="171549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복사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82" name="모서리가 둥근 직사각형 37">
            <a:extLst>
              <a:ext uri="{FF2B5EF4-FFF2-40B4-BE49-F238E27FC236}">
                <a16:creationId xmlns:a16="http://schemas.microsoft.com/office/drawing/2014/main" id="{F2C5CD61-045A-4A79-96CC-BF6104EA8576}"/>
              </a:ext>
            </a:extLst>
          </p:cNvPr>
          <p:cNvSpPr/>
          <p:nvPr userDrawn="1"/>
        </p:nvSpPr>
        <p:spPr>
          <a:xfrm>
            <a:off x="11836211" y="3246936"/>
            <a:ext cx="1013114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/>
              <a:t>#</a:t>
            </a:r>
            <a:r>
              <a:rPr lang="ko-KR" altLang="en-US" sz="800" dirty="0"/>
              <a:t>그룹 키워드 </a:t>
            </a:r>
            <a:r>
              <a:rPr lang="en-US" altLang="ko-KR" sz="800" dirty="0"/>
              <a:t>#1</a:t>
            </a:r>
            <a:endParaRPr lang="ko-KR" altLang="en-US" sz="800" dirty="0"/>
          </a:p>
        </p:txBody>
      </p:sp>
      <p:sp>
        <p:nvSpPr>
          <p:cNvPr id="83" name="모서리가 둥근 직사각형 38">
            <a:extLst>
              <a:ext uri="{FF2B5EF4-FFF2-40B4-BE49-F238E27FC236}">
                <a16:creationId xmlns:a16="http://schemas.microsoft.com/office/drawing/2014/main" id="{01136D8A-A274-4DB9-B63F-92E807D53D06}"/>
              </a:ext>
            </a:extLst>
          </p:cNvPr>
          <p:cNvSpPr/>
          <p:nvPr userDrawn="1"/>
        </p:nvSpPr>
        <p:spPr>
          <a:xfrm>
            <a:off x="12943826" y="3246936"/>
            <a:ext cx="835549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/>
              <a:t>#</a:t>
            </a:r>
            <a:r>
              <a:rPr lang="ko-KR" altLang="en-US" sz="800" dirty="0"/>
              <a:t>키워드 </a:t>
            </a:r>
            <a:r>
              <a:rPr lang="en-US" altLang="ko-KR" sz="800" dirty="0"/>
              <a:t>#2</a:t>
            </a:r>
            <a:endParaRPr lang="ko-KR" altLang="en-US" sz="800" dirty="0"/>
          </a:p>
        </p:txBody>
      </p:sp>
      <p:sp>
        <p:nvSpPr>
          <p:cNvPr id="84" name="모서리가 둥근 직사각형 37">
            <a:extLst>
              <a:ext uri="{FF2B5EF4-FFF2-40B4-BE49-F238E27FC236}">
                <a16:creationId xmlns:a16="http://schemas.microsoft.com/office/drawing/2014/main" id="{D4800A85-00FB-4A97-8E84-E4F9780A0D31}"/>
              </a:ext>
            </a:extLst>
          </p:cNvPr>
          <p:cNvSpPr/>
          <p:nvPr userDrawn="1"/>
        </p:nvSpPr>
        <p:spPr>
          <a:xfrm>
            <a:off x="11836211" y="3693734"/>
            <a:ext cx="1013114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/>
              <a:t>#</a:t>
            </a:r>
            <a:r>
              <a:rPr lang="ko-KR" altLang="en-US" sz="800" dirty="0"/>
              <a:t>그룹 키워드 </a:t>
            </a:r>
            <a:r>
              <a:rPr lang="en-US" altLang="ko-KR" sz="800" dirty="0"/>
              <a:t>#1</a:t>
            </a:r>
            <a:endParaRPr lang="ko-KR" altLang="en-US" sz="800" dirty="0"/>
          </a:p>
        </p:txBody>
      </p:sp>
      <p:sp>
        <p:nvSpPr>
          <p:cNvPr id="85" name="모서리가 둥근 직사각형 37">
            <a:extLst>
              <a:ext uri="{FF2B5EF4-FFF2-40B4-BE49-F238E27FC236}">
                <a16:creationId xmlns:a16="http://schemas.microsoft.com/office/drawing/2014/main" id="{3E053FD3-5B35-45B1-A0A4-71424A8EEC76}"/>
              </a:ext>
            </a:extLst>
          </p:cNvPr>
          <p:cNvSpPr/>
          <p:nvPr userDrawn="1"/>
        </p:nvSpPr>
        <p:spPr>
          <a:xfrm>
            <a:off x="11836211" y="4133326"/>
            <a:ext cx="1013114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/>
              <a:t>#</a:t>
            </a:r>
            <a:r>
              <a:rPr lang="ko-KR" altLang="en-US" sz="800" dirty="0"/>
              <a:t>그룹 키워드 </a:t>
            </a:r>
            <a:r>
              <a:rPr lang="en-US" altLang="ko-KR" sz="800" dirty="0"/>
              <a:t>#1</a:t>
            </a:r>
            <a:endParaRPr lang="ko-KR" altLang="en-US" sz="800" dirty="0"/>
          </a:p>
        </p:txBody>
      </p:sp>
      <p:sp>
        <p:nvSpPr>
          <p:cNvPr id="86" name="모서리가 둥근 직사각형 38">
            <a:extLst>
              <a:ext uri="{FF2B5EF4-FFF2-40B4-BE49-F238E27FC236}">
                <a16:creationId xmlns:a16="http://schemas.microsoft.com/office/drawing/2014/main" id="{640B07EC-3BB4-476D-94D0-488DB36120D4}"/>
              </a:ext>
            </a:extLst>
          </p:cNvPr>
          <p:cNvSpPr/>
          <p:nvPr userDrawn="1"/>
        </p:nvSpPr>
        <p:spPr>
          <a:xfrm>
            <a:off x="12943826" y="4133326"/>
            <a:ext cx="835549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/>
              <a:t>#</a:t>
            </a:r>
            <a:r>
              <a:rPr lang="ko-KR" altLang="en-US" sz="800" dirty="0"/>
              <a:t>키워드 </a:t>
            </a:r>
            <a:r>
              <a:rPr lang="en-US" altLang="ko-KR" sz="800" dirty="0"/>
              <a:t>#2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3476287541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33F62275-1E02-4E9E-A920-B65CB5DFB8C4}"/>
              </a:ext>
            </a:extLst>
          </p:cNvPr>
          <p:cNvSpPr/>
          <p:nvPr userDrawn="1"/>
        </p:nvSpPr>
        <p:spPr>
          <a:xfrm>
            <a:off x="1349724" y="570864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C331245-7EDF-4036-80F8-A61BBBFAEFE2}"/>
              </a:ext>
            </a:extLst>
          </p:cNvPr>
          <p:cNvSpPr/>
          <p:nvPr userDrawn="1"/>
        </p:nvSpPr>
        <p:spPr>
          <a:xfrm>
            <a:off x="9271395" y="559383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5" name="표 63">
            <a:extLst>
              <a:ext uri="{FF2B5EF4-FFF2-40B4-BE49-F238E27FC236}">
                <a16:creationId xmlns:a16="http://schemas.microsoft.com/office/drawing/2014/main" id="{1D6702A2-C9AB-49FF-8856-CEA4E82895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099752672"/>
              </p:ext>
            </p:extLst>
          </p:nvPr>
        </p:nvGraphicFramePr>
        <p:xfrm>
          <a:off x="108567" y="547912"/>
          <a:ext cx="9936421" cy="45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01924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8834497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EB7C3A79-70AE-49C1-ACC8-BD053EED7A4F}"/>
              </a:ext>
            </a:extLst>
          </p:cNvPr>
          <p:cNvSpPr/>
          <p:nvPr userDrawn="1"/>
        </p:nvSpPr>
        <p:spPr>
          <a:xfrm>
            <a:off x="9273843" y="786602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848799B7-C2CD-459A-9922-B67E9F0F1B44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942461469"/>
              </p:ext>
            </p:extLst>
          </p:nvPr>
        </p:nvGraphicFramePr>
        <p:xfrm>
          <a:off x="108565" y="1454697"/>
          <a:ext cx="9936420" cy="423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1402">
                  <a:extLst>
                    <a:ext uri="{9D8B030D-6E8A-4147-A177-3AD203B41FA5}">
                      <a16:colId xmlns:a16="http://schemas.microsoft.com/office/drawing/2014/main" val="401447903"/>
                    </a:ext>
                  </a:extLst>
                </a:gridCol>
                <a:gridCol w="8724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711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21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647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238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50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55576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상세보기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판매요청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3431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792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545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3428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C20320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000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774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F20212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055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3425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Z20321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57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3424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086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936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3422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E20312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094304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69C88881-C27B-411F-BFCD-241857C187E8}"/>
              </a:ext>
            </a:extLst>
          </p:cNvPr>
          <p:cNvSpPr txBox="1"/>
          <p:nvPr userDrawn="1"/>
        </p:nvSpPr>
        <p:spPr>
          <a:xfrm>
            <a:off x="94598" y="1216872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pic>
        <p:nvPicPr>
          <p:cNvPr id="9" name="Picture 2">
            <a:extLst>
              <a:ext uri="{FF2B5EF4-FFF2-40B4-BE49-F238E27FC236}">
                <a16:creationId xmlns:a16="http://schemas.microsoft.com/office/drawing/2014/main" id="{E2BB8406-2251-4029-AE0D-92AC1AC2310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84892" y="5982592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" name="그룹 9">
            <a:extLst>
              <a:ext uri="{FF2B5EF4-FFF2-40B4-BE49-F238E27FC236}">
                <a16:creationId xmlns:a16="http://schemas.microsoft.com/office/drawing/2014/main" id="{8F4E57E9-DE00-4F65-9DEE-2531DE2ED176}"/>
              </a:ext>
            </a:extLst>
          </p:cNvPr>
          <p:cNvGrpSpPr/>
          <p:nvPr userDrawn="1"/>
        </p:nvGrpSpPr>
        <p:grpSpPr>
          <a:xfrm>
            <a:off x="1636057" y="1664921"/>
            <a:ext cx="2414206" cy="338554"/>
            <a:chOff x="1237833" y="3417650"/>
            <a:chExt cx="1708480" cy="338554"/>
          </a:xfrm>
        </p:grpSpPr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309C97EB-0459-4420-9A56-43557D56D248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3" name="Border">
                <a:extLst>
                  <a:ext uri="{FF2B5EF4-FFF2-40B4-BE49-F238E27FC236}">
                    <a16:creationId xmlns:a16="http://schemas.microsoft.com/office/drawing/2014/main" id="{A43E0F85-C142-458E-BCE9-B038ACF5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Line 2">
                <a:extLst>
                  <a:ext uri="{FF2B5EF4-FFF2-40B4-BE49-F238E27FC236}">
                    <a16:creationId xmlns:a16="http://schemas.microsoft.com/office/drawing/2014/main" id="{A6185F81-4930-4283-B334-2D424D98A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" name="Line 1">
                <a:extLst>
                  <a:ext uri="{FF2B5EF4-FFF2-40B4-BE49-F238E27FC236}">
                    <a16:creationId xmlns:a16="http://schemas.microsoft.com/office/drawing/2014/main" id="{0746BF03-5E35-4BCD-9700-0B05FCF15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74A95CBA-2663-42E5-BB63-E86BED492D6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F5193F8A-012B-4441-9C06-FC9EB7276156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FF04EFA4-B571-4DB2-8FB6-067C5BDFB730}"/>
              </a:ext>
            </a:extLst>
          </p:cNvPr>
          <p:cNvGrpSpPr/>
          <p:nvPr userDrawn="1"/>
        </p:nvGrpSpPr>
        <p:grpSpPr>
          <a:xfrm>
            <a:off x="1627348" y="1999057"/>
            <a:ext cx="2414206" cy="338554"/>
            <a:chOff x="1237833" y="3417650"/>
            <a:chExt cx="1708480" cy="338554"/>
          </a:xfrm>
        </p:grpSpPr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98E1FE7D-14FD-48C5-980C-003A4AB5F692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0" name="Border">
                <a:extLst>
                  <a:ext uri="{FF2B5EF4-FFF2-40B4-BE49-F238E27FC236}">
                    <a16:creationId xmlns:a16="http://schemas.microsoft.com/office/drawing/2014/main" id="{F23B7C54-9A40-478A-A028-3162D2009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" name="Line 2">
                <a:extLst>
                  <a:ext uri="{FF2B5EF4-FFF2-40B4-BE49-F238E27FC236}">
                    <a16:creationId xmlns:a16="http://schemas.microsoft.com/office/drawing/2014/main" id="{BBE6792A-E980-4AE1-9CF1-D7B61BC38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" name="Line 1">
                <a:extLst>
                  <a:ext uri="{FF2B5EF4-FFF2-40B4-BE49-F238E27FC236}">
                    <a16:creationId xmlns:a16="http://schemas.microsoft.com/office/drawing/2014/main" id="{16DA3D46-F745-4B2B-843E-3F1062698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829ECAA-488B-4C49-8B47-7F3A167738B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B292610D-4347-4FD8-ABD2-0FEB075C86F1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B3E93931-BF85-4222-B801-D59471AE0406}"/>
              </a:ext>
            </a:extLst>
          </p:cNvPr>
          <p:cNvGrpSpPr/>
          <p:nvPr userDrawn="1"/>
        </p:nvGrpSpPr>
        <p:grpSpPr>
          <a:xfrm>
            <a:off x="1632054" y="2335343"/>
            <a:ext cx="2414206" cy="338554"/>
            <a:chOff x="1237833" y="3417650"/>
            <a:chExt cx="1708480" cy="338554"/>
          </a:xfrm>
        </p:grpSpPr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CEF6C6A7-581A-41D9-BA0F-8E85E5A014E2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7" name="Border">
                <a:extLst>
                  <a:ext uri="{FF2B5EF4-FFF2-40B4-BE49-F238E27FC236}">
                    <a16:creationId xmlns:a16="http://schemas.microsoft.com/office/drawing/2014/main" id="{4B567D8C-6DD4-4FE3-96D6-364386471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" name="Line 2">
                <a:extLst>
                  <a:ext uri="{FF2B5EF4-FFF2-40B4-BE49-F238E27FC236}">
                    <a16:creationId xmlns:a16="http://schemas.microsoft.com/office/drawing/2014/main" id="{A193BDF7-7969-4D60-A15B-F96DC0FCD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" name="Line 1">
                <a:extLst>
                  <a:ext uri="{FF2B5EF4-FFF2-40B4-BE49-F238E27FC236}">
                    <a16:creationId xmlns:a16="http://schemas.microsoft.com/office/drawing/2014/main" id="{0526BE78-F69C-473B-96B1-2A714C83C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17315361-76CC-40B2-BA6E-94F9E1E900C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E081CDD9-DAED-4323-AC3E-4F0EB09E0A19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87D93F5E-1094-45BD-9967-15B2B7F99696}"/>
              </a:ext>
            </a:extLst>
          </p:cNvPr>
          <p:cNvGrpSpPr/>
          <p:nvPr userDrawn="1"/>
        </p:nvGrpSpPr>
        <p:grpSpPr>
          <a:xfrm>
            <a:off x="1627348" y="2669479"/>
            <a:ext cx="2414206" cy="338554"/>
            <a:chOff x="1237833" y="3417650"/>
            <a:chExt cx="1708480" cy="338554"/>
          </a:xfrm>
        </p:grpSpPr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2DF01B07-9791-40FA-933F-9BF799F523E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34" name="Border">
                <a:extLst>
                  <a:ext uri="{FF2B5EF4-FFF2-40B4-BE49-F238E27FC236}">
                    <a16:creationId xmlns:a16="http://schemas.microsoft.com/office/drawing/2014/main" id="{3088EBF9-DA07-4DC1-9BAB-E0D50789F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Line 2">
                <a:extLst>
                  <a:ext uri="{FF2B5EF4-FFF2-40B4-BE49-F238E27FC236}">
                    <a16:creationId xmlns:a16="http://schemas.microsoft.com/office/drawing/2014/main" id="{4A6D3980-E5C9-4780-8F55-3A6EB3F88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" name="Line 1">
                <a:extLst>
                  <a:ext uri="{FF2B5EF4-FFF2-40B4-BE49-F238E27FC236}">
                    <a16:creationId xmlns:a16="http://schemas.microsoft.com/office/drawing/2014/main" id="{86C9A6F0-FFF5-4C32-BB5F-162A6ABB5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2AB2BB49-CE2D-4C33-8550-80FF9FCDF6F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AD68A97D-8545-4745-8973-87A6E81D4C6A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F954D97-C6EE-40C7-9656-81A4D2F5CC0B}"/>
              </a:ext>
            </a:extLst>
          </p:cNvPr>
          <p:cNvGrpSpPr/>
          <p:nvPr userDrawn="1"/>
        </p:nvGrpSpPr>
        <p:grpSpPr>
          <a:xfrm>
            <a:off x="1618639" y="3003615"/>
            <a:ext cx="2414206" cy="338554"/>
            <a:chOff x="1237833" y="3417650"/>
            <a:chExt cx="1708480" cy="338554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984AB0B0-B7A0-4EAC-90BE-FC886479FF9E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41" name="Border">
                <a:extLst>
                  <a:ext uri="{FF2B5EF4-FFF2-40B4-BE49-F238E27FC236}">
                    <a16:creationId xmlns:a16="http://schemas.microsoft.com/office/drawing/2014/main" id="{706CC86E-4C06-4644-8027-1AF2AD02F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Line 2">
                <a:extLst>
                  <a:ext uri="{FF2B5EF4-FFF2-40B4-BE49-F238E27FC236}">
                    <a16:creationId xmlns:a16="http://schemas.microsoft.com/office/drawing/2014/main" id="{41226DE7-77C8-4930-9D05-081E5FD1B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" name="Line 1">
                <a:extLst>
                  <a:ext uri="{FF2B5EF4-FFF2-40B4-BE49-F238E27FC236}">
                    <a16:creationId xmlns:a16="http://schemas.microsoft.com/office/drawing/2014/main" id="{2C0B8B83-7C1B-4A10-8D61-92724A38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94A5B76-B228-4288-9F2E-B81CACD7BB1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7E423E62-B302-422F-A7A5-44C67CDBA63E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339BDE09-E3A2-4EF2-877C-D06B7CB34914}"/>
              </a:ext>
            </a:extLst>
          </p:cNvPr>
          <p:cNvGrpSpPr/>
          <p:nvPr userDrawn="1"/>
        </p:nvGrpSpPr>
        <p:grpSpPr>
          <a:xfrm>
            <a:off x="1623345" y="3339901"/>
            <a:ext cx="2414206" cy="338554"/>
            <a:chOff x="1237833" y="3417650"/>
            <a:chExt cx="1708480" cy="338554"/>
          </a:xfrm>
        </p:grpSpPr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E77C6643-3D10-447D-B846-9D59B41F86DE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48" name="Border">
                <a:extLst>
                  <a:ext uri="{FF2B5EF4-FFF2-40B4-BE49-F238E27FC236}">
                    <a16:creationId xmlns:a16="http://schemas.microsoft.com/office/drawing/2014/main" id="{A34C3CE2-6ACD-438B-A566-99C0DE098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" name="Line 2">
                <a:extLst>
                  <a:ext uri="{FF2B5EF4-FFF2-40B4-BE49-F238E27FC236}">
                    <a16:creationId xmlns:a16="http://schemas.microsoft.com/office/drawing/2014/main" id="{B76B20ED-C983-46DA-A8B5-685ADE1E9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" name="Line 1">
                <a:extLst>
                  <a:ext uri="{FF2B5EF4-FFF2-40B4-BE49-F238E27FC236}">
                    <a16:creationId xmlns:a16="http://schemas.microsoft.com/office/drawing/2014/main" id="{5A46154B-5FBF-4BE8-AA5D-B0244019A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7F23E1F6-EF5D-4BCF-9CB0-EF9E2469B93A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7A7A5141-81E8-4275-B5D4-04379FD0E869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23C02420-FE5C-4D4D-9A59-1CAFF7780B8D}"/>
              </a:ext>
            </a:extLst>
          </p:cNvPr>
          <p:cNvGrpSpPr/>
          <p:nvPr userDrawn="1"/>
        </p:nvGrpSpPr>
        <p:grpSpPr>
          <a:xfrm>
            <a:off x="1640060" y="3674828"/>
            <a:ext cx="2414206" cy="338554"/>
            <a:chOff x="1237833" y="3417650"/>
            <a:chExt cx="1708480" cy="338554"/>
          </a:xfrm>
        </p:grpSpPr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F6CD0838-FEF9-449B-8E9E-32557EB5DA58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55" name="Border">
                <a:extLst>
                  <a:ext uri="{FF2B5EF4-FFF2-40B4-BE49-F238E27FC236}">
                    <a16:creationId xmlns:a16="http://schemas.microsoft.com/office/drawing/2014/main" id="{337CBB8B-5A6E-471D-8FD8-B5747DBF3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" name="Line 2">
                <a:extLst>
                  <a:ext uri="{FF2B5EF4-FFF2-40B4-BE49-F238E27FC236}">
                    <a16:creationId xmlns:a16="http://schemas.microsoft.com/office/drawing/2014/main" id="{401936AB-C738-4039-BC3F-FEF1C949D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" name="Line 1">
                <a:extLst>
                  <a:ext uri="{FF2B5EF4-FFF2-40B4-BE49-F238E27FC236}">
                    <a16:creationId xmlns:a16="http://schemas.microsoft.com/office/drawing/2014/main" id="{86205117-73A0-46ED-8A7A-99115FBCE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8CD7B0D6-0801-443C-9EF7-69DB1118685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750A552-4C78-45BA-938A-0651C1AA1023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38F699B9-9456-4596-A214-36DBDB5B58E9}"/>
              </a:ext>
            </a:extLst>
          </p:cNvPr>
          <p:cNvGrpSpPr/>
          <p:nvPr userDrawn="1"/>
        </p:nvGrpSpPr>
        <p:grpSpPr>
          <a:xfrm>
            <a:off x="1631351" y="4008964"/>
            <a:ext cx="2414206" cy="338554"/>
            <a:chOff x="1237833" y="3417650"/>
            <a:chExt cx="1708480" cy="338554"/>
          </a:xfrm>
        </p:grpSpPr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3DD97580-A1FC-459F-B761-29D722E0790E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62" name="Border">
                <a:extLst>
                  <a:ext uri="{FF2B5EF4-FFF2-40B4-BE49-F238E27FC236}">
                    <a16:creationId xmlns:a16="http://schemas.microsoft.com/office/drawing/2014/main" id="{B2C79F5B-3E10-495B-82C0-B29AC3889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" name="Line 2">
                <a:extLst>
                  <a:ext uri="{FF2B5EF4-FFF2-40B4-BE49-F238E27FC236}">
                    <a16:creationId xmlns:a16="http://schemas.microsoft.com/office/drawing/2014/main" id="{15FC1277-285C-4E68-AD55-6E5E48D58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" name="Line 1">
                <a:extLst>
                  <a:ext uri="{FF2B5EF4-FFF2-40B4-BE49-F238E27FC236}">
                    <a16:creationId xmlns:a16="http://schemas.microsoft.com/office/drawing/2014/main" id="{F18C5CAD-8F8B-45E3-83EB-3C31382BE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FCCE3127-3A1B-44F3-AE73-77EF05C0E7A0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9750D42B-F8A5-4454-A95B-8359E7709B12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6860A8B8-ED5F-43E8-B5D0-31D08EE3C264}"/>
              </a:ext>
            </a:extLst>
          </p:cNvPr>
          <p:cNvGrpSpPr/>
          <p:nvPr userDrawn="1"/>
        </p:nvGrpSpPr>
        <p:grpSpPr>
          <a:xfrm>
            <a:off x="1636057" y="4345250"/>
            <a:ext cx="2414206" cy="338554"/>
            <a:chOff x="1237833" y="3417650"/>
            <a:chExt cx="1708480" cy="338554"/>
          </a:xfrm>
        </p:grpSpPr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0E513335-5C91-45F1-87CD-FF667897FE5C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69" name="Border">
                <a:extLst>
                  <a:ext uri="{FF2B5EF4-FFF2-40B4-BE49-F238E27FC236}">
                    <a16:creationId xmlns:a16="http://schemas.microsoft.com/office/drawing/2014/main" id="{C0FBEF02-F496-416C-8D5F-B02968378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0" name="Line 2">
                <a:extLst>
                  <a:ext uri="{FF2B5EF4-FFF2-40B4-BE49-F238E27FC236}">
                    <a16:creationId xmlns:a16="http://schemas.microsoft.com/office/drawing/2014/main" id="{13500CB6-F527-4994-A7F2-D6AC2C62D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" name="Line 1">
                <a:extLst>
                  <a:ext uri="{FF2B5EF4-FFF2-40B4-BE49-F238E27FC236}">
                    <a16:creationId xmlns:a16="http://schemas.microsoft.com/office/drawing/2014/main" id="{BC422F56-27C8-461A-A220-032CBB9FF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F2316F6E-30CF-4C29-A76E-4DACB200895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EBA1296C-D2F8-474B-A82B-C2FB3A5B8DFE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C616619C-0B3F-4B37-A133-A6AAE656CA1C}"/>
              </a:ext>
            </a:extLst>
          </p:cNvPr>
          <p:cNvGrpSpPr/>
          <p:nvPr userDrawn="1"/>
        </p:nvGrpSpPr>
        <p:grpSpPr>
          <a:xfrm>
            <a:off x="1640060" y="4682441"/>
            <a:ext cx="2414206" cy="338554"/>
            <a:chOff x="1237833" y="3417650"/>
            <a:chExt cx="1708480" cy="338554"/>
          </a:xfrm>
        </p:grpSpPr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BD749B59-7BF9-4527-89E6-45601C5D0C55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76" name="Border">
                <a:extLst>
                  <a:ext uri="{FF2B5EF4-FFF2-40B4-BE49-F238E27FC236}">
                    <a16:creationId xmlns:a16="http://schemas.microsoft.com/office/drawing/2014/main" id="{62E4BEE2-500D-4FF9-9231-F9AC362FC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7" name="Line 2">
                <a:extLst>
                  <a:ext uri="{FF2B5EF4-FFF2-40B4-BE49-F238E27FC236}">
                    <a16:creationId xmlns:a16="http://schemas.microsoft.com/office/drawing/2014/main" id="{18F1197B-1730-4CBE-BC14-8CBBFA9B6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8" name="Line 1">
                <a:extLst>
                  <a:ext uri="{FF2B5EF4-FFF2-40B4-BE49-F238E27FC236}">
                    <a16:creationId xmlns:a16="http://schemas.microsoft.com/office/drawing/2014/main" id="{E77158E6-B416-440F-BA05-245DD1F14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62E66AA8-B82F-400C-A595-5D7280A7266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882D2173-7E46-4A33-BBA4-6F497137F02E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754DD496-33AA-4D2B-85A2-B4DEE6F94962}"/>
              </a:ext>
            </a:extLst>
          </p:cNvPr>
          <p:cNvGrpSpPr/>
          <p:nvPr userDrawn="1"/>
        </p:nvGrpSpPr>
        <p:grpSpPr>
          <a:xfrm>
            <a:off x="1631351" y="5016577"/>
            <a:ext cx="2414206" cy="338554"/>
            <a:chOff x="1237833" y="3417650"/>
            <a:chExt cx="1708480" cy="338554"/>
          </a:xfrm>
        </p:grpSpPr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DC71F8BE-6959-4BED-AE85-6D0F0C4721D4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83" name="Border">
                <a:extLst>
                  <a:ext uri="{FF2B5EF4-FFF2-40B4-BE49-F238E27FC236}">
                    <a16:creationId xmlns:a16="http://schemas.microsoft.com/office/drawing/2014/main" id="{21EB64A9-2286-4F39-9351-885D5C046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4" name="Line 2">
                <a:extLst>
                  <a:ext uri="{FF2B5EF4-FFF2-40B4-BE49-F238E27FC236}">
                    <a16:creationId xmlns:a16="http://schemas.microsoft.com/office/drawing/2014/main" id="{9C9B35B7-7732-4B43-BFD1-3BC777F1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5" name="Line 1">
                <a:extLst>
                  <a:ext uri="{FF2B5EF4-FFF2-40B4-BE49-F238E27FC236}">
                    <a16:creationId xmlns:a16="http://schemas.microsoft.com/office/drawing/2014/main" id="{DA5CE6F9-47AE-46C2-AE46-0DCE9773E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76E71630-5920-49B6-AB77-F4E58EE94701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F1D5DD11-4E0B-4FA1-B541-D79B508A7BED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017E9006-6D17-44D0-AC1E-3D7CD31C73B1}"/>
              </a:ext>
            </a:extLst>
          </p:cNvPr>
          <p:cNvGrpSpPr/>
          <p:nvPr userDrawn="1"/>
        </p:nvGrpSpPr>
        <p:grpSpPr>
          <a:xfrm>
            <a:off x="1636057" y="5352863"/>
            <a:ext cx="2414206" cy="338554"/>
            <a:chOff x="1237833" y="3417650"/>
            <a:chExt cx="1708480" cy="338554"/>
          </a:xfrm>
        </p:grpSpPr>
        <p:grpSp>
          <p:nvGrpSpPr>
            <p:cNvPr id="88" name="그룹 87">
              <a:extLst>
                <a:ext uri="{FF2B5EF4-FFF2-40B4-BE49-F238E27FC236}">
                  <a16:creationId xmlns:a16="http://schemas.microsoft.com/office/drawing/2014/main" id="{71523196-8E94-4A2A-8A22-86216F2130D0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90" name="Border">
                <a:extLst>
                  <a:ext uri="{FF2B5EF4-FFF2-40B4-BE49-F238E27FC236}">
                    <a16:creationId xmlns:a16="http://schemas.microsoft.com/office/drawing/2014/main" id="{B47A8AF3-6D23-4417-88C0-50A0AAC68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1" name="Line 2">
                <a:extLst>
                  <a:ext uri="{FF2B5EF4-FFF2-40B4-BE49-F238E27FC236}">
                    <a16:creationId xmlns:a16="http://schemas.microsoft.com/office/drawing/2014/main" id="{5406C01E-3BAA-4759-B987-07FD85993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" name="Line 1">
                <a:extLst>
                  <a:ext uri="{FF2B5EF4-FFF2-40B4-BE49-F238E27FC236}">
                    <a16:creationId xmlns:a16="http://schemas.microsoft.com/office/drawing/2014/main" id="{13C477C8-5C85-46E2-9B25-DDFCC0394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E316CC54-DAA0-478A-AB69-C81EAF96DC2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C541DD97-5687-41C3-8B4E-D6932E227C5D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9E29DF3A-CD0E-4D2B-8FDD-1CAFE74A21D5}"/>
              </a:ext>
            </a:extLst>
          </p:cNvPr>
          <p:cNvSpPr/>
          <p:nvPr userDrawn="1"/>
        </p:nvSpPr>
        <p:spPr>
          <a:xfrm>
            <a:off x="8513051" y="1751590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0DCA647E-09B3-4FE8-8963-8C1C9A9034D5}"/>
              </a:ext>
            </a:extLst>
          </p:cNvPr>
          <p:cNvSpPr/>
          <p:nvPr userDrawn="1"/>
        </p:nvSpPr>
        <p:spPr>
          <a:xfrm>
            <a:off x="8513051" y="2085726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729820DA-FC5B-49CC-9E74-6123D7B120A0}"/>
              </a:ext>
            </a:extLst>
          </p:cNvPr>
          <p:cNvSpPr/>
          <p:nvPr userDrawn="1"/>
        </p:nvSpPr>
        <p:spPr>
          <a:xfrm>
            <a:off x="8513051" y="242201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DC4FDC17-3907-453F-B8C0-C24DC3FEE118}"/>
              </a:ext>
            </a:extLst>
          </p:cNvPr>
          <p:cNvSpPr/>
          <p:nvPr userDrawn="1"/>
        </p:nvSpPr>
        <p:spPr>
          <a:xfrm>
            <a:off x="8513051" y="2752816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3388F673-7990-405C-8143-C7C1CA9EE002}"/>
              </a:ext>
            </a:extLst>
          </p:cNvPr>
          <p:cNvSpPr/>
          <p:nvPr userDrawn="1"/>
        </p:nvSpPr>
        <p:spPr>
          <a:xfrm>
            <a:off x="8513051" y="308695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AA5F76E2-2F0E-4DF9-B13F-C0C522445AC0}"/>
              </a:ext>
            </a:extLst>
          </p:cNvPr>
          <p:cNvSpPr/>
          <p:nvPr userDrawn="1"/>
        </p:nvSpPr>
        <p:spPr>
          <a:xfrm>
            <a:off x="8513051" y="342323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6073D87B-CBAE-430C-AC44-077099C23EC1}"/>
              </a:ext>
            </a:extLst>
          </p:cNvPr>
          <p:cNvSpPr/>
          <p:nvPr userDrawn="1"/>
        </p:nvSpPr>
        <p:spPr>
          <a:xfrm>
            <a:off x="8505854" y="3755635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7E3FBEE-005A-40FC-A67E-11DE145CFED3}"/>
              </a:ext>
            </a:extLst>
          </p:cNvPr>
          <p:cNvSpPr/>
          <p:nvPr userDrawn="1"/>
        </p:nvSpPr>
        <p:spPr>
          <a:xfrm>
            <a:off x="8505854" y="4089771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83A3513-7E6A-458D-B278-03839F80819D}"/>
              </a:ext>
            </a:extLst>
          </p:cNvPr>
          <p:cNvSpPr/>
          <p:nvPr userDrawn="1"/>
        </p:nvSpPr>
        <p:spPr>
          <a:xfrm>
            <a:off x="8505854" y="442605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CD89D71F-7440-4219-AD75-06F4F0BB5BEA}"/>
              </a:ext>
            </a:extLst>
          </p:cNvPr>
          <p:cNvSpPr/>
          <p:nvPr userDrawn="1"/>
        </p:nvSpPr>
        <p:spPr>
          <a:xfrm>
            <a:off x="8505854" y="4756861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91DBE9AC-B47F-4FC2-8222-FDD74D447A2B}"/>
              </a:ext>
            </a:extLst>
          </p:cNvPr>
          <p:cNvSpPr/>
          <p:nvPr userDrawn="1"/>
        </p:nvSpPr>
        <p:spPr>
          <a:xfrm>
            <a:off x="8505854" y="509099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E9402BAA-BC8A-4018-93C0-9563759209EE}"/>
              </a:ext>
            </a:extLst>
          </p:cNvPr>
          <p:cNvSpPr/>
          <p:nvPr userDrawn="1"/>
        </p:nvSpPr>
        <p:spPr>
          <a:xfrm>
            <a:off x="8505854" y="542728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99C959E5-E803-4CC9-96C7-76BEFC490A10}"/>
              </a:ext>
            </a:extLst>
          </p:cNvPr>
          <p:cNvSpPr/>
          <p:nvPr userDrawn="1"/>
        </p:nvSpPr>
        <p:spPr>
          <a:xfrm>
            <a:off x="33614" y="40344"/>
            <a:ext cx="10078574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CFD819C2-DF92-4E74-9239-C96A14DBF7C3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76360DF5-FA04-473F-B479-FEB4280BBA6D}"/>
              </a:ext>
            </a:extLst>
          </p:cNvPr>
          <p:cNvSpPr/>
          <p:nvPr userDrawn="1"/>
        </p:nvSpPr>
        <p:spPr>
          <a:xfrm>
            <a:off x="108568" y="108052"/>
            <a:ext cx="2134572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Title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CED2D479-2A0C-4E0B-B464-59853CCC1A06}"/>
              </a:ext>
            </a:extLst>
          </p:cNvPr>
          <p:cNvSpPr/>
          <p:nvPr userDrawn="1"/>
        </p:nvSpPr>
        <p:spPr>
          <a:xfrm>
            <a:off x="8029664" y="107186"/>
            <a:ext cx="2015325" cy="254536"/>
          </a:xfrm>
          <a:prstGeom prst="rect">
            <a:avLst/>
          </a:prstGeom>
          <a:noFill/>
          <a:ln w="31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</a:rPr>
              <a:t>Navigation zone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59C02039-AEFC-41AD-8362-B750AD34E100}"/>
              </a:ext>
            </a:extLst>
          </p:cNvPr>
          <p:cNvSpPr/>
          <p:nvPr userDrawn="1"/>
        </p:nvSpPr>
        <p:spPr>
          <a:xfrm>
            <a:off x="9202607" y="1751590"/>
            <a:ext cx="776389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판매요청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1D15C3C7-E224-4170-835C-D202FBC9DC8B}"/>
              </a:ext>
            </a:extLst>
          </p:cNvPr>
          <p:cNvSpPr/>
          <p:nvPr userDrawn="1"/>
        </p:nvSpPr>
        <p:spPr>
          <a:xfrm>
            <a:off x="9202606" y="2085725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045D3A22-44B3-4E58-AD3C-EA5584F0D739}"/>
              </a:ext>
            </a:extLst>
          </p:cNvPr>
          <p:cNvSpPr/>
          <p:nvPr userDrawn="1"/>
        </p:nvSpPr>
        <p:spPr>
          <a:xfrm>
            <a:off x="9202606" y="3089103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8661FF87-8464-453B-8157-E2C96EB5B918}"/>
              </a:ext>
            </a:extLst>
          </p:cNvPr>
          <p:cNvSpPr/>
          <p:nvPr userDrawn="1"/>
        </p:nvSpPr>
        <p:spPr>
          <a:xfrm>
            <a:off x="9202606" y="3423238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C8D9DF3D-1175-428C-AE08-CE279CDB147F}"/>
              </a:ext>
            </a:extLst>
          </p:cNvPr>
          <p:cNvSpPr/>
          <p:nvPr userDrawn="1"/>
        </p:nvSpPr>
        <p:spPr>
          <a:xfrm>
            <a:off x="9202664" y="3749071"/>
            <a:ext cx="776389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판매요청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C955A5E9-38AD-45C7-87B4-338F0FCEDCCD}"/>
              </a:ext>
            </a:extLst>
          </p:cNvPr>
          <p:cNvSpPr/>
          <p:nvPr userDrawn="1"/>
        </p:nvSpPr>
        <p:spPr>
          <a:xfrm>
            <a:off x="9202605" y="4077305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8E4FEFA0-BE28-4A45-9CA9-3AF37F99DE82}"/>
              </a:ext>
            </a:extLst>
          </p:cNvPr>
          <p:cNvSpPr/>
          <p:nvPr userDrawn="1"/>
        </p:nvSpPr>
        <p:spPr>
          <a:xfrm>
            <a:off x="9202604" y="4428443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7BC8ACF8-5891-4091-9D35-645CCB4622EA}"/>
              </a:ext>
            </a:extLst>
          </p:cNvPr>
          <p:cNvSpPr/>
          <p:nvPr userDrawn="1"/>
        </p:nvSpPr>
        <p:spPr>
          <a:xfrm>
            <a:off x="9200470" y="4751508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209A58EE-F1E1-4B12-A319-F5D04BBBE7EE}"/>
              </a:ext>
            </a:extLst>
          </p:cNvPr>
          <p:cNvSpPr/>
          <p:nvPr userDrawn="1"/>
        </p:nvSpPr>
        <p:spPr>
          <a:xfrm>
            <a:off x="9195764" y="5081410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A5670B68-8A01-4A98-AE12-6E768C785391}"/>
              </a:ext>
            </a:extLst>
          </p:cNvPr>
          <p:cNvSpPr/>
          <p:nvPr userDrawn="1"/>
        </p:nvSpPr>
        <p:spPr>
          <a:xfrm>
            <a:off x="9195763" y="5417698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8FD5800F-8ED0-4575-A55E-978E69965FF1}"/>
              </a:ext>
            </a:extLst>
          </p:cNvPr>
          <p:cNvSpPr/>
          <p:nvPr userDrawn="1"/>
        </p:nvSpPr>
        <p:spPr>
          <a:xfrm>
            <a:off x="9205049" y="2428175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3D5E9D01-5729-43E1-88BC-B90F80930098}"/>
              </a:ext>
            </a:extLst>
          </p:cNvPr>
          <p:cNvSpPr/>
          <p:nvPr userDrawn="1"/>
        </p:nvSpPr>
        <p:spPr>
          <a:xfrm>
            <a:off x="9195762" y="2744864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</p:spTree>
    <p:extLst>
      <p:ext uri="{BB962C8B-B14F-4D97-AF65-F5344CB8AC3E}">
        <p14:creationId xmlns:p14="http://schemas.microsoft.com/office/powerpoint/2010/main" val="726309716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p채널 메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5FF8BD8B-9043-4CA8-AF10-DA18D74F4930}"/>
              </a:ext>
            </a:extLst>
          </p:cNvPr>
          <p:cNvSpPr/>
          <p:nvPr userDrawn="1"/>
        </p:nvSpPr>
        <p:spPr>
          <a:xfrm>
            <a:off x="33615" y="34272"/>
            <a:ext cx="10033091" cy="7744675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35906A7-55BD-4A0D-9B9F-C8E1EF0DA73F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DA9AA7E7-F8CA-4E85-B917-987102122DD3}"/>
              </a:ext>
            </a:extLst>
          </p:cNvPr>
          <p:cNvGrpSpPr/>
          <p:nvPr userDrawn="1"/>
        </p:nvGrpSpPr>
        <p:grpSpPr>
          <a:xfrm>
            <a:off x="1762108" y="4963655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6" name="Border">
              <a:extLst>
                <a:ext uri="{FF2B5EF4-FFF2-40B4-BE49-F238E27FC236}">
                  <a16:creationId xmlns:a16="http://schemas.microsoft.com/office/drawing/2014/main" id="{C178602A-97B8-473C-A1E2-A0BAE16D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Line 2">
              <a:extLst>
                <a:ext uri="{FF2B5EF4-FFF2-40B4-BE49-F238E27FC236}">
                  <a16:creationId xmlns:a16="http://schemas.microsoft.com/office/drawing/2014/main" id="{78244FED-F54B-4232-A634-0889399BF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1">
              <a:extLst>
                <a:ext uri="{FF2B5EF4-FFF2-40B4-BE49-F238E27FC236}">
                  <a16:creationId xmlns:a16="http://schemas.microsoft.com/office/drawing/2014/main" id="{6EC0C552-9642-499C-B76E-1FB6C9949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BAB1665-2117-4BA9-87EA-D345E005BB1C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A47F61C-B451-4848-B17E-77C649FFFD0B}"/>
              </a:ext>
            </a:extLst>
          </p:cNvPr>
          <p:cNvSpPr/>
          <p:nvPr userDrawn="1"/>
        </p:nvSpPr>
        <p:spPr>
          <a:xfrm>
            <a:off x="33615" y="34272"/>
            <a:ext cx="10033092" cy="579114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C4E4E693-2E94-4D36-9699-BDD9FAECCDD1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2" name="Border">
              <a:extLst>
                <a:ext uri="{FF2B5EF4-FFF2-40B4-BE49-F238E27FC236}">
                  <a16:creationId xmlns:a16="http://schemas.microsoft.com/office/drawing/2014/main" id="{AA20D0D2-731B-4C96-A68D-89927915D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" name="Line 2">
              <a:extLst>
                <a:ext uri="{FF2B5EF4-FFF2-40B4-BE49-F238E27FC236}">
                  <a16:creationId xmlns:a16="http://schemas.microsoft.com/office/drawing/2014/main" id="{BAD89D11-CBEC-4CD2-A1C4-923C19CAB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Line 1">
              <a:extLst>
                <a:ext uri="{FF2B5EF4-FFF2-40B4-BE49-F238E27FC236}">
                  <a16:creationId xmlns:a16="http://schemas.microsoft.com/office/drawing/2014/main" id="{877069F0-8D8C-4D0F-B007-8AFC690C1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F1A446A-F005-4030-A086-B8E9DA393DE3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61F99C4-066F-4B04-9118-D221AC650569}"/>
              </a:ext>
            </a:extLst>
          </p:cNvPr>
          <p:cNvSpPr/>
          <p:nvPr userDrawn="1"/>
        </p:nvSpPr>
        <p:spPr>
          <a:xfrm>
            <a:off x="8384010" y="202394"/>
            <a:ext cx="1656223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장바구니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로그인</a:t>
            </a: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6EA3ED44-661F-4683-8331-7C30E2FD1CDC}"/>
              </a:ext>
            </a:extLst>
          </p:cNvPr>
          <p:cNvGrpSpPr/>
          <p:nvPr userDrawn="1"/>
        </p:nvGrpSpPr>
        <p:grpSpPr>
          <a:xfrm>
            <a:off x="0" y="619414"/>
            <a:ext cx="10066703" cy="2960286"/>
            <a:chOff x="2843808" y="1955121"/>
            <a:chExt cx="1680533" cy="596970"/>
          </a:xfrm>
          <a:solidFill>
            <a:schemeClr val="bg1">
              <a:lumMod val="95000"/>
            </a:schemeClr>
          </a:solidFill>
        </p:grpSpPr>
        <p:sp>
          <p:nvSpPr>
            <p:cNvPr id="19" name="Border">
              <a:extLst>
                <a:ext uri="{FF2B5EF4-FFF2-40B4-BE49-F238E27FC236}">
                  <a16:creationId xmlns:a16="http://schemas.microsoft.com/office/drawing/2014/main" id="{7C3C8919-D5B1-42C8-A289-1B378E7B5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528" y="1955121"/>
              <a:ext cx="1674813" cy="596970"/>
            </a:xfrm>
            <a:prstGeom prst="rect">
              <a:avLst/>
            </a:pr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Line 2">
              <a:extLst>
                <a:ext uri="{FF2B5EF4-FFF2-40B4-BE49-F238E27FC236}">
                  <a16:creationId xmlns:a16="http://schemas.microsoft.com/office/drawing/2014/main" id="{B62D9EA6-2127-4865-B38C-138E8AD21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Line 1">
              <a:extLst>
                <a:ext uri="{FF2B5EF4-FFF2-40B4-BE49-F238E27FC236}">
                  <a16:creationId xmlns:a16="http://schemas.microsoft.com/office/drawing/2014/main" id="{5963E227-5E94-4C86-B0DC-8C1C199C0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36CD2BB-284C-4B67-B6FF-3437A99E1627}"/>
                </a:ext>
              </a:extLst>
            </p:cNvPr>
            <p:cNvSpPr txBox="1"/>
            <p:nvPr/>
          </p:nvSpPr>
          <p:spPr>
            <a:xfrm>
              <a:off x="3581250" y="2233306"/>
              <a:ext cx="192087" cy="46549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Visual IMG area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23" name="Large Icons">
            <a:extLst>
              <a:ext uri="{FF2B5EF4-FFF2-40B4-BE49-F238E27FC236}">
                <a16:creationId xmlns:a16="http://schemas.microsoft.com/office/drawing/2014/main" id="{B7390B13-5902-464B-972A-E9D0C338BAE1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4913768" y="1651654"/>
            <a:ext cx="316577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764C714-21B5-4AEB-8431-A8DAFFABCBAE}"/>
              </a:ext>
            </a:extLst>
          </p:cNvPr>
          <p:cNvSpPr txBox="1"/>
          <p:nvPr userDrawn="1"/>
        </p:nvSpPr>
        <p:spPr>
          <a:xfrm>
            <a:off x="4436778" y="3269526"/>
            <a:ext cx="122226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/>
              <a:t>◀   </a:t>
            </a:r>
            <a:r>
              <a:rPr lang="ko-KR" altLang="en-US" sz="10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●○○○</a:t>
            </a:r>
            <a:r>
              <a:rPr lang="ko-KR" altLang="en-US" sz="1000" dirty="0"/>
              <a:t>   ▶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142BB13-B9F5-4F2E-8154-D5EC79317821}"/>
              </a:ext>
            </a:extLst>
          </p:cNvPr>
          <p:cNvSpPr/>
          <p:nvPr userDrawn="1"/>
        </p:nvSpPr>
        <p:spPr>
          <a:xfrm>
            <a:off x="1796228" y="196333"/>
            <a:ext cx="2987312" cy="25499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상품코드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, 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상품제목</a:t>
            </a:r>
            <a:endParaRPr lang="ko-KR" altLang="en-US" sz="90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36" name="그림 35">
            <a:extLst>
              <a:ext uri="{FF2B5EF4-FFF2-40B4-BE49-F238E27FC236}">
                <a16:creationId xmlns:a16="http://schemas.microsoft.com/office/drawing/2014/main" id="{44D5829B-0649-4873-B5DC-0512F851019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562333" y="245079"/>
            <a:ext cx="157211" cy="157211"/>
          </a:xfrm>
          <a:prstGeom prst="rect">
            <a:avLst/>
          </a:prstGeom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C7F11B52-F8D1-4179-9B67-EF1B20F14DFA}"/>
              </a:ext>
            </a:extLst>
          </p:cNvPr>
          <p:cNvSpPr txBox="1"/>
          <p:nvPr userDrawn="1"/>
        </p:nvSpPr>
        <p:spPr>
          <a:xfrm>
            <a:off x="4501670" y="3899965"/>
            <a:ext cx="10740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 dirty="0"/>
              <a:t>HOT TREND</a:t>
            </a:r>
            <a:endParaRPr lang="ko-KR" altLang="en-US" sz="1200" b="1" dirty="0"/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A6B0423-7AAD-4973-9954-86796DEC0646}"/>
              </a:ext>
            </a:extLst>
          </p:cNvPr>
          <p:cNvSpPr/>
          <p:nvPr userDrawn="1"/>
        </p:nvSpPr>
        <p:spPr>
          <a:xfrm>
            <a:off x="1727988" y="4443568"/>
            <a:ext cx="1176081" cy="238836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#</a:t>
            </a:r>
            <a:r>
              <a:rPr lang="ko-KR" altLang="en-US" sz="800" dirty="0">
                <a:solidFill>
                  <a:schemeClr val="tx1"/>
                </a:solidFill>
              </a:rPr>
              <a:t>일교차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080EF96-DF1F-48C3-88F9-98A1944A260A}"/>
              </a:ext>
            </a:extLst>
          </p:cNvPr>
          <p:cNvSpPr/>
          <p:nvPr userDrawn="1"/>
        </p:nvSpPr>
        <p:spPr>
          <a:xfrm>
            <a:off x="3013152" y="4443568"/>
            <a:ext cx="1176081" cy="23883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#</a:t>
            </a:r>
            <a:r>
              <a:rPr lang="ko-KR" altLang="en-US" sz="800" dirty="0" err="1">
                <a:solidFill>
                  <a:schemeClr val="tx1"/>
                </a:solidFill>
              </a:rPr>
              <a:t>에브리데이</a:t>
            </a:r>
            <a:r>
              <a:rPr lang="ko-KR" altLang="en-US" sz="800" dirty="0">
                <a:solidFill>
                  <a:schemeClr val="tx1"/>
                </a:solidFill>
              </a:rPr>
              <a:t> 룩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00852CB-D5DB-4AA4-96F3-2FE4E945FDDA}"/>
              </a:ext>
            </a:extLst>
          </p:cNvPr>
          <p:cNvSpPr/>
          <p:nvPr userDrawn="1"/>
        </p:nvSpPr>
        <p:spPr>
          <a:xfrm>
            <a:off x="4298316" y="4433138"/>
            <a:ext cx="1176081" cy="23883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#</a:t>
            </a:r>
            <a:r>
              <a:rPr lang="ko-KR" altLang="en-US" sz="800" dirty="0">
                <a:solidFill>
                  <a:schemeClr val="tx1"/>
                </a:solidFill>
              </a:rPr>
              <a:t>핫 키워드 </a:t>
            </a:r>
            <a:r>
              <a:rPr lang="en-US" altLang="ko-KR" sz="800" dirty="0">
                <a:solidFill>
                  <a:schemeClr val="tx1"/>
                </a:solidFill>
              </a:rPr>
              <a:t>1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7675ED5C-58A4-4C55-89C1-FAF1FE967320}"/>
              </a:ext>
            </a:extLst>
          </p:cNvPr>
          <p:cNvSpPr/>
          <p:nvPr userDrawn="1"/>
        </p:nvSpPr>
        <p:spPr>
          <a:xfrm>
            <a:off x="5583480" y="4433138"/>
            <a:ext cx="1176081" cy="23883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#</a:t>
            </a:r>
            <a:r>
              <a:rPr lang="ko-KR" altLang="en-US" sz="800" dirty="0">
                <a:solidFill>
                  <a:schemeClr val="tx1"/>
                </a:solidFill>
              </a:rPr>
              <a:t>핫 키워드 </a:t>
            </a:r>
            <a:r>
              <a:rPr lang="en-US" altLang="ko-KR" sz="800" dirty="0">
                <a:solidFill>
                  <a:schemeClr val="tx1"/>
                </a:solidFill>
              </a:rPr>
              <a:t>2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5" name="Large Icons">
            <a:extLst>
              <a:ext uri="{FF2B5EF4-FFF2-40B4-BE49-F238E27FC236}">
                <a16:creationId xmlns:a16="http://schemas.microsoft.com/office/drawing/2014/main" id="{83348D68-5C09-4D72-B7F0-957FD6C87D3B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246134" y="5054056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9FCDA45-25A0-4D8E-89AF-F76E835D9E55}"/>
              </a:ext>
            </a:extLst>
          </p:cNvPr>
          <p:cNvSpPr/>
          <p:nvPr userDrawn="1"/>
        </p:nvSpPr>
        <p:spPr>
          <a:xfrm>
            <a:off x="1699298" y="6004128"/>
            <a:ext cx="846707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</a:t>
            </a:r>
            <a:r>
              <a:rPr lang="en-US" altLang="ko-KR" sz="800" b="1" dirty="0">
                <a:latin typeface="+mj-ea"/>
                <a:ea typeface="+mj-ea"/>
              </a:rPr>
              <a:t>111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6FD0564-0BEA-4F1C-97E5-DA34D191BD5E}"/>
              </a:ext>
            </a:extLst>
          </p:cNvPr>
          <p:cNvSpPr/>
          <p:nvPr userDrawn="1"/>
        </p:nvSpPr>
        <p:spPr>
          <a:xfrm>
            <a:off x="1692071" y="6219042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5A61A614-45E9-4607-8D2D-490F8FA4D60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761723" y="6474579"/>
            <a:ext cx="691149" cy="168573"/>
          </a:xfrm>
          <a:prstGeom prst="rect">
            <a:avLst/>
          </a:prstGeom>
        </p:spPr>
      </p:pic>
      <p:grpSp>
        <p:nvGrpSpPr>
          <p:cNvPr id="50" name="그룹 49">
            <a:extLst>
              <a:ext uri="{FF2B5EF4-FFF2-40B4-BE49-F238E27FC236}">
                <a16:creationId xmlns:a16="http://schemas.microsoft.com/office/drawing/2014/main" id="{FEB29E47-AEC5-4377-868B-58FD7CA3D671}"/>
              </a:ext>
            </a:extLst>
          </p:cNvPr>
          <p:cNvGrpSpPr/>
          <p:nvPr userDrawn="1"/>
        </p:nvGrpSpPr>
        <p:grpSpPr>
          <a:xfrm>
            <a:off x="3278153" y="4963655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51" name="Border">
              <a:extLst>
                <a:ext uri="{FF2B5EF4-FFF2-40B4-BE49-F238E27FC236}">
                  <a16:creationId xmlns:a16="http://schemas.microsoft.com/office/drawing/2014/main" id="{CE968990-F1BD-4FCE-8567-2356311A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" name="Line 2">
              <a:extLst>
                <a:ext uri="{FF2B5EF4-FFF2-40B4-BE49-F238E27FC236}">
                  <a16:creationId xmlns:a16="http://schemas.microsoft.com/office/drawing/2014/main" id="{853F465B-1D9F-4FDD-940C-FBD21AB0D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3" name="Line 1">
              <a:extLst>
                <a:ext uri="{FF2B5EF4-FFF2-40B4-BE49-F238E27FC236}">
                  <a16:creationId xmlns:a16="http://schemas.microsoft.com/office/drawing/2014/main" id="{50F34DDE-D4CE-4CE3-B655-76BC8E661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E5CFB8B2-E17F-4210-AC94-EDE777EC87D7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55" name="Large Icons">
            <a:extLst>
              <a:ext uri="{FF2B5EF4-FFF2-40B4-BE49-F238E27FC236}">
                <a16:creationId xmlns:a16="http://schemas.microsoft.com/office/drawing/2014/main" id="{02FE2BD6-285A-43D9-AF80-00C9882DB8A1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62179" y="5054056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1E488E3C-D8B7-43A5-8099-9528E1E1D7BC}"/>
              </a:ext>
            </a:extLst>
          </p:cNvPr>
          <p:cNvSpPr/>
          <p:nvPr userDrawn="1"/>
        </p:nvSpPr>
        <p:spPr>
          <a:xfrm>
            <a:off x="3215343" y="6004128"/>
            <a:ext cx="88357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 </a:t>
            </a:r>
            <a:r>
              <a:rPr lang="en-US" altLang="ko-KR" sz="800" b="1" dirty="0">
                <a:latin typeface="+mj-ea"/>
                <a:ea typeface="+mj-ea"/>
              </a:rPr>
              <a:t>222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030E4E2F-36C4-421F-ABBA-89ED6A2110AF}"/>
              </a:ext>
            </a:extLst>
          </p:cNvPr>
          <p:cNvSpPr/>
          <p:nvPr userDrawn="1"/>
        </p:nvSpPr>
        <p:spPr>
          <a:xfrm>
            <a:off x="3208116" y="6219042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A06D8076-20D5-4F1E-8F32-E8991821667C}"/>
              </a:ext>
            </a:extLst>
          </p:cNvPr>
          <p:cNvGrpSpPr/>
          <p:nvPr userDrawn="1"/>
        </p:nvGrpSpPr>
        <p:grpSpPr>
          <a:xfrm>
            <a:off x="4793813" y="4963655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60" name="Border">
              <a:extLst>
                <a:ext uri="{FF2B5EF4-FFF2-40B4-BE49-F238E27FC236}">
                  <a16:creationId xmlns:a16="http://schemas.microsoft.com/office/drawing/2014/main" id="{3981ADA3-C709-4ED5-AC6D-83E969E18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1" name="Line 2">
              <a:extLst>
                <a:ext uri="{FF2B5EF4-FFF2-40B4-BE49-F238E27FC236}">
                  <a16:creationId xmlns:a16="http://schemas.microsoft.com/office/drawing/2014/main" id="{C690C005-D62E-4F3C-9F3D-4A8447AD9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Line 1">
              <a:extLst>
                <a:ext uri="{FF2B5EF4-FFF2-40B4-BE49-F238E27FC236}">
                  <a16:creationId xmlns:a16="http://schemas.microsoft.com/office/drawing/2014/main" id="{B72D3B90-3367-4AEB-A605-18DCE1969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FA7589C-01D1-49F4-84AF-C80CA2982E12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64" name="Large Icons">
            <a:extLst>
              <a:ext uri="{FF2B5EF4-FFF2-40B4-BE49-F238E27FC236}">
                <a16:creationId xmlns:a16="http://schemas.microsoft.com/office/drawing/2014/main" id="{2DBEDA63-6A7E-42D3-95E3-569B19255B4B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5277839" y="5054056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DA9CC665-5C1F-48FA-8EA9-2DB2DC13DF06}"/>
              </a:ext>
            </a:extLst>
          </p:cNvPr>
          <p:cNvSpPr/>
          <p:nvPr userDrawn="1"/>
        </p:nvSpPr>
        <p:spPr>
          <a:xfrm>
            <a:off x="4731003" y="6004128"/>
            <a:ext cx="88357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 </a:t>
            </a:r>
            <a:r>
              <a:rPr lang="en-US" altLang="ko-KR" sz="800" b="1" dirty="0">
                <a:latin typeface="+mj-ea"/>
                <a:ea typeface="+mj-ea"/>
              </a:rPr>
              <a:t>333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94BB3275-B1DF-4FF7-BDEC-4394B09BB9C2}"/>
              </a:ext>
            </a:extLst>
          </p:cNvPr>
          <p:cNvSpPr/>
          <p:nvPr userDrawn="1"/>
        </p:nvSpPr>
        <p:spPr>
          <a:xfrm>
            <a:off x="4723776" y="6219042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pic>
        <p:nvPicPr>
          <p:cNvPr id="67" name="그림 66">
            <a:extLst>
              <a:ext uri="{FF2B5EF4-FFF2-40B4-BE49-F238E27FC236}">
                <a16:creationId xmlns:a16="http://schemas.microsoft.com/office/drawing/2014/main" id="{D707C2FE-B94E-44EA-8DE5-11B0C926BAA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4793428" y="6474579"/>
            <a:ext cx="691149" cy="168573"/>
          </a:xfrm>
          <a:prstGeom prst="rect">
            <a:avLst/>
          </a:prstGeom>
        </p:spPr>
      </p:pic>
      <p:grpSp>
        <p:nvGrpSpPr>
          <p:cNvPr id="68" name="그룹 67">
            <a:extLst>
              <a:ext uri="{FF2B5EF4-FFF2-40B4-BE49-F238E27FC236}">
                <a16:creationId xmlns:a16="http://schemas.microsoft.com/office/drawing/2014/main" id="{30716D01-29B7-43A7-9794-F6A38FC5ACBB}"/>
              </a:ext>
            </a:extLst>
          </p:cNvPr>
          <p:cNvGrpSpPr/>
          <p:nvPr userDrawn="1"/>
        </p:nvGrpSpPr>
        <p:grpSpPr>
          <a:xfrm>
            <a:off x="6314847" y="4943183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69" name="Border">
              <a:extLst>
                <a:ext uri="{FF2B5EF4-FFF2-40B4-BE49-F238E27FC236}">
                  <a16:creationId xmlns:a16="http://schemas.microsoft.com/office/drawing/2014/main" id="{C823E332-3D5A-4426-B852-460EF142D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0" name="Line 2">
              <a:extLst>
                <a:ext uri="{FF2B5EF4-FFF2-40B4-BE49-F238E27FC236}">
                  <a16:creationId xmlns:a16="http://schemas.microsoft.com/office/drawing/2014/main" id="{7E9E8CEF-71A7-496F-AE5A-C7FA015B4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1" name="Line 1">
              <a:extLst>
                <a:ext uri="{FF2B5EF4-FFF2-40B4-BE49-F238E27FC236}">
                  <a16:creationId xmlns:a16="http://schemas.microsoft.com/office/drawing/2014/main" id="{6712ABEC-80D1-4475-8453-49C5E5B8A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9250EFED-C754-4F79-9438-F9807E4A13BC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73" name="Large Icons">
            <a:extLst>
              <a:ext uri="{FF2B5EF4-FFF2-40B4-BE49-F238E27FC236}">
                <a16:creationId xmlns:a16="http://schemas.microsoft.com/office/drawing/2014/main" id="{86CCD902-9543-4A61-A032-8366FD4D7E5E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6798873" y="5033584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43EAC8D6-0A8B-4F7C-B952-11FD7559CCB2}"/>
              </a:ext>
            </a:extLst>
          </p:cNvPr>
          <p:cNvSpPr/>
          <p:nvPr userDrawn="1"/>
        </p:nvSpPr>
        <p:spPr>
          <a:xfrm>
            <a:off x="6252037" y="5983656"/>
            <a:ext cx="88357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 </a:t>
            </a:r>
            <a:r>
              <a:rPr lang="en-US" altLang="ko-KR" sz="800" b="1" dirty="0">
                <a:latin typeface="+mj-ea"/>
                <a:ea typeface="+mj-ea"/>
              </a:rPr>
              <a:t>444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427044F0-A92C-4DC5-A479-96CEEAA1879D}"/>
              </a:ext>
            </a:extLst>
          </p:cNvPr>
          <p:cNvSpPr/>
          <p:nvPr userDrawn="1"/>
        </p:nvSpPr>
        <p:spPr>
          <a:xfrm>
            <a:off x="6244810" y="6198570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pic>
        <p:nvPicPr>
          <p:cNvPr id="76" name="그림 75">
            <a:extLst>
              <a:ext uri="{FF2B5EF4-FFF2-40B4-BE49-F238E27FC236}">
                <a16:creationId xmlns:a16="http://schemas.microsoft.com/office/drawing/2014/main" id="{07222A8A-D015-4873-992F-E9029F07D6E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14462" y="6454107"/>
            <a:ext cx="691149" cy="168573"/>
          </a:xfrm>
          <a:prstGeom prst="rect">
            <a:avLst/>
          </a:prstGeom>
        </p:spPr>
      </p:pic>
      <p:grpSp>
        <p:nvGrpSpPr>
          <p:cNvPr id="77" name="그룹 76">
            <a:extLst>
              <a:ext uri="{FF2B5EF4-FFF2-40B4-BE49-F238E27FC236}">
                <a16:creationId xmlns:a16="http://schemas.microsoft.com/office/drawing/2014/main" id="{C1301C5F-B07B-445E-82F0-567F75401907}"/>
              </a:ext>
            </a:extLst>
          </p:cNvPr>
          <p:cNvGrpSpPr/>
          <p:nvPr userDrawn="1"/>
        </p:nvGrpSpPr>
        <p:grpSpPr>
          <a:xfrm>
            <a:off x="7779123" y="4943183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8" name="Border">
              <a:extLst>
                <a:ext uri="{FF2B5EF4-FFF2-40B4-BE49-F238E27FC236}">
                  <a16:creationId xmlns:a16="http://schemas.microsoft.com/office/drawing/2014/main" id="{E582E3EA-064E-46A1-9D48-51195F146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9" name="Line 2">
              <a:extLst>
                <a:ext uri="{FF2B5EF4-FFF2-40B4-BE49-F238E27FC236}">
                  <a16:creationId xmlns:a16="http://schemas.microsoft.com/office/drawing/2014/main" id="{C6233F38-FE03-41EE-A720-F5D559722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0" name="Line 1">
              <a:extLst>
                <a:ext uri="{FF2B5EF4-FFF2-40B4-BE49-F238E27FC236}">
                  <a16:creationId xmlns:a16="http://schemas.microsoft.com/office/drawing/2014/main" id="{362FC2B1-87A3-47CA-841E-17157F5AF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3E02D98E-E858-4C55-BD45-FE58F204E960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82" name="Large Icons">
            <a:extLst>
              <a:ext uri="{FF2B5EF4-FFF2-40B4-BE49-F238E27FC236}">
                <a16:creationId xmlns:a16="http://schemas.microsoft.com/office/drawing/2014/main" id="{70722A71-0C32-4E93-AB18-A9C945BB47F1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8263149" y="5033584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C0D4F64B-962D-4536-8D7F-5583C4C62A07}"/>
              </a:ext>
            </a:extLst>
          </p:cNvPr>
          <p:cNvSpPr/>
          <p:nvPr userDrawn="1"/>
        </p:nvSpPr>
        <p:spPr>
          <a:xfrm>
            <a:off x="7716313" y="5983656"/>
            <a:ext cx="846707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</a:t>
            </a:r>
            <a:r>
              <a:rPr lang="en-US" altLang="ko-KR" sz="800" b="1" dirty="0">
                <a:latin typeface="+mj-ea"/>
                <a:ea typeface="+mj-ea"/>
              </a:rPr>
              <a:t>555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B5F1E299-584C-49E6-81CA-ABB1EC83D1C5}"/>
              </a:ext>
            </a:extLst>
          </p:cNvPr>
          <p:cNvSpPr/>
          <p:nvPr userDrawn="1"/>
        </p:nvSpPr>
        <p:spPr>
          <a:xfrm>
            <a:off x="7709086" y="6198570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18A13301-FD2A-45DA-867E-B2079596F43E}"/>
              </a:ext>
            </a:extLst>
          </p:cNvPr>
          <p:cNvSpPr/>
          <p:nvPr userDrawn="1"/>
        </p:nvSpPr>
        <p:spPr>
          <a:xfrm>
            <a:off x="8528900" y="4433138"/>
            <a:ext cx="860643" cy="22883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B74585DB-CF36-4F3E-8489-6F35E929FAFA}"/>
              </a:ext>
            </a:extLst>
          </p:cNvPr>
          <p:cNvCxnSpPr>
            <a:cxnSpLocks/>
          </p:cNvCxnSpPr>
          <p:nvPr userDrawn="1"/>
        </p:nvCxnSpPr>
        <p:spPr>
          <a:xfrm>
            <a:off x="8528900" y="4810836"/>
            <a:ext cx="0" cy="1832316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6932CE50-0B6F-42BC-915C-FE74B2360501}"/>
              </a:ext>
            </a:extLst>
          </p:cNvPr>
          <p:cNvCxnSpPr>
            <a:cxnSpLocks/>
          </p:cNvCxnSpPr>
          <p:nvPr userDrawn="1"/>
        </p:nvCxnSpPr>
        <p:spPr>
          <a:xfrm>
            <a:off x="1701875" y="4810836"/>
            <a:ext cx="0" cy="1832316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타원 91">
            <a:extLst>
              <a:ext uri="{FF2B5EF4-FFF2-40B4-BE49-F238E27FC236}">
                <a16:creationId xmlns:a16="http://schemas.microsoft.com/office/drawing/2014/main" id="{1C683861-CD0F-4498-A811-D4DD7248F2F1}"/>
              </a:ext>
            </a:extLst>
          </p:cNvPr>
          <p:cNvSpPr/>
          <p:nvPr userDrawn="1"/>
        </p:nvSpPr>
        <p:spPr>
          <a:xfrm>
            <a:off x="1559430" y="5590292"/>
            <a:ext cx="279736" cy="273683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＜</a:t>
            </a:r>
          </a:p>
        </p:txBody>
      </p:sp>
      <p:sp>
        <p:nvSpPr>
          <p:cNvPr id="93" name="타원 92">
            <a:extLst>
              <a:ext uri="{FF2B5EF4-FFF2-40B4-BE49-F238E27FC236}">
                <a16:creationId xmlns:a16="http://schemas.microsoft.com/office/drawing/2014/main" id="{6A2178EC-D074-481B-8EE5-B7DBB7673B81}"/>
              </a:ext>
            </a:extLst>
          </p:cNvPr>
          <p:cNvSpPr/>
          <p:nvPr userDrawn="1"/>
        </p:nvSpPr>
        <p:spPr>
          <a:xfrm>
            <a:off x="8377360" y="5590292"/>
            <a:ext cx="279736" cy="273683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＞</a:t>
            </a:r>
          </a:p>
        </p:txBody>
      </p:sp>
      <p:graphicFrame>
        <p:nvGraphicFramePr>
          <p:cNvPr id="95" name="표 95">
            <a:extLst>
              <a:ext uri="{FF2B5EF4-FFF2-40B4-BE49-F238E27FC236}">
                <a16:creationId xmlns:a16="http://schemas.microsoft.com/office/drawing/2014/main" id="{12F8F99E-E28A-41E5-A078-5BF72DC633B7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22932195"/>
              </p:ext>
            </p:extLst>
          </p:nvPr>
        </p:nvGraphicFramePr>
        <p:xfrm>
          <a:off x="33612" y="7321746"/>
          <a:ext cx="10033092" cy="607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033092">
                  <a:extLst>
                    <a:ext uri="{9D8B030D-6E8A-4147-A177-3AD203B41FA5}">
                      <a16:colId xmlns:a16="http://schemas.microsoft.com/office/drawing/2014/main" val="89235589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just" latinLnBrk="1"/>
                      <a:r>
                        <a:rPr lang="ko-KR" altLang="en-US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                                                                                                                                                                                                                                      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Me9 Market    </a:t>
                      </a:r>
                      <a:r>
                        <a:rPr lang="en-US" altLang="ko-KR" sz="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|     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공지사항   </a:t>
                      </a:r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35955"/>
                  </a:ext>
                </a:extLst>
              </a:tr>
              <a:tr h="3938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/>
                        <a:t>© Shop </a:t>
                      </a:r>
                      <a:r>
                        <a:rPr lang="ko-KR" altLang="en-US" sz="900" dirty="0" err="1"/>
                        <a:t>채널명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All Rights Reserved.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9122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30970564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p채널-기본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794A18CF-0E5E-4109-8095-7219243EE364}"/>
              </a:ext>
            </a:extLst>
          </p:cNvPr>
          <p:cNvSpPr/>
          <p:nvPr userDrawn="1"/>
        </p:nvSpPr>
        <p:spPr>
          <a:xfrm>
            <a:off x="33614" y="34271"/>
            <a:ext cx="10033092" cy="754705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96D7BF4-D1D5-4968-B91A-9E6F23681F95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DCF4A3E-CE7E-4913-B456-9213B52EAFBF}"/>
              </a:ext>
            </a:extLst>
          </p:cNvPr>
          <p:cNvSpPr/>
          <p:nvPr userDrawn="1"/>
        </p:nvSpPr>
        <p:spPr>
          <a:xfrm>
            <a:off x="33615" y="34272"/>
            <a:ext cx="10033092" cy="579114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AE34F8F5-4BDD-4344-A410-B707E3DE2756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2" name="Border">
              <a:extLst>
                <a:ext uri="{FF2B5EF4-FFF2-40B4-BE49-F238E27FC236}">
                  <a16:creationId xmlns:a16="http://schemas.microsoft.com/office/drawing/2014/main" id="{ACBB4892-A6DF-4166-BA5C-2B242F747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" name="Line 2">
              <a:extLst>
                <a:ext uri="{FF2B5EF4-FFF2-40B4-BE49-F238E27FC236}">
                  <a16:creationId xmlns:a16="http://schemas.microsoft.com/office/drawing/2014/main" id="{59ADCD8C-04E9-4F2F-A17C-EB06D3E46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Line 1">
              <a:extLst>
                <a:ext uri="{FF2B5EF4-FFF2-40B4-BE49-F238E27FC236}">
                  <a16:creationId xmlns:a16="http://schemas.microsoft.com/office/drawing/2014/main" id="{68846E2E-2F48-49DC-B49D-EECD7C258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9564CAF-371E-4819-9068-630F2A5D8735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FA19044-42A2-4415-974A-392F19369677}"/>
              </a:ext>
            </a:extLst>
          </p:cNvPr>
          <p:cNvSpPr/>
          <p:nvPr userDrawn="1"/>
        </p:nvSpPr>
        <p:spPr>
          <a:xfrm>
            <a:off x="8384010" y="202394"/>
            <a:ext cx="1656223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장바구니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로그인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D23333C-64FE-4C6F-BD89-B9C85AB638D6}"/>
              </a:ext>
            </a:extLst>
          </p:cNvPr>
          <p:cNvSpPr/>
          <p:nvPr userDrawn="1"/>
        </p:nvSpPr>
        <p:spPr>
          <a:xfrm>
            <a:off x="1796228" y="196333"/>
            <a:ext cx="2987312" cy="25499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상품코드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, 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상품제목</a:t>
            </a:r>
            <a:endParaRPr lang="ko-KR" altLang="en-US" sz="90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25" name="그림 24">
            <a:extLst>
              <a:ext uri="{FF2B5EF4-FFF2-40B4-BE49-F238E27FC236}">
                <a16:creationId xmlns:a16="http://schemas.microsoft.com/office/drawing/2014/main" id="{0F562782-66FA-45DD-9580-695CDA88A52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562333" y="245079"/>
            <a:ext cx="157211" cy="157211"/>
          </a:xfrm>
          <a:prstGeom prst="rect">
            <a:avLst/>
          </a:prstGeom>
        </p:spPr>
      </p:pic>
      <p:graphicFrame>
        <p:nvGraphicFramePr>
          <p:cNvPr id="74" name="표 95">
            <a:extLst>
              <a:ext uri="{FF2B5EF4-FFF2-40B4-BE49-F238E27FC236}">
                <a16:creationId xmlns:a16="http://schemas.microsoft.com/office/drawing/2014/main" id="{5A77E739-BA90-4EA0-B267-CDA46DF3A33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41243739"/>
              </p:ext>
            </p:extLst>
          </p:nvPr>
        </p:nvGraphicFramePr>
        <p:xfrm>
          <a:off x="33613" y="6980555"/>
          <a:ext cx="10033092" cy="607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033092">
                  <a:extLst>
                    <a:ext uri="{9D8B030D-6E8A-4147-A177-3AD203B41FA5}">
                      <a16:colId xmlns:a16="http://schemas.microsoft.com/office/drawing/2014/main" val="89235589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just" latinLnBrk="1"/>
                      <a:r>
                        <a:rPr lang="ko-KR" altLang="en-US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                                                                                                                                                                                                                                      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Me9 Market    </a:t>
                      </a:r>
                      <a:r>
                        <a:rPr lang="en-US" altLang="ko-KR" sz="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|     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공지사항   </a:t>
                      </a:r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35955"/>
                  </a:ext>
                </a:extLst>
              </a:tr>
              <a:tr h="3938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/>
                        <a:t>© Shop </a:t>
                      </a:r>
                      <a:r>
                        <a:rPr lang="ko-KR" altLang="en-US" sz="900" dirty="0" err="1"/>
                        <a:t>채널명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All Rights Reserved.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9122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8345761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p채널-기본틀 긴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직사각형 14">
            <a:extLst>
              <a:ext uri="{FF2B5EF4-FFF2-40B4-BE49-F238E27FC236}">
                <a16:creationId xmlns:a16="http://schemas.microsoft.com/office/drawing/2014/main" id="{DFCF93FA-E972-4A85-A517-B855E0264120}"/>
              </a:ext>
            </a:extLst>
          </p:cNvPr>
          <p:cNvSpPr/>
          <p:nvPr userDrawn="1"/>
        </p:nvSpPr>
        <p:spPr>
          <a:xfrm>
            <a:off x="33614" y="34271"/>
            <a:ext cx="10033092" cy="8727592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A69FDAA2-C4C2-483B-8EFB-E9C1A393BAE4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7F84B7E-5906-4A7D-9CD1-361258E4B7C4}"/>
              </a:ext>
            </a:extLst>
          </p:cNvPr>
          <p:cNvSpPr/>
          <p:nvPr userDrawn="1"/>
        </p:nvSpPr>
        <p:spPr>
          <a:xfrm>
            <a:off x="33615" y="34272"/>
            <a:ext cx="10033092" cy="579114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31BEB768-BAD4-42E5-B87A-45BF54548565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9" name="Border">
              <a:extLst>
                <a:ext uri="{FF2B5EF4-FFF2-40B4-BE49-F238E27FC236}">
                  <a16:creationId xmlns:a16="http://schemas.microsoft.com/office/drawing/2014/main" id="{1E47E8CD-3CC0-40D9-9AB9-BF3E48B29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Line 2">
              <a:extLst>
                <a:ext uri="{FF2B5EF4-FFF2-40B4-BE49-F238E27FC236}">
                  <a16:creationId xmlns:a16="http://schemas.microsoft.com/office/drawing/2014/main" id="{43FB5C98-7DB1-41AD-B3A8-B1C8FF736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Line 1">
              <a:extLst>
                <a:ext uri="{FF2B5EF4-FFF2-40B4-BE49-F238E27FC236}">
                  <a16:creationId xmlns:a16="http://schemas.microsoft.com/office/drawing/2014/main" id="{AAFD6BEE-3CA6-43DB-99F2-F3B3B7087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12B6FF9B-E740-43FE-8E8A-92B5B8C0F801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F7AD3A92-7D49-4E89-BE2F-6D1AAFFC3744}"/>
              </a:ext>
            </a:extLst>
          </p:cNvPr>
          <p:cNvSpPr/>
          <p:nvPr userDrawn="1"/>
        </p:nvSpPr>
        <p:spPr>
          <a:xfrm>
            <a:off x="8384010" y="202394"/>
            <a:ext cx="1656223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장바구니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로그인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CFB653E-C544-4C06-985B-0B3471F0F2F1}"/>
              </a:ext>
            </a:extLst>
          </p:cNvPr>
          <p:cNvSpPr/>
          <p:nvPr userDrawn="1"/>
        </p:nvSpPr>
        <p:spPr>
          <a:xfrm>
            <a:off x="1796228" y="196333"/>
            <a:ext cx="2987312" cy="25499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상품코드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, 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상품제목</a:t>
            </a:r>
            <a:endParaRPr lang="ko-KR" altLang="en-US" sz="90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25" name="그림 24">
            <a:extLst>
              <a:ext uri="{FF2B5EF4-FFF2-40B4-BE49-F238E27FC236}">
                <a16:creationId xmlns:a16="http://schemas.microsoft.com/office/drawing/2014/main" id="{FD52CA16-1E25-40D2-80DB-F29EB886C7C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562333" y="245079"/>
            <a:ext cx="157211" cy="1572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610156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p채널-기본틀 긴화면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F4B4FB9B-58EB-4F03-9723-A817BEF9F59C}"/>
              </a:ext>
            </a:extLst>
          </p:cNvPr>
          <p:cNvSpPr/>
          <p:nvPr userDrawn="1"/>
        </p:nvSpPr>
        <p:spPr>
          <a:xfrm>
            <a:off x="33614" y="34266"/>
            <a:ext cx="10033092" cy="1738745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099997B-8FB4-4C93-9FAC-04AEA2728FC7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1D90C15-C752-4BF0-B75D-FEA5EF532330}"/>
              </a:ext>
            </a:extLst>
          </p:cNvPr>
          <p:cNvSpPr/>
          <p:nvPr userDrawn="1"/>
        </p:nvSpPr>
        <p:spPr>
          <a:xfrm>
            <a:off x="33615" y="34272"/>
            <a:ext cx="10033092" cy="579114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40CAB197-5096-456B-B02A-A21F13AADCD3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55917A7B-F2F6-45FC-AE7F-3E1043468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28B20631-8F59-405C-9A9E-98E3C1898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C0E09567-F45D-4869-9927-D1CC9A421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5D81FC6-9C50-4018-A5F2-409F3E6ACFE9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900345C-ECD1-44A1-AD02-EF7EC9304F2B}"/>
              </a:ext>
            </a:extLst>
          </p:cNvPr>
          <p:cNvSpPr/>
          <p:nvPr userDrawn="1"/>
        </p:nvSpPr>
        <p:spPr>
          <a:xfrm>
            <a:off x="8384010" y="202394"/>
            <a:ext cx="1656223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장바구니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로그인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1E13B04-6291-46B5-ACA0-6AEC023E51EC}"/>
              </a:ext>
            </a:extLst>
          </p:cNvPr>
          <p:cNvSpPr/>
          <p:nvPr userDrawn="1"/>
        </p:nvSpPr>
        <p:spPr>
          <a:xfrm>
            <a:off x="1796228" y="196333"/>
            <a:ext cx="2987312" cy="25499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상품코드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, 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상품제목</a:t>
            </a:r>
            <a:endParaRPr lang="ko-KR" altLang="en-US" sz="90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3538A2BD-8D31-46E9-AB87-6A441385ACA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562333" y="245079"/>
            <a:ext cx="157211" cy="1572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5121574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170B9EBD-18BC-42A3-9178-2F492876FA9D}"/>
              </a:ext>
            </a:extLst>
          </p:cNvPr>
          <p:cNvSpPr/>
          <p:nvPr userDrawn="1"/>
        </p:nvSpPr>
        <p:spPr>
          <a:xfrm>
            <a:off x="33614" y="34267"/>
            <a:ext cx="10033092" cy="101198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E30A50C-A2C3-490F-A0BC-7D75F836698A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A527B30-1C27-4EB3-AB11-0BBE4DC970A6}"/>
              </a:ext>
            </a:extLst>
          </p:cNvPr>
          <p:cNvSpPr/>
          <p:nvPr userDrawn="1"/>
        </p:nvSpPr>
        <p:spPr>
          <a:xfrm>
            <a:off x="33615" y="34272"/>
            <a:ext cx="10033092" cy="579114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EC69F469-FF1E-4E17-94AA-01ADCF5EDCAA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C0418E6C-0E1A-4DDD-B83E-6014B7B8E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6DF8CDDA-9120-465D-954F-CC3D48730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ABC9D6A4-1E72-4643-94E6-118B19041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5E322E2-7A7E-44A9-BF7B-BF6F7039E9F0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E87F9CC-64B8-42C9-8F5C-1987FC550D0A}"/>
              </a:ext>
            </a:extLst>
          </p:cNvPr>
          <p:cNvSpPr/>
          <p:nvPr userDrawn="1"/>
        </p:nvSpPr>
        <p:spPr>
          <a:xfrm>
            <a:off x="8384010" y="202394"/>
            <a:ext cx="1656223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장바구니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로그인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FBA2EA3-42D8-435A-B09E-74677DF511D8}"/>
              </a:ext>
            </a:extLst>
          </p:cNvPr>
          <p:cNvSpPr/>
          <p:nvPr userDrawn="1"/>
        </p:nvSpPr>
        <p:spPr>
          <a:xfrm>
            <a:off x="1796228" y="196333"/>
            <a:ext cx="2987312" cy="25499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상품코드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, 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상품제목</a:t>
            </a:r>
            <a:endParaRPr lang="ko-KR" altLang="en-US" sz="90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E6E95DA6-CF75-4CF3-907D-8F01A5FEBBB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562333" y="455225"/>
            <a:ext cx="157211" cy="157211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627D7D44-0688-4178-9D4E-2513FB1349F0}"/>
              </a:ext>
            </a:extLst>
          </p:cNvPr>
          <p:cNvSpPr/>
          <p:nvPr userDrawn="1"/>
        </p:nvSpPr>
        <p:spPr>
          <a:xfrm>
            <a:off x="1349724" y="781010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B084CD4-C152-4EF8-8A45-E5B2C299CBBA}"/>
              </a:ext>
            </a:extLst>
          </p:cNvPr>
          <p:cNvSpPr/>
          <p:nvPr userDrawn="1"/>
        </p:nvSpPr>
        <p:spPr>
          <a:xfrm>
            <a:off x="9271395" y="769529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16" name="표 63">
            <a:extLst>
              <a:ext uri="{FF2B5EF4-FFF2-40B4-BE49-F238E27FC236}">
                <a16:creationId xmlns:a16="http://schemas.microsoft.com/office/drawing/2014/main" id="{CEDF2A89-8DE3-41D5-A5CE-D14FA1BB1EB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555516836"/>
              </p:ext>
            </p:extLst>
          </p:nvPr>
        </p:nvGraphicFramePr>
        <p:xfrm>
          <a:off x="108567" y="758058"/>
          <a:ext cx="9936421" cy="45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01924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8834497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AE6C1377-5F89-4A4D-94D8-567C6E31891F}"/>
              </a:ext>
            </a:extLst>
          </p:cNvPr>
          <p:cNvSpPr/>
          <p:nvPr userDrawn="1"/>
        </p:nvSpPr>
        <p:spPr>
          <a:xfrm>
            <a:off x="9273843" y="996748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EF5CF45B-BB76-47F8-9904-646390222486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877505985"/>
              </p:ext>
            </p:extLst>
          </p:nvPr>
        </p:nvGraphicFramePr>
        <p:xfrm>
          <a:off x="103811" y="1705654"/>
          <a:ext cx="9936422" cy="435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8760">
                  <a:extLst>
                    <a:ext uri="{9D8B030D-6E8A-4147-A177-3AD203B41FA5}">
                      <a16:colId xmlns:a16="http://schemas.microsoft.com/office/drawing/2014/main" val="401447903"/>
                    </a:ext>
                  </a:extLst>
                </a:gridCol>
                <a:gridCol w="8188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6256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1886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1465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1017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727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5263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주문일자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상세보기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관심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3431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792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545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3428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C20320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000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774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F20212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055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3425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Z20321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57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3424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086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936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3422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E20312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094304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EBD81181-B666-45E2-8919-F87A3A115586}"/>
              </a:ext>
            </a:extLst>
          </p:cNvPr>
          <p:cNvSpPr txBox="1"/>
          <p:nvPr userDrawn="1"/>
        </p:nvSpPr>
        <p:spPr>
          <a:xfrm>
            <a:off x="94598" y="1427018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pic>
        <p:nvPicPr>
          <p:cNvPr id="20" name="Picture 2">
            <a:extLst>
              <a:ext uri="{FF2B5EF4-FFF2-40B4-BE49-F238E27FC236}">
                <a16:creationId xmlns:a16="http://schemas.microsoft.com/office/drawing/2014/main" id="{99DFE8CE-713F-46FB-9B79-4A4833D6288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84892" y="6192738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1" name="그룹 20">
            <a:extLst>
              <a:ext uri="{FF2B5EF4-FFF2-40B4-BE49-F238E27FC236}">
                <a16:creationId xmlns:a16="http://schemas.microsoft.com/office/drawing/2014/main" id="{6EF365B8-FFAE-4D29-9721-5ADE2339610C}"/>
              </a:ext>
            </a:extLst>
          </p:cNvPr>
          <p:cNvGrpSpPr/>
          <p:nvPr userDrawn="1"/>
        </p:nvGrpSpPr>
        <p:grpSpPr>
          <a:xfrm>
            <a:off x="1479110" y="1875067"/>
            <a:ext cx="2414206" cy="338554"/>
            <a:chOff x="1237833" y="3417650"/>
            <a:chExt cx="1708480" cy="338554"/>
          </a:xfrm>
        </p:grpSpPr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AE98675B-B4D7-45E5-B594-7F05006DF113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4" name="Border">
                <a:extLst>
                  <a:ext uri="{FF2B5EF4-FFF2-40B4-BE49-F238E27FC236}">
                    <a16:creationId xmlns:a16="http://schemas.microsoft.com/office/drawing/2014/main" id="{B36B579B-D678-470F-B3CD-BEBD8016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" name="Line 2">
                <a:extLst>
                  <a:ext uri="{FF2B5EF4-FFF2-40B4-BE49-F238E27FC236}">
                    <a16:creationId xmlns:a16="http://schemas.microsoft.com/office/drawing/2014/main" id="{A33856D5-43AC-42CD-8BA5-A6D9EA348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" name="Line 1">
                <a:extLst>
                  <a:ext uri="{FF2B5EF4-FFF2-40B4-BE49-F238E27FC236}">
                    <a16:creationId xmlns:a16="http://schemas.microsoft.com/office/drawing/2014/main" id="{3336368B-3BDD-42CF-A4B3-F64101D6F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3472F121-B7C1-4888-AA44-1298D2A849A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751DE5F3-7E10-4121-B3D2-8D9C95E1DFC9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A1B984A6-6A61-424A-9A02-82929271DB1A}"/>
              </a:ext>
            </a:extLst>
          </p:cNvPr>
          <p:cNvGrpSpPr/>
          <p:nvPr userDrawn="1"/>
        </p:nvGrpSpPr>
        <p:grpSpPr>
          <a:xfrm>
            <a:off x="1470401" y="2209203"/>
            <a:ext cx="2414206" cy="338554"/>
            <a:chOff x="1237833" y="3417650"/>
            <a:chExt cx="1708480" cy="338554"/>
          </a:xfrm>
        </p:grpSpPr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CE8C31EB-8C2A-44B0-84EB-C21F4D694118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31" name="Border">
                <a:extLst>
                  <a:ext uri="{FF2B5EF4-FFF2-40B4-BE49-F238E27FC236}">
                    <a16:creationId xmlns:a16="http://schemas.microsoft.com/office/drawing/2014/main" id="{B64A6DC3-2515-44FE-A780-5F2257211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Line 2">
                <a:extLst>
                  <a:ext uri="{FF2B5EF4-FFF2-40B4-BE49-F238E27FC236}">
                    <a16:creationId xmlns:a16="http://schemas.microsoft.com/office/drawing/2014/main" id="{0403E6CD-63D9-42A9-950C-488EA1665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" name="Line 1">
                <a:extLst>
                  <a:ext uri="{FF2B5EF4-FFF2-40B4-BE49-F238E27FC236}">
                    <a16:creationId xmlns:a16="http://schemas.microsoft.com/office/drawing/2014/main" id="{27A395FE-DAD2-474D-93E4-0CCA27590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C14CD14-DB71-4BD6-BB85-038552D103B0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F442D45-11DC-48C4-91D8-F5DCCBF3364A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6B7A38BC-0C3F-480F-8935-815C87F11D2C}"/>
              </a:ext>
            </a:extLst>
          </p:cNvPr>
          <p:cNvGrpSpPr/>
          <p:nvPr userDrawn="1"/>
        </p:nvGrpSpPr>
        <p:grpSpPr>
          <a:xfrm>
            <a:off x="1475107" y="2545489"/>
            <a:ext cx="2414206" cy="338554"/>
            <a:chOff x="1237833" y="3417650"/>
            <a:chExt cx="1708480" cy="338554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A15DEE81-2B25-4181-825F-C6A7FE7D7AD8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38" name="Border">
                <a:extLst>
                  <a:ext uri="{FF2B5EF4-FFF2-40B4-BE49-F238E27FC236}">
                    <a16:creationId xmlns:a16="http://schemas.microsoft.com/office/drawing/2014/main" id="{CAAFF6C5-8021-470E-A874-A7F72DBE5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" name="Line 2">
                <a:extLst>
                  <a:ext uri="{FF2B5EF4-FFF2-40B4-BE49-F238E27FC236}">
                    <a16:creationId xmlns:a16="http://schemas.microsoft.com/office/drawing/2014/main" id="{5C423A07-DA54-4026-953E-FBAC31F4E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Line 1">
                <a:extLst>
                  <a:ext uri="{FF2B5EF4-FFF2-40B4-BE49-F238E27FC236}">
                    <a16:creationId xmlns:a16="http://schemas.microsoft.com/office/drawing/2014/main" id="{9165D1A2-8E40-4253-AF71-F442F7BCF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D951DE03-59A6-4290-BB50-FFB4A67DAD44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450FA930-7150-4AB4-8347-F79117465B36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D1ADBA65-C01A-4352-A72E-987C8432D343}"/>
              </a:ext>
            </a:extLst>
          </p:cNvPr>
          <p:cNvGrpSpPr/>
          <p:nvPr userDrawn="1"/>
        </p:nvGrpSpPr>
        <p:grpSpPr>
          <a:xfrm>
            <a:off x="1470401" y="2879625"/>
            <a:ext cx="2414206" cy="338554"/>
            <a:chOff x="1237833" y="3417650"/>
            <a:chExt cx="1708480" cy="338554"/>
          </a:xfrm>
        </p:grpSpPr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A13F4D2A-0849-4A9F-B752-D687795AB9EE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45" name="Border">
                <a:extLst>
                  <a:ext uri="{FF2B5EF4-FFF2-40B4-BE49-F238E27FC236}">
                    <a16:creationId xmlns:a16="http://schemas.microsoft.com/office/drawing/2014/main" id="{31524D4E-F343-477D-9753-0C5E8CC4F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Line 2">
                <a:extLst>
                  <a:ext uri="{FF2B5EF4-FFF2-40B4-BE49-F238E27FC236}">
                    <a16:creationId xmlns:a16="http://schemas.microsoft.com/office/drawing/2014/main" id="{1FF3E8C2-57CC-4346-8659-3F1477AA6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7" name="Line 1">
                <a:extLst>
                  <a:ext uri="{FF2B5EF4-FFF2-40B4-BE49-F238E27FC236}">
                    <a16:creationId xmlns:a16="http://schemas.microsoft.com/office/drawing/2014/main" id="{98BC1B6F-0776-4CD1-A57D-A386C76F5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DACFD7E2-5D20-4870-ABEA-6B5064ABD82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273ED183-9D1D-4BA5-B024-A27443B4F726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4F870966-EEC4-4A49-A1CF-F7C6C4D2844E}"/>
              </a:ext>
            </a:extLst>
          </p:cNvPr>
          <p:cNvGrpSpPr/>
          <p:nvPr userDrawn="1"/>
        </p:nvGrpSpPr>
        <p:grpSpPr>
          <a:xfrm>
            <a:off x="1461692" y="3213761"/>
            <a:ext cx="2414206" cy="338554"/>
            <a:chOff x="1237833" y="3417650"/>
            <a:chExt cx="1708480" cy="338554"/>
          </a:xfrm>
        </p:grpSpPr>
        <p:grpSp>
          <p:nvGrpSpPr>
            <p:cNvPr id="50" name="그룹 49">
              <a:extLst>
                <a:ext uri="{FF2B5EF4-FFF2-40B4-BE49-F238E27FC236}">
                  <a16:creationId xmlns:a16="http://schemas.microsoft.com/office/drawing/2014/main" id="{A8A676DD-92BB-4A39-8C60-40899429248A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52" name="Border">
                <a:extLst>
                  <a:ext uri="{FF2B5EF4-FFF2-40B4-BE49-F238E27FC236}">
                    <a16:creationId xmlns:a16="http://schemas.microsoft.com/office/drawing/2014/main" id="{F23EF72D-3525-4581-809D-BE93D6D67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3" name="Line 2">
                <a:extLst>
                  <a:ext uri="{FF2B5EF4-FFF2-40B4-BE49-F238E27FC236}">
                    <a16:creationId xmlns:a16="http://schemas.microsoft.com/office/drawing/2014/main" id="{B033E569-2E0C-4F8D-B169-67BEB2CC3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4" name="Line 1">
                <a:extLst>
                  <a:ext uri="{FF2B5EF4-FFF2-40B4-BE49-F238E27FC236}">
                    <a16:creationId xmlns:a16="http://schemas.microsoft.com/office/drawing/2014/main" id="{6CBA947F-C69D-4E65-ADAF-188902084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304217C4-CE46-4E64-9708-973135F5AFF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8CFE1BA8-046F-4C51-B501-ED526091E093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D1F673AA-A77A-410C-812F-AE3ED05B45E4}"/>
              </a:ext>
            </a:extLst>
          </p:cNvPr>
          <p:cNvGrpSpPr/>
          <p:nvPr userDrawn="1"/>
        </p:nvGrpSpPr>
        <p:grpSpPr>
          <a:xfrm>
            <a:off x="1466398" y="3550047"/>
            <a:ext cx="2414206" cy="338554"/>
            <a:chOff x="1237833" y="3417650"/>
            <a:chExt cx="1708480" cy="338554"/>
          </a:xfrm>
        </p:grpSpPr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D19984AE-1191-45DC-8553-CFB4B5958686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59" name="Border">
                <a:extLst>
                  <a:ext uri="{FF2B5EF4-FFF2-40B4-BE49-F238E27FC236}">
                    <a16:creationId xmlns:a16="http://schemas.microsoft.com/office/drawing/2014/main" id="{EAA117A8-6630-4A07-A68F-D873BB703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" name="Line 2">
                <a:extLst>
                  <a:ext uri="{FF2B5EF4-FFF2-40B4-BE49-F238E27FC236}">
                    <a16:creationId xmlns:a16="http://schemas.microsoft.com/office/drawing/2014/main" id="{2E8D0ACE-2E21-4F66-A73A-A59CF3723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" name="Line 1">
                <a:extLst>
                  <a:ext uri="{FF2B5EF4-FFF2-40B4-BE49-F238E27FC236}">
                    <a16:creationId xmlns:a16="http://schemas.microsoft.com/office/drawing/2014/main" id="{0C44A2A6-8917-4FE1-822F-C01DF19E0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E21102D2-F086-44EC-A1BE-119FEDB9DCC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0D8707D9-29B2-4328-BC37-98D968960D54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EC56BAAC-0368-49EC-B352-95117FD46640}"/>
              </a:ext>
            </a:extLst>
          </p:cNvPr>
          <p:cNvGrpSpPr/>
          <p:nvPr userDrawn="1"/>
        </p:nvGrpSpPr>
        <p:grpSpPr>
          <a:xfrm>
            <a:off x="1483113" y="3884974"/>
            <a:ext cx="2414206" cy="338554"/>
            <a:chOff x="1237833" y="3417650"/>
            <a:chExt cx="1708480" cy="338554"/>
          </a:xfrm>
        </p:grpSpPr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18F80D14-84AE-421F-B589-D334E1D03E79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66" name="Border">
                <a:extLst>
                  <a:ext uri="{FF2B5EF4-FFF2-40B4-BE49-F238E27FC236}">
                    <a16:creationId xmlns:a16="http://schemas.microsoft.com/office/drawing/2014/main" id="{4242EB12-4B20-42EC-8693-292100E69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7" name="Line 2">
                <a:extLst>
                  <a:ext uri="{FF2B5EF4-FFF2-40B4-BE49-F238E27FC236}">
                    <a16:creationId xmlns:a16="http://schemas.microsoft.com/office/drawing/2014/main" id="{B73D598B-67E4-4423-A649-6B4CA15FB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" name="Line 1">
                <a:extLst>
                  <a:ext uri="{FF2B5EF4-FFF2-40B4-BE49-F238E27FC236}">
                    <a16:creationId xmlns:a16="http://schemas.microsoft.com/office/drawing/2014/main" id="{34697CA2-C096-4C95-BB8D-9ED9FA5CA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37B60DA6-278F-4103-A2B0-32CDC98FB2C4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539D68C7-9938-4EA8-A230-713ED72F82C7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48C1D15C-EA29-4B9D-9E2A-DC5A11E200E4}"/>
              </a:ext>
            </a:extLst>
          </p:cNvPr>
          <p:cNvGrpSpPr/>
          <p:nvPr userDrawn="1"/>
        </p:nvGrpSpPr>
        <p:grpSpPr>
          <a:xfrm>
            <a:off x="1474404" y="4219110"/>
            <a:ext cx="2414206" cy="338554"/>
            <a:chOff x="1237833" y="3417650"/>
            <a:chExt cx="1708480" cy="338554"/>
          </a:xfrm>
        </p:grpSpPr>
        <p:grpSp>
          <p:nvGrpSpPr>
            <p:cNvPr id="71" name="그룹 70">
              <a:extLst>
                <a:ext uri="{FF2B5EF4-FFF2-40B4-BE49-F238E27FC236}">
                  <a16:creationId xmlns:a16="http://schemas.microsoft.com/office/drawing/2014/main" id="{16451909-D9B5-4579-8CB6-2146300E96D2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73" name="Border">
                <a:extLst>
                  <a:ext uri="{FF2B5EF4-FFF2-40B4-BE49-F238E27FC236}">
                    <a16:creationId xmlns:a16="http://schemas.microsoft.com/office/drawing/2014/main" id="{056A9C42-004D-44F0-84EF-A17F719A3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" name="Line 2">
                <a:extLst>
                  <a:ext uri="{FF2B5EF4-FFF2-40B4-BE49-F238E27FC236}">
                    <a16:creationId xmlns:a16="http://schemas.microsoft.com/office/drawing/2014/main" id="{661C6F82-694E-4DE3-9E9E-7B435C866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5" name="Line 1">
                <a:extLst>
                  <a:ext uri="{FF2B5EF4-FFF2-40B4-BE49-F238E27FC236}">
                    <a16:creationId xmlns:a16="http://schemas.microsoft.com/office/drawing/2014/main" id="{40A7F563-24C5-45E2-9649-05991D1C1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6FA0C139-2AB8-47BF-B75C-D220AA2F28D4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C9671CE3-EB83-4D52-A3E6-FEAC502EA7B7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F1CA3409-02B6-41FE-9A07-772D0EFE2614}"/>
              </a:ext>
            </a:extLst>
          </p:cNvPr>
          <p:cNvGrpSpPr/>
          <p:nvPr userDrawn="1"/>
        </p:nvGrpSpPr>
        <p:grpSpPr>
          <a:xfrm>
            <a:off x="1479110" y="4555396"/>
            <a:ext cx="2414206" cy="338554"/>
            <a:chOff x="1237833" y="3417650"/>
            <a:chExt cx="1708480" cy="338554"/>
          </a:xfrm>
        </p:grpSpPr>
        <p:grpSp>
          <p:nvGrpSpPr>
            <p:cNvPr id="78" name="그룹 77">
              <a:extLst>
                <a:ext uri="{FF2B5EF4-FFF2-40B4-BE49-F238E27FC236}">
                  <a16:creationId xmlns:a16="http://schemas.microsoft.com/office/drawing/2014/main" id="{F27CF87E-30EC-40BE-8EA7-6F8DD4E098A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80" name="Border">
                <a:extLst>
                  <a:ext uri="{FF2B5EF4-FFF2-40B4-BE49-F238E27FC236}">
                    <a16:creationId xmlns:a16="http://schemas.microsoft.com/office/drawing/2014/main" id="{10D62A37-43B5-4CBC-A6BD-76E23E8C0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1" name="Line 2">
                <a:extLst>
                  <a:ext uri="{FF2B5EF4-FFF2-40B4-BE49-F238E27FC236}">
                    <a16:creationId xmlns:a16="http://schemas.microsoft.com/office/drawing/2014/main" id="{CF06F2A8-8065-472E-B560-12820BB41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2" name="Line 1">
                <a:extLst>
                  <a:ext uri="{FF2B5EF4-FFF2-40B4-BE49-F238E27FC236}">
                    <a16:creationId xmlns:a16="http://schemas.microsoft.com/office/drawing/2014/main" id="{96130A8F-C6A7-4F95-AFAA-330CC03A4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81FB90B9-E784-426B-9D9B-32DEBE7A44E0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B7458C86-6305-4DA0-818C-76DF80A687A1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AFF57A1A-DB59-4B97-81ED-D3F5E106DC50}"/>
              </a:ext>
            </a:extLst>
          </p:cNvPr>
          <p:cNvGrpSpPr/>
          <p:nvPr userDrawn="1"/>
        </p:nvGrpSpPr>
        <p:grpSpPr>
          <a:xfrm>
            <a:off x="1483113" y="4892587"/>
            <a:ext cx="2414206" cy="338554"/>
            <a:chOff x="1237833" y="3417650"/>
            <a:chExt cx="1708480" cy="338554"/>
          </a:xfrm>
        </p:grpSpPr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1BBDE321-BEEA-4619-A2B8-42F68AD9B763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87" name="Border">
                <a:extLst>
                  <a:ext uri="{FF2B5EF4-FFF2-40B4-BE49-F238E27FC236}">
                    <a16:creationId xmlns:a16="http://schemas.microsoft.com/office/drawing/2014/main" id="{5E0D9E1D-1229-40F1-83BA-03AB1475B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8" name="Line 2">
                <a:extLst>
                  <a:ext uri="{FF2B5EF4-FFF2-40B4-BE49-F238E27FC236}">
                    <a16:creationId xmlns:a16="http://schemas.microsoft.com/office/drawing/2014/main" id="{A7404C8A-16FA-49EC-A334-149B622B9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" name="Line 1">
                <a:extLst>
                  <a:ext uri="{FF2B5EF4-FFF2-40B4-BE49-F238E27FC236}">
                    <a16:creationId xmlns:a16="http://schemas.microsoft.com/office/drawing/2014/main" id="{77D85C24-32E9-43C8-9B21-4F8A1C587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990584F2-33BA-4AE5-9D19-BBE401A944C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D4523811-D548-4472-9CE6-915E7BA3D907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96760D0D-91F5-4592-8008-64F847A9DB68}"/>
              </a:ext>
            </a:extLst>
          </p:cNvPr>
          <p:cNvGrpSpPr/>
          <p:nvPr userDrawn="1"/>
        </p:nvGrpSpPr>
        <p:grpSpPr>
          <a:xfrm>
            <a:off x="1474404" y="5226723"/>
            <a:ext cx="2414206" cy="338554"/>
            <a:chOff x="1237833" y="3417650"/>
            <a:chExt cx="1708480" cy="338554"/>
          </a:xfrm>
        </p:grpSpPr>
        <p:grpSp>
          <p:nvGrpSpPr>
            <p:cNvPr id="92" name="그룹 91">
              <a:extLst>
                <a:ext uri="{FF2B5EF4-FFF2-40B4-BE49-F238E27FC236}">
                  <a16:creationId xmlns:a16="http://schemas.microsoft.com/office/drawing/2014/main" id="{07E77B60-1F7C-403B-B054-BA394ED96E0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94" name="Border">
                <a:extLst>
                  <a:ext uri="{FF2B5EF4-FFF2-40B4-BE49-F238E27FC236}">
                    <a16:creationId xmlns:a16="http://schemas.microsoft.com/office/drawing/2014/main" id="{8564C279-B281-46F4-BA92-ADC71D408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5" name="Line 2">
                <a:extLst>
                  <a:ext uri="{FF2B5EF4-FFF2-40B4-BE49-F238E27FC236}">
                    <a16:creationId xmlns:a16="http://schemas.microsoft.com/office/drawing/2014/main" id="{589F3CC0-2180-42F1-B803-9625DF208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6" name="Line 1">
                <a:extLst>
                  <a:ext uri="{FF2B5EF4-FFF2-40B4-BE49-F238E27FC236}">
                    <a16:creationId xmlns:a16="http://schemas.microsoft.com/office/drawing/2014/main" id="{AB45D50E-CE3E-4AE4-B634-8EAB8A825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4BB43B8B-26C9-43F9-B8CD-66D2EA204AA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6CC1688C-1F20-4CCE-AAA7-85CB77EC3812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D68A30F7-3DDE-4C0E-A3BB-BD5B507C588F}"/>
              </a:ext>
            </a:extLst>
          </p:cNvPr>
          <p:cNvGrpSpPr/>
          <p:nvPr userDrawn="1"/>
        </p:nvGrpSpPr>
        <p:grpSpPr>
          <a:xfrm>
            <a:off x="1479110" y="5563009"/>
            <a:ext cx="2414206" cy="338554"/>
            <a:chOff x="1237833" y="3417650"/>
            <a:chExt cx="1708480" cy="338554"/>
          </a:xfrm>
        </p:grpSpPr>
        <p:grpSp>
          <p:nvGrpSpPr>
            <p:cNvPr id="99" name="그룹 98">
              <a:extLst>
                <a:ext uri="{FF2B5EF4-FFF2-40B4-BE49-F238E27FC236}">
                  <a16:creationId xmlns:a16="http://schemas.microsoft.com/office/drawing/2014/main" id="{58DCA8C4-3BDC-4416-8E82-D310FBC7FA1C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01" name="Border">
                <a:extLst>
                  <a:ext uri="{FF2B5EF4-FFF2-40B4-BE49-F238E27FC236}">
                    <a16:creationId xmlns:a16="http://schemas.microsoft.com/office/drawing/2014/main" id="{6A9F7281-383A-48DB-AA13-7691C17BE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2" name="Line 2">
                <a:extLst>
                  <a:ext uri="{FF2B5EF4-FFF2-40B4-BE49-F238E27FC236}">
                    <a16:creationId xmlns:a16="http://schemas.microsoft.com/office/drawing/2014/main" id="{82DF876D-988E-4F94-A844-DD4DC3012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3" name="Line 1">
                <a:extLst>
                  <a:ext uri="{FF2B5EF4-FFF2-40B4-BE49-F238E27FC236}">
                    <a16:creationId xmlns:a16="http://schemas.microsoft.com/office/drawing/2014/main" id="{C3D29BEA-AAD6-481D-9168-877B40C86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27CAF52E-5492-413E-91B3-1BBE79FDAB4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308B65F7-E14B-492A-9EF8-99388D5C524D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F3A7175F-13BC-4512-A270-1375A0D28745}"/>
              </a:ext>
            </a:extLst>
          </p:cNvPr>
          <p:cNvSpPr/>
          <p:nvPr userDrawn="1"/>
        </p:nvSpPr>
        <p:spPr>
          <a:xfrm>
            <a:off x="8938303" y="1971400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C65A0D5A-ECF1-402A-BEFA-D0DBFE5156A0}"/>
              </a:ext>
            </a:extLst>
          </p:cNvPr>
          <p:cNvSpPr/>
          <p:nvPr userDrawn="1"/>
        </p:nvSpPr>
        <p:spPr>
          <a:xfrm>
            <a:off x="8938303" y="2305536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74703792-8850-4051-BB92-A116FC98283C}"/>
              </a:ext>
            </a:extLst>
          </p:cNvPr>
          <p:cNvSpPr/>
          <p:nvPr userDrawn="1"/>
        </p:nvSpPr>
        <p:spPr>
          <a:xfrm>
            <a:off x="8938303" y="264182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C36C745-75C4-4BCB-9612-18F1C0DD03DC}"/>
              </a:ext>
            </a:extLst>
          </p:cNvPr>
          <p:cNvSpPr/>
          <p:nvPr userDrawn="1"/>
        </p:nvSpPr>
        <p:spPr>
          <a:xfrm>
            <a:off x="8938303" y="2972626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8CBF60DB-357A-41D1-B072-3FB467A4EFF1}"/>
              </a:ext>
            </a:extLst>
          </p:cNvPr>
          <p:cNvSpPr/>
          <p:nvPr userDrawn="1"/>
        </p:nvSpPr>
        <p:spPr>
          <a:xfrm>
            <a:off x="8938303" y="330676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1E76423A-7BA7-4507-8B94-7818FB0EB54C}"/>
              </a:ext>
            </a:extLst>
          </p:cNvPr>
          <p:cNvSpPr/>
          <p:nvPr userDrawn="1"/>
        </p:nvSpPr>
        <p:spPr>
          <a:xfrm>
            <a:off x="8938303" y="364304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7F0E496B-31C2-431D-A060-EF8B203CB2A7}"/>
              </a:ext>
            </a:extLst>
          </p:cNvPr>
          <p:cNvSpPr/>
          <p:nvPr userDrawn="1"/>
        </p:nvSpPr>
        <p:spPr>
          <a:xfrm>
            <a:off x="8931106" y="3975445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BAA63CF8-D87D-4E8E-A80D-D46B273C9AC4}"/>
              </a:ext>
            </a:extLst>
          </p:cNvPr>
          <p:cNvSpPr/>
          <p:nvPr userDrawn="1"/>
        </p:nvSpPr>
        <p:spPr>
          <a:xfrm>
            <a:off x="8931106" y="4309581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EA0D024E-9848-4613-B208-D2B79D664192}"/>
              </a:ext>
            </a:extLst>
          </p:cNvPr>
          <p:cNvSpPr/>
          <p:nvPr userDrawn="1"/>
        </p:nvSpPr>
        <p:spPr>
          <a:xfrm>
            <a:off x="8931106" y="464586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1136E778-DAEC-43D3-B510-79A8844D5342}"/>
              </a:ext>
            </a:extLst>
          </p:cNvPr>
          <p:cNvSpPr/>
          <p:nvPr userDrawn="1"/>
        </p:nvSpPr>
        <p:spPr>
          <a:xfrm>
            <a:off x="8931106" y="4976671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7B1A28F6-72B0-4658-A703-B4F0A8D7C8C3}"/>
              </a:ext>
            </a:extLst>
          </p:cNvPr>
          <p:cNvSpPr/>
          <p:nvPr userDrawn="1"/>
        </p:nvSpPr>
        <p:spPr>
          <a:xfrm>
            <a:off x="8931106" y="531080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30F6C18B-F513-4E67-B5A1-3807462DC4EB}"/>
              </a:ext>
            </a:extLst>
          </p:cNvPr>
          <p:cNvSpPr/>
          <p:nvPr userDrawn="1"/>
        </p:nvSpPr>
        <p:spPr>
          <a:xfrm>
            <a:off x="8931106" y="564709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</p:spTree>
    <p:extLst>
      <p:ext uri="{BB962C8B-B14F-4D97-AF65-F5344CB8AC3E}">
        <p14:creationId xmlns:p14="http://schemas.microsoft.com/office/powerpoint/2010/main" val="550218229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0A659212-C69D-40F0-B934-F362729067D4}"/>
              </a:ext>
            </a:extLst>
          </p:cNvPr>
          <p:cNvSpPr/>
          <p:nvPr userDrawn="1"/>
        </p:nvSpPr>
        <p:spPr>
          <a:xfrm>
            <a:off x="33614" y="34269"/>
            <a:ext cx="10033092" cy="11138555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65B16BE-25FA-4001-A565-DD2345A2FCF4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57A9A69-C17A-4CFF-A576-C6EDA53A63AE}"/>
              </a:ext>
            </a:extLst>
          </p:cNvPr>
          <p:cNvSpPr/>
          <p:nvPr userDrawn="1"/>
        </p:nvSpPr>
        <p:spPr>
          <a:xfrm>
            <a:off x="33615" y="34272"/>
            <a:ext cx="10033092" cy="579114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077E3D72-5000-4D59-BE8A-42901F7C6F19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C8546F37-4316-4E19-B10B-183CB0315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4274DFF0-B5A8-4409-B77D-8C6985BDA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B5F6312B-1B37-403D-A3F4-A657763C8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0DCD3EB-8462-411E-B143-02F9D7AAB71C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D3A420F-2196-437C-B0C8-1CB1027BBCD3}"/>
              </a:ext>
            </a:extLst>
          </p:cNvPr>
          <p:cNvSpPr/>
          <p:nvPr userDrawn="1"/>
        </p:nvSpPr>
        <p:spPr>
          <a:xfrm>
            <a:off x="8384010" y="202394"/>
            <a:ext cx="1656223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장바구니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로그인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F6FCC0F-B8D8-412F-95BA-ECBB4725578E}"/>
              </a:ext>
            </a:extLst>
          </p:cNvPr>
          <p:cNvSpPr/>
          <p:nvPr userDrawn="1"/>
        </p:nvSpPr>
        <p:spPr>
          <a:xfrm>
            <a:off x="1796228" y="196333"/>
            <a:ext cx="2987312" cy="25499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상품코드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, 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상품제목</a:t>
            </a:r>
            <a:endParaRPr lang="ko-KR" altLang="en-US" sz="90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B684B3DB-7CED-42C3-9729-E9B4AD24EEB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562333" y="245079"/>
            <a:ext cx="157211" cy="157211"/>
          </a:xfrm>
          <a:prstGeom prst="rect">
            <a:avLst/>
          </a:prstGeom>
        </p:spPr>
      </p:pic>
      <p:graphicFrame>
        <p:nvGraphicFramePr>
          <p:cNvPr id="14" name="표 95">
            <a:extLst>
              <a:ext uri="{FF2B5EF4-FFF2-40B4-BE49-F238E27FC236}">
                <a16:creationId xmlns:a16="http://schemas.microsoft.com/office/drawing/2014/main" id="{BB58AB67-72C4-4449-937B-6DF9B4FB31D6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804697711"/>
              </p:ext>
            </p:extLst>
          </p:nvPr>
        </p:nvGraphicFramePr>
        <p:xfrm>
          <a:off x="33613" y="10565623"/>
          <a:ext cx="10033092" cy="607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033092">
                  <a:extLst>
                    <a:ext uri="{9D8B030D-6E8A-4147-A177-3AD203B41FA5}">
                      <a16:colId xmlns:a16="http://schemas.microsoft.com/office/drawing/2014/main" val="89235589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just" latinLnBrk="1"/>
                      <a:r>
                        <a:rPr lang="ko-KR" altLang="en-US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                                                                                                                                                                                                                                      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Me9 Market    </a:t>
                      </a:r>
                      <a:r>
                        <a:rPr lang="en-US" altLang="ko-KR" sz="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|     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공지사항   </a:t>
                      </a:r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35955"/>
                  </a:ext>
                </a:extLst>
              </a:tr>
              <a:tr h="3938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/>
                        <a:t>© Shop </a:t>
                      </a:r>
                      <a:r>
                        <a:rPr lang="ko-KR" altLang="en-US" sz="900" dirty="0" err="1"/>
                        <a:t>채널명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All Rights Reserved.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9122011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2BF5E474-FD31-4131-AE57-2623D5023CD1}"/>
              </a:ext>
            </a:extLst>
          </p:cNvPr>
          <p:cNvSpPr txBox="1"/>
          <p:nvPr userDrawn="1"/>
        </p:nvSpPr>
        <p:spPr>
          <a:xfrm>
            <a:off x="4631022" y="871059"/>
            <a:ext cx="85472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주문 관리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5B36AB8A-7AE1-470A-AC01-603C1C0C326C}"/>
              </a:ext>
            </a:extLst>
          </p:cNvPr>
          <p:cNvCxnSpPr>
            <a:cxnSpLocks/>
          </p:cNvCxnSpPr>
          <p:nvPr userDrawn="1"/>
        </p:nvCxnSpPr>
        <p:spPr>
          <a:xfrm>
            <a:off x="1481667" y="1314226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표 4">
            <a:extLst>
              <a:ext uri="{FF2B5EF4-FFF2-40B4-BE49-F238E27FC236}">
                <a16:creationId xmlns:a16="http://schemas.microsoft.com/office/drawing/2014/main" id="{58F01D02-FA65-4B02-8FAF-BB09973B6DB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277349957"/>
              </p:ext>
            </p:extLst>
          </p:nvPr>
        </p:nvGraphicFramePr>
        <p:xfrm>
          <a:off x="1481667" y="1480395"/>
          <a:ext cx="7315200" cy="32185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828800">
                  <a:extLst>
                    <a:ext uri="{9D8B030D-6E8A-4147-A177-3AD203B41FA5}">
                      <a16:colId xmlns:a16="http://schemas.microsoft.com/office/drawing/2014/main" val="3306315618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3684204346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1934738033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189309699"/>
                    </a:ext>
                  </a:extLst>
                </a:gridCol>
              </a:tblGrid>
              <a:tr h="32185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주문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취소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반품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교환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5709569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8A5193C4-AD2D-4126-A101-1EDF68FE0F2F}"/>
              </a:ext>
            </a:extLst>
          </p:cNvPr>
          <p:cNvSpPr/>
          <p:nvPr userDrawn="1"/>
        </p:nvSpPr>
        <p:spPr>
          <a:xfrm>
            <a:off x="2607660" y="2029542"/>
            <a:ext cx="788807" cy="321855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최근 </a:t>
            </a:r>
            <a:r>
              <a:rPr lang="en-US" altLang="ko-KR" sz="800" b="1" dirty="0">
                <a:solidFill>
                  <a:schemeClr val="bg1"/>
                </a:solidFill>
              </a:rPr>
              <a:t>1</a:t>
            </a:r>
            <a:r>
              <a:rPr lang="ko-KR" altLang="en-US" sz="800" b="1" dirty="0">
                <a:solidFill>
                  <a:schemeClr val="bg1"/>
                </a:solidFill>
              </a:rPr>
              <a:t>개월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57AAE9C-EB0E-48CF-9F62-A00628587845}"/>
              </a:ext>
            </a:extLst>
          </p:cNvPr>
          <p:cNvSpPr/>
          <p:nvPr userDrawn="1"/>
        </p:nvSpPr>
        <p:spPr>
          <a:xfrm>
            <a:off x="3396467" y="2029542"/>
            <a:ext cx="788806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최근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개월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0587B6D-BC24-4874-AB31-D3C2A0D43874}"/>
              </a:ext>
            </a:extLst>
          </p:cNvPr>
          <p:cNvSpPr/>
          <p:nvPr userDrawn="1"/>
        </p:nvSpPr>
        <p:spPr>
          <a:xfrm>
            <a:off x="4185273" y="2029542"/>
            <a:ext cx="724713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최근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6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개월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83DA57E-B477-4C33-B7D2-52369830FBDD}"/>
              </a:ext>
            </a:extLst>
          </p:cNvPr>
          <p:cNvSpPr/>
          <p:nvPr userDrawn="1"/>
        </p:nvSpPr>
        <p:spPr>
          <a:xfrm>
            <a:off x="4909986" y="2029542"/>
            <a:ext cx="724713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최근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년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0D42E17-8ECE-4CC2-9A65-0C643A7E8656}"/>
              </a:ext>
            </a:extLst>
          </p:cNvPr>
          <p:cNvSpPr/>
          <p:nvPr userDrawn="1"/>
        </p:nvSpPr>
        <p:spPr>
          <a:xfrm>
            <a:off x="5733879" y="2029542"/>
            <a:ext cx="2609448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AE7001F-7499-4A58-9B62-722F8206397E}"/>
              </a:ext>
            </a:extLst>
          </p:cNvPr>
          <p:cNvSpPr txBox="1"/>
          <p:nvPr userDrawn="1"/>
        </p:nvSpPr>
        <p:spPr>
          <a:xfrm>
            <a:off x="5763375" y="2085914"/>
            <a:ext cx="59503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주문기간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6BC38A5-9F6C-43D2-8375-9D1FFB8EB443}"/>
              </a:ext>
            </a:extLst>
          </p:cNvPr>
          <p:cNvSpPr/>
          <p:nvPr userDrawn="1"/>
        </p:nvSpPr>
        <p:spPr>
          <a:xfrm>
            <a:off x="6330693" y="2089609"/>
            <a:ext cx="609315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25" name="그림 24">
            <a:extLst>
              <a:ext uri="{FF2B5EF4-FFF2-40B4-BE49-F238E27FC236}">
                <a16:creationId xmlns:a16="http://schemas.microsoft.com/office/drawing/2014/main" id="{FD93F2F0-832C-4024-AE29-6D1A7063F81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65410" y="2081678"/>
            <a:ext cx="200163" cy="207177"/>
          </a:xfrm>
          <a:prstGeom prst="rect">
            <a:avLst/>
          </a:prstGeom>
          <a:ln w="6350">
            <a:noFill/>
          </a:ln>
        </p:spPr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42AB8EC0-F0D0-4001-9E7E-7D952323E05F}"/>
              </a:ext>
            </a:extLst>
          </p:cNvPr>
          <p:cNvSpPr txBox="1"/>
          <p:nvPr userDrawn="1"/>
        </p:nvSpPr>
        <p:spPr>
          <a:xfrm>
            <a:off x="7113131" y="2066412"/>
            <a:ext cx="26481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/>
              <a:t>~</a:t>
            </a:r>
            <a:endParaRPr lang="ko-KR" altLang="en-US" sz="900" dirty="0"/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6EB8965-8A4E-4104-855D-75D63A260649}"/>
              </a:ext>
            </a:extLst>
          </p:cNvPr>
          <p:cNvSpPr/>
          <p:nvPr userDrawn="1"/>
        </p:nvSpPr>
        <p:spPr>
          <a:xfrm>
            <a:off x="7339481" y="2089609"/>
            <a:ext cx="606992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28" name="그림 27">
            <a:extLst>
              <a:ext uri="{FF2B5EF4-FFF2-40B4-BE49-F238E27FC236}">
                <a16:creationId xmlns:a16="http://schemas.microsoft.com/office/drawing/2014/main" id="{09A7AE6D-57FC-4FAE-8389-6DC75B10884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74197" y="2081678"/>
            <a:ext cx="200163" cy="207177"/>
          </a:xfrm>
          <a:prstGeom prst="rect">
            <a:avLst/>
          </a:prstGeom>
          <a:ln w="6350">
            <a:noFill/>
          </a:ln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D5194382-B6F5-4557-9DA9-6D976C86ECEF}"/>
              </a:ext>
            </a:extLst>
          </p:cNvPr>
          <p:cNvSpPr/>
          <p:nvPr userDrawn="1"/>
        </p:nvSpPr>
        <p:spPr>
          <a:xfrm>
            <a:off x="8343327" y="2029543"/>
            <a:ext cx="453540" cy="3242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조회</a:t>
            </a: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BF534354-CF65-4CA9-8EBC-263762752871}"/>
              </a:ext>
            </a:extLst>
          </p:cNvPr>
          <p:cNvCxnSpPr>
            <a:cxnSpLocks/>
          </p:cNvCxnSpPr>
          <p:nvPr userDrawn="1"/>
        </p:nvCxnSpPr>
        <p:spPr>
          <a:xfrm>
            <a:off x="1522542" y="2582065"/>
            <a:ext cx="7323667" cy="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1" name="표 13">
            <a:extLst>
              <a:ext uri="{FF2B5EF4-FFF2-40B4-BE49-F238E27FC236}">
                <a16:creationId xmlns:a16="http://schemas.microsoft.com/office/drawing/2014/main" id="{C7B3B5AA-22FE-4C73-A9C7-EA8510B928C7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173153718"/>
              </p:ext>
            </p:extLst>
          </p:nvPr>
        </p:nvGraphicFramePr>
        <p:xfrm>
          <a:off x="1531009" y="2945216"/>
          <a:ext cx="7384638" cy="14935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1359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3657213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117488308"/>
                    </a:ext>
                  </a:extLst>
                </a:gridCol>
                <a:gridCol w="952449">
                  <a:extLst>
                    <a:ext uri="{9D8B030D-6E8A-4147-A177-3AD203B41FA5}">
                      <a16:colId xmlns:a16="http://schemas.microsoft.com/office/drawing/2014/main" val="2417053123"/>
                    </a:ext>
                  </a:extLst>
                </a:gridCol>
                <a:gridCol w="952449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792888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6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결제 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배송 준비중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900" b="1" dirty="0"/>
                        <a:t>1,000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4933101"/>
                  </a:ext>
                </a:extLst>
              </a:tr>
            </a:tbl>
          </a:graphicData>
        </a:graphic>
      </p:graphicFrame>
      <p:grpSp>
        <p:nvGrpSpPr>
          <p:cNvPr id="32" name="그룹 31">
            <a:extLst>
              <a:ext uri="{FF2B5EF4-FFF2-40B4-BE49-F238E27FC236}">
                <a16:creationId xmlns:a16="http://schemas.microsoft.com/office/drawing/2014/main" id="{8647A8B7-2170-456E-9D5D-6B59086B85DB}"/>
              </a:ext>
            </a:extLst>
          </p:cNvPr>
          <p:cNvGrpSpPr/>
          <p:nvPr userDrawn="1"/>
        </p:nvGrpSpPr>
        <p:grpSpPr>
          <a:xfrm>
            <a:off x="2469526" y="3258690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33" name="Border">
              <a:extLst>
                <a:ext uri="{FF2B5EF4-FFF2-40B4-BE49-F238E27FC236}">
                  <a16:creationId xmlns:a16="http://schemas.microsoft.com/office/drawing/2014/main" id="{8B474186-054B-493D-9D20-DFDBE3ED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" name="Line 2">
              <a:extLst>
                <a:ext uri="{FF2B5EF4-FFF2-40B4-BE49-F238E27FC236}">
                  <a16:creationId xmlns:a16="http://schemas.microsoft.com/office/drawing/2014/main" id="{C3414821-C7FB-421A-AB46-DD36C2D40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" name="Line 1">
              <a:extLst>
                <a:ext uri="{FF2B5EF4-FFF2-40B4-BE49-F238E27FC236}">
                  <a16:creationId xmlns:a16="http://schemas.microsoft.com/office/drawing/2014/main" id="{8269302B-F847-457C-B1B7-C25804DDD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FDE7412-B989-4271-A2F0-62C1F39A5B72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941B607-4794-4C30-B7DF-0DBC16510993}"/>
              </a:ext>
            </a:extLst>
          </p:cNvPr>
          <p:cNvSpPr/>
          <p:nvPr userDrawn="1"/>
        </p:nvSpPr>
        <p:spPr>
          <a:xfrm>
            <a:off x="3179955" y="3258690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53DCB07-2BD7-4A71-ABAA-0A35722D16C2}"/>
              </a:ext>
            </a:extLst>
          </p:cNvPr>
          <p:cNvSpPr/>
          <p:nvPr userDrawn="1"/>
        </p:nvSpPr>
        <p:spPr>
          <a:xfrm>
            <a:off x="3176407" y="3906055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2  /  1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4727AB72-97C6-43E2-B3A3-7BDDBE23578B}"/>
              </a:ext>
            </a:extLst>
          </p:cNvPr>
          <p:cNvGrpSpPr/>
          <p:nvPr userDrawn="1"/>
        </p:nvGrpSpPr>
        <p:grpSpPr>
          <a:xfrm>
            <a:off x="2465978" y="3881501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40" name="Border">
              <a:extLst>
                <a:ext uri="{FF2B5EF4-FFF2-40B4-BE49-F238E27FC236}">
                  <a16:creationId xmlns:a16="http://schemas.microsoft.com/office/drawing/2014/main" id="{C471614A-037D-4FD4-9BAD-953B535C1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" name="Line 2">
              <a:extLst>
                <a:ext uri="{FF2B5EF4-FFF2-40B4-BE49-F238E27FC236}">
                  <a16:creationId xmlns:a16="http://schemas.microsoft.com/office/drawing/2014/main" id="{8FF317D7-B87B-42D4-987F-843ED103E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" name="Line 1">
              <a:extLst>
                <a:ext uri="{FF2B5EF4-FFF2-40B4-BE49-F238E27FC236}">
                  <a16:creationId xmlns:a16="http://schemas.microsoft.com/office/drawing/2014/main" id="{AAE74C73-CCD9-4B4C-8706-3DCFE2B21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800FCF07-2A2C-4DA2-9127-BEC70B2C571D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FE678187-1299-4F50-8937-8ABFA7D3EC90}"/>
              </a:ext>
            </a:extLst>
          </p:cNvPr>
          <p:cNvSpPr txBox="1"/>
          <p:nvPr userDrawn="1"/>
        </p:nvSpPr>
        <p:spPr>
          <a:xfrm>
            <a:off x="1452189" y="2714797"/>
            <a:ext cx="201529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2024.10.14  |  </a:t>
            </a:r>
            <a:r>
              <a:rPr lang="ko-KR" altLang="en-US" sz="800" dirty="0"/>
              <a:t>주문번호</a:t>
            </a:r>
            <a:r>
              <a:rPr lang="en-US" altLang="ko-KR" sz="800" dirty="0"/>
              <a:t>:</a:t>
            </a:r>
            <a:r>
              <a:rPr lang="ko-KR" altLang="en-US" sz="800" dirty="0"/>
              <a:t> </a:t>
            </a:r>
            <a:r>
              <a:rPr lang="en-US" altLang="ko-KR" sz="800" dirty="0"/>
              <a:t>Me9-00929423</a:t>
            </a:r>
            <a:endParaRPr lang="ko-KR" altLang="en-US" sz="800" dirty="0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CB3DCD2-8C49-41FE-A52B-CDE362A43498}"/>
              </a:ext>
            </a:extLst>
          </p:cNvPr>
          <p:cNvSpPr/>
          <p:nvPr userDrawn="1"/>
        </p:nvSpPr>
        <p:spPr>
          <a:xfrm>
            <a:off x="8119034" y="3379192"/>
            <a:ext cx="666792" cy="21385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취소신청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1EC430E-700F-40FA-ADE6-E038E613F20C}"/>
              </a:ext>
            </a:extLst>
          </p:cNvPr>
          <p:cNvSpPr/>
          <p:nvPr userDrawn="1"/>
        </p:nvSpPr>
        <p:spPr>
          <a:xfrm>
            <a:off x="1493716" y="2034446"/>
            <a:ext cx="1014763" cy="3169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주문상태 전체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154DCA1E-CE80-47D1-8F41-924E54F01F2F}"/>
              </a:ext>
            </a:extLst>
          </p:cNvPr>
          <p:cNvSpPr/>
          <p:nvPr userDrawn="1"/>
        </p:nvSpPr>
        <p:spPr>
          <a:xfrm>
            <a:off x="8119034" y="7359053"/>
            <a:ext cx="666792" cy="213852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구매확정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5AC0F015-BFF5-4C0D-9C62-335F1FB77F16}"/>
              </a:ext>
            </a:extLst>
          </p:cNvPr>
          <p:cNvSpPr/>
          <p:nvPr userDrawn="1"/>
        </p:nvSpPr>
        <p:spPr>
          <a:xfrm>
            <a:off x="8040260" y="8753911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구매확정일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8E1AA84A-64D3-4592-ABFE-92899532C029}"/>
              </a:ext>
            </a:extLst>
          </p:cNvPr>
          <p:cNvSpPr txBox="1"/>
          <p:nvPr userDrawn="1"/>
        </p:nvSpPr>
        <p:spPr>
          <a:xfrm>
            <a:off x="7209744" y="4512961"/>
            <a:ext cx="166103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무료배송</a:t>
            </a:r>
            <a:r>
              <a:rPr lang="en-US" altLang="ko-KR" sz="800" dirty="0"/>
              <a:t>  |  </a:t>
            </a:r>
            <a:r>
              <a:rPr lang="ko-KR" altLang="en-US" sz="800" dirty="0"/>
              <a:t>판매자 문의하기 ▷</a:t>
            </a:r>
          </a:p>
        </p:txBody>
      </p:sp>
      <p:graphicFrame>
        <p:nvGraphicFramePr>
          <p:cNvPr id="51" name="표 13">
            <a:extLst>
              <a:ext uri="{FF2B5EF4-FFF2-40B4-BE49-F238E27FC236}">
                <a16:creationId xmlns:a16="http://schemas.microsoft.com/office/drawing/2014/main" id="{5B19743B-F3C2-47D2-ABF4-A98999CBACD2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226698006"/>
              </p:ext>
            </p:extLst>
          </p:nvPr>
        </p:nvGraphicFramePr>
        <p:xfrm>
          <a:off x="1531009" y="5098194"/>
          <a:ext cx="7315200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43481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3390999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751414510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3916658608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117488308"/>
                    </a:ext>
                  </a:extLst>
                </a:gridCol>
                <a:gridCol w="963843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802373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7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배송 중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</a:tbl>
          </a:graphicData>
        </a:graphic>
      </p:graphicFrame>
      <p:grpSp>
        <p:nvGrpSpPr>
          <p:cNvPr id="52" name="그룹 51">
            <a:extLst>
              <a:ext uri="{FF2B5EF4-FFF2-40B4-BE49-F238E27FC236}">
                <a16:creationId xmlns:a16="http://schemas.microsoft.com/office/drawing/2014/main" id="{18530C41-0018-4827-97C6-64DD37DD4581}"/>
              </a:ext>
            </a:extLst>
          </p:cNvPr>
          <p:cNvGrpSpPr/>
          <p:nvPr userDrawn="1"/>
        </p:nvGrpSpPr>
        <p:grpSpPr>
          <a:xfrm>
            <a:off x="2469526" y="5411668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53" name="Border">
              <a:extLst>
                <a:ext uri="{FF2B5EF4-FFF2-40B4-BE49-F238E27FC236}">
                  <a16:creationId xmlns:a16="http://schemas.microsoft.com/office/drawing/2014/main" id="{78FE6E15-064E-40CA-9D9F-9544EBCE1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" name="Line 2">
              <a:extLst>
                <a:ext uri="{FF2B5EF4-FFF2-40B4-BE49-F238E27FC236}">
                  <a16:creationId xmlns:a16="http://schemas.microsoft.com/office/drawing/2014/main" id="{404500F9-2459-4068-9E9A-8CF525F43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" name="Line 1">
              <a:extLst>
                <a:ext uri="{FF2B5EF4-FFF2-40B4-BE49-F238E27FC236}">
                  <a16:creationId xmlns:a16="http://schemas.microsoft.com/office/drawing/2014/main" id="{90BD3B18-4660-41C7-BA23-DFAAC3CAF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FE3573A-5DCA-4A60-9A41-580FD2336C62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CDE4F320-E7DF-400A-AAB0-5FA68DE57235}"/>
              </a:ext>
            </a:extLst>
          </p:cNvPr>
          <p:cNvSpPr/>
          <p:nvPr userDrawn="1"/>
        </p:nvSpPr>
        <p:spPr>
          <a:xfrm>
            <a:off x="3179955" y="5411668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B1C3A1CE-ABDC-409A-81D8-462E5E4DB484}"/>
              </a:ext>
            </a:extLst>
          </p:cNvPr>
          <p:cNvSpPr txBox="1"/>
          <p:nvPr userDrawn="1"/>
        </p:nvSpPr>
        <p:spPr>
          <a:xfrm>
            <a:off x="1452189" y="4867775"/>
            <a:ext cx="201529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2024.10.12  |  </a:t>
            </a:r>
            <a:r>
              <a:rPr lang="ko-KR" altLang="en-US" sz="800" dirty="0"/>
              <a:t>주문번호</a:t>
            </a:r>
            <a:r>
              <a:rPr lang="en-US" altLang="ko-KR" sz="800" dirty="0"/>
              <a:t>:</a:t>
            </a:r>
            <a:r>
              <a:rPr lang="ko-KR" altLang="en-US" sz="800" dirty="0"/>
              <a:t> </a:t>
            </a:r>
            <a:r>
              <a:rPr lang="en-US" altLang="ko-KR" sz="800" dirty="0"/>
              <a:t>Me9-00929111</a:t>
            </a:r>
            <a:endParaRPr lang="ko-KR" altLang="en-US" sz="800" dirty="0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27084E9C-17F3-42AE-8231-8C85A80EE39F}"/>
              </a:ext>
            </a:extLst>
          </p:cNvPr>
          <p:cNvSpPr/>
          <p:nvPr userDrawn="1"/>
        </p:nvSpPr>
        <p:spPr>
          <a:xfrm>
            <a:off x="8119034" y="5527772"/>
            <a:ext cx="666792" cy="21385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반품신청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38214F7-9AF8-43F4-B375-579AB0AAF868}"/>
              </a:ext>
            </a:extLst>
          </p:cNvPr>
          <p:cNvSpPr txBox="1"/>
          <p:nvPr userDrawn="1"/>
        </p:nvSpPr>
        <p:spPr>
          <a:xfrm>
            <a:off x="6568816" y="5996442"/>
            <a:ext cx="23807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30,000</a:t>
            </a:r>
            <a:r>
              <a:rPr lang="ko-KR" altLang="en-US" sz="800" dirty="0"/>
              <a:t>원 미만 </a:t>
            </a:r>
            <a:r>
              <a:rPr lang="en-US" altLang="ko-KR" sz="800" dirty="0"/>
              <a:t>: 2,500 </a:t>
            </a:r>
            <a:r>
              <a:rPr lang="ko-KR" altLang="en-US" sz="800" dirty="0"/>
              <a:t>원</a:t>
            </a:r>
            <a:r>
              <a:rPr lang="en-US" altLang="ko-KR" sz="800" dirty="0"/>
              <a:t>  |  </a:t>
            </a:r>
            <a:r>
              <a:rPr lang="ko-KR" altLang="en-US" sz="800" dirty="0"/>
              <a:t>판매자 문의하기 ▷</a:t>
            </a:r>
          </a:p>
        </p:txBody>
      </p:sp>
      <p:pic>
        <p:nvPicPr>
          <p:cNvPr id="62" name="Picture 2">
            <a:extLst>
              <a:ext uri="{FF2B5EF4-FFF2-40B4-BE49-F238E27FC236}">
                <a16:creationId xmlns:a16="http://schemas.microsoft.com/office/drawing/2014/main" id="{2F3E78E9-B102-4EE0-A969-4CEB096AF8F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03429" y="9786883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" name="직사각형 62">
            <a:extLst>
              <a:ext uri="{FF2B5EF4-FFF2-40B4-BE49-F238E27FC236}">
                <a16:creationId xmlns:a16="http://schemas.microsoft.com/office/drawing/2014/main" id="{B1E2182D-8961-47A9-9419-16F74C063935}"/>
              </a:ext>
            </a:extLst>
          </p:cNvPr>
          <p:cNvSpPr/>
          <p:nvPr userDrawn="1"/>
        </p:nvSpPr>
        <p:spPr>
          <a:xfrm>
            <a:off x="3497664" y="2737297"/>
            <a:ext cx="666792" cy="150254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주문상세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B5C101E2-6BED-4B6E-826E-6A4349D948D9}"/>
              </a:ext>
            </a:extLst>
          </p:cNvPr>
          <p:cNvSpPr/>
          <p:nvPr userDrawn="1"/>
        </p:nvSpPr>
        <p:spPr>
          <a:xfrm>
            <a:off x="3497664" y="4886451"/>
            <a:ext cx="666792" cy="150254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주문상세</a:t>
            </a:r>
          </a:p>
        </p:txBody>
      </p:sp>
      <p:graphicFrame>
        <p:nvGraphicFramePr>
          <p:cNvPr id="78" name="표 13">
            <a:extLst>
              <a:ext uri="{FF2B5EF4-FFF2-40B4-BE49-F238E27FC236}">
                <a16:creationId xmlns:a16="http://schemas.microsoft.com/office/drawing/2014/main" id="{72403FC9-7A4E-4746-9FB5-B8BD35C2821A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245314854"/>
              </p:ext>
            </p:extLst>
          </p:nvPr>
        </p:nvGraphicFramePr>
        <p:xfrm>
          <a:off x="1530963" y="6699067"/>
          <a:ext cx="7315200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4031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3420449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751414510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3916658608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117488308"/>
                    </a:ext>
                  </a:extLst>
                </a:gridCol>
                <a:gridCol w="963843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802373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7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배송완료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</a:tbl>
          </a:graphicData>
        </a:graphic>
      </p:graphicFrame>
      <p:grpSp>
        <p:nvGrpSpPr>
          <p:cNvPr id="79" name="그룹 78">
            <a:extLst>
              <a:ext uri="{FF2B5EF4-FFF2-40B4-BE49-F238E27FC236}">
                <a16:creationId xmlns:a16="http://schemas.microsoft.com/office/drawing/2014/main" id="{39983CC5-3DDD-42E6-A351-C71DD618B8DE}"/>
              </a:ext>
            </a:extLst>
          </p:cNvPr>
          <p:cNvGrpSpPr/>
          <p:nvPr userDrawn="1"/>
        </p:nvGrpSpPr>
        <p:grpSpPr>
          <a:xfrm>
            <a:off x="2469480" y="7012541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80" name="Border">
              <a:extLst>
                <a:ext uri="{FF2B5EF4-FFF2-40B4-BE49-F238E27FC236}">
                  <a16:creationId xmlns:a16="http://schemas.microsoft.com/office/drawing/2014/main" id="{6CEB92AF-44D6-416C-B7BF-8F42439E1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1" name="Line 2">
              <a:extLst>
                <a:ext uri="{FF2B5EF4-FFF2-40B4-BE49-F238E27FC236}">
                  <a16:creationId xmlns:a16="http://schemas.microsoft.com/office/drawing/2014/main" id="{238FD609-6B78-4229-92AD-642814A9F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" name="Line 1">
              <a:extLst>
                <a:ext uri="{FF2B5EF4-FFF2-40B4-BE49-F238E27FC236}">
                  <a16:creationId xmlns:a16="http://schemas.microsoft.com/office/drawing/2014/main" id="{A45191EB-6C30-4380-B5DD-D8EED7AD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EF70C221-7AA1-4438-92BF-AE9009B87A65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00849F21-41C0-4B58-A638-E98AFC1E8FAB}"/>
              </a:ext>
            </a:extLst>
          </p:cNvPr>
          <p:cNvSpPr/>
          <p:nvPr userDrawn="1"/>
        </p:nvSpPr>
        <p:spPr>
          <a:xfrm>
            <a:off x="3179909" y="7012541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E8F7B9A-CC9A-4010-86C6-4DDAACDF4C5F}"/>
              </a:ext>
            </a:extLst>
          </p:cNvPr>
          <p:cNvSpPr txBox="1"/>
          <p:nvPr userDrawn="1"/>
        </p:nvSpPr>
        <p:spPr>
          <a:xfrm>
            <a:off x="1452143" y="6468648"/>
            <a:ext cx="201529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2024.10.11  |  </a:t>
            </a:r>
            <a:r>
              <a:rPr lang="ko-KR" altLang="en-US" sz="800" dirty="0"/>
              <a:t>주문번호</a:t>
            </a:r>
            <a:r>
              <a:rPr lang="en-US" altLang="ko-KR" sz="800" dirty="0"/>
              <a:t>:</a:t>
            </a:r>
            <a:r>
              <a:rPr lang="ko-KR" altLang="en-US" sz="800" dirty="0"/>
              <a:t> </a:t>
            </a:r>
            <a:r>
              <a:rPr lang="en-US" altLang="ko-KR" sz="800" dirty="0"/>
              <a:t>Me9-00929111</a:t>
            </a:r>
            <a:endParaRPr lang="ko-KR" altLang="en-US" sz="800" dirty="0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68DEFE7-B127-4AC7-BF82-53B4D61A428A}"/>
              </a:ext>
            </a:extLst>
          </p:cNvPr>
          <p:cNvSpPr/>
          <p:nvPr userDrawn="1"/>
        </p:nvSpPr>
        <p:spPr>
          <a:xfrm>
            <a:off x="8119034" y="6886359"/>
            <a:ext cx="666792" cy="21385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반품신청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74B87950-C7BF-4D86-BC6C-45233797F499}"/>
              </a:ext>
            </a:extLst>
          </p:cNvPr>
          <p:cNvSpPr txBox="1"/>
          <p:nvPr userDrawn="1"/>
        </p:nvSpPr>
        <p:spPr>
          <a:xfrm>
            <a:off x="6568770" y="7597315"/>
            <a:ext cx="23807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30,000</a:t>
            </a:r>
            <a:r>
              <a:rPr lang="ko-KR" altLang="en-US" sz="800" dirty="0"/>
              <a:t>원 미만 </a:t>
            </a:r>
            <a:r>
              <a:rPr lang="en-US" altLang="ko-KR" sz="800" dirty="0"/>
              <a:t>: 2,500 </a:t>
            </a:r>
            <a:r>
              <a:rPr lang="ko-KR" altLang="en-US" sz="800" dirty="0"/>
              <a:t>원</a:t>
            </a:r>
            <a:r>
              <a:rPr lang="en-US" altLang="ko-KR" sz="800" dirty="0"/>
              <a:t>  |  </a:t>
            </a:r>
            <a:r>
              <a:rPr lang="ko-KR" altLang="en-US" sz="800" dirty="0"/>
              <a:t>판매자 문의하기 ▷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89BB605D-80CB-4D86-B072-BCD1989376ED}"/>
              </a:ext>
            </a:extLst>
          </p:cNvPr>
          <p:cNvSpPr/>
          <p:nvPr userDrawn="1"/>
        </p:nvSpPr>
        <p:spPr>
          <a:xfrm>
            <a:off x="3497664" y="6487908"/>
            <a:ext cx="666792" cy="150254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주문상세</a:t>
            </a:r>
          </a:p>
        </p:txBody>
      </p:sp>
      <p:graphicFrame>
        <p:nvGraphicFramePr>
          <p:cNvPr id="90" name="표 13">
            <a:extLst>
              <a:ext uri="{FF2B5EF4-FFF2-40B4-BE49-F238E27FC236}">
                <a16:creationId xmlns:a16="http://schemas.microsoft.com/office/drawing/2014/main" id="{2B224BEF-9876-45DD-96FB-B65FB2168AC7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702711353"/>
              </p:ext>
            </p:extLst>
          </p:nvPr>
        </p:nvGraphicFramePr>
        <p:xfrm>
          <a:off x="1561501" y="8346222"/>
          <a:ext cx="7315200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4031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3420449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751414510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3916658608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117488308"/>
                    </a:ext>
                  </a:extLst>
                </a:gridCol>
                <a:gridCol w="963843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802373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7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구매 확정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</a:tbl>
          </a:graphicData>
        </a:graphic>
      </p:graphicFrame>
      <p:grpSp>
        <p:nvGrpSpPr>
          <p:cNvPr id="91" name="그룹 90">
            <a:extLst>
              <a:ext uri="{FF2B5EF4-FFF2-40B4-BE49-F238E27FC236}">
                <a16:creationId xmlns:a16="http://schemas.microsoft.com/office/drawing/2014/main" id="{7F044A68-C626-483E-92F3-AA01BC54D01D}"/>
              </a:ext>
            </a:extLst>
          </p:cNvPr>
          <p:cNvGrpSpPr/>
          <p:nvPr userDrawn="1"/>
        </p:nvGrpSpPr>
        <p:grpSpPr>
          <a:xfrm>
            <a:off x="2500018" y="8659696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92" name="Border">
              <a:extLst>
                <a:ext uri="{FF2B5EF4-FFF2-40B4-BE49-F238E27FC236}">
                  <a16:creationId xmlns:a16="http://schemas.microsoft.com/office/drawing/2014/main" id="{F850A76F-CDD5-4099-BB47-C417BAC95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3" name="Line 2">
              <a:extLst>
                <a:ext uri="{FF2B5EF4-FFF2-40B4-BE49-F238E27FC236}">
                  <a16:creationId xmlns:a16="http://schemas.microsoft.com/office/drawing/2014/main" id="{BFAC045E-F8A9-4217-BD13-92CF1D27D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4" name="Line 1">
              <a:extLst>
                <a:ext uri="{FF2B5EF4-FFF2-40B4-BE49-F238E27FC236}">
                  <a16:creationId xmlns:a16="http://schemas.microsoft.com/office/drawing/2014/main" id="{6D4BD753-F1A3-4B38-81B9-DDBD7499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B27F3F00-750A-4B67-86FE-2A696B42EE05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D1FD7FE8-CAE4-4131-B7F5-B456676A00AF}"/>
              </a:ext>
            </a:extLst>
          </p:cNvPr>
          <p:cNvSpPr/>
          <p:nvPr userDrawn="1"/>
        </p:nvSpPr>
        <p:spPr>
          <a:xfrm>
            <a:off x="3210447" y="8659696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2159245-3460-4984-8D19-2FB804A67183}"/>
              </a:ext>
            </a:extLst>
          </p:cNvPr>
          <p:cNvSpPr txBox="1"/>
          <p:nvPr userDrawn="1"/>
        </p:nvSpPr>
        <p:spPr>
          <a:xfrm>
            <a:off x="1482681" y="8115803"/>
            <a:ext cx="201529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2024.10.09  |  </a:t>
            </a:r>
            <a:r>
              <a:rPr lang="ko-KR" altLang="en-US" sz="800" dirty="0"/>
              <a:t>주문번호</a:t>
            </a:r>
            <a:r>
              <a:rPr lang="en-US" altLang="ko-KR" sz="800" dirty="0"/>
              <a:t>:</a:t>
            </a:r>
            <a:r>
              <a:rPr lang="ko-KR" altLang="en-US" sz="800" dirty="0"/>
              <a:t> </a:t>
            </a:r>
            <a:r>
              <a:rPr lang="en-US" altLang="ko-KR" sz="800" dirty="0"/>
              <a:t>Me9-00929111</a:t>
            </a:r>
            <a:endParaRPr lang="ko-KR" altLang="en-US" sz="800" dirty="0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42859EAE-AEA4-468C-8822-1053F72A75C3}"/>
              </a:ext>
            </a:extLst>
          </p:cNvPr>
          <p:cNvSpPr txBox="1"/>
          <p:nvPr userDrawn="1"/>
        </p:nvSpPr>
        <p:spPr>
          <a:xfrm>
            <a:off x="6599308" y="9244470"/>
            <a:ext cx="23807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30,000</a:t>
            </a:r>
            <a:r>
              <a:rPr lang="ko-KR" altLang="en-US" sz="800" dirty="0"/>
              <a:t>원 미만 </a:t>
            </a:r>
            <a:r>
              <a:rPr lang="en-US" altLang="ko-KR" sz="800" dirty="0"/>
              <a:t>: 2,500 </a:t>
            </a:r>
            <a:r>
              <a:rPr lang="ko-KR" altLang="en-US" sz="800" dirty="0"/>
              <a:t>원</a:t>
            </a:r>
            <a:r>
              <a:rPr lang="en-US" altLang="ko-KR" sz="800" dirty="0"/>
              <a:t>  |  </a:t>
            </a:r>
            <a:r>
              <a:rPr lang="ko-KR" altLang="en-US" sz="800" dirty="0"/>
              <a:t>판매자 문의하기 ▷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AE9FD5D-5351-4B48-844F-8E75DB74082C}"/>
              </a:ext>
            </a:extLst>
          </p:cNvPr>
          <p:cNvSpPr/>
          <p:nvPr userDrawn="1"/>
        </p:nvSpPr>
        <p:spPr>
          <a:xfrm>
            <a:off x="3528202" y="8134479"/>
            <a:ext cx="666792" cy="150254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주문상세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7EA09C1-639F-4C98-AAC9-78E6796968E0}"/>
              </a:ext>
            </a:extLst>
          </p:cNvPr>
          <p:cNvSpPr/>
          <p:nvPr userDrawn="1"/>
        </p:nvSpPr>
        <p:spPr>
          <a:xfrm>
            <a:off x="8119034" y="3998424"/>
            <a:ext cx="666792" cy="21385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취소신청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EF53F4A0-847F-40BC-AB92-6B18E9F6153B}"/>
              </a:ext>
            </a:extLst>
          </p:cNvPr>
          <p:cNvSpPr/>
          <p:nvPr userDrawn="1"/>
        </p:nvSpPr>
        <p:spPr>
          <a:xfrm>
            <a:off x="8112509" y="7116429"/>
            <a:ext cx="666792" cy="213852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교환신청</a:t>
            </a:r>
          </a:p>
        </p:txBody>
      </p:sp>
    </p:spTree>
    <p:extLst>
      <p:ext uri="{BB962C8B-B14F-4D97-AF65-F5344CB8AC3E}">
        <p14:creationId xmlns:p14="http://schemas.microsoft.com/office/powerpoint/2010/main" val="78023772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5933D4A7-0704-4748-B522-AA8EDEB89E62}"/>
              </a:ext>
            </a:extLst>
          </p:cNvPr>
          <p:cNvSpPr/>
          <p:nvPr userDrawn="1"/>
        </p:nvSpPr>
        <p:spPr>
          <a:xfrm>
            <a:off x="33614" y="34270"/>
            <a:ext cx="10033092" cy="7728605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2796323-E3E2-43B5-A488-CCE2A20E8964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996C1339-676E-4944-8084-1EB9B668E35F}"/>
              </a:ext>
            </a:extLst>
          </p:cNvPr>
          <p:cNvSpPr/>
          <p:nvPr userDrawn="1"/>
        </p:nvSpPr>
        <p:spPr>
          <a:xfrm>
            <a:off x="33615" y="34272"/>
            <a:ext cx="10033092" cy="579114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AF590C5C-27FC-44EF-9F71-B3623410C1CD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E8D9E5DB-A8A6-4317-BCBB-D106E0F3E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1B445B65-0FE2-4B63-AAB1-56C50B816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7A7010C0-AD73-427F-A090-91F2740B2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39146876-BDB6-43C9-AA80-636E786B892E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C6D06EE-20E3-485E-9AA7-BC0959E7C7FB}"/>
              </a:ext>
            </a:extLst>
          </p:cNvPr>
          <p:cNvSpPr/>
          <p:nvPr userDrawn="1"/>
        </p:nvSpPr>
        <p:spPr>
          <a:xfrm>
            <a:off x="8384010" y="202394"/>
            <a:ext cx="1656223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장바구니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로그인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1C4FE9C-3339-409D-8B2E-372E26FAEEBD}"/>
              </a:ext>
            </a:extLst>
          </p:cNvPr>
          <p:cNvSpPr/>
          <p:nvPr userDrawn="1"/>
        </p:nvSpPr>
        <p:spPr>
          <a:xfrm>
            <a:off x="1796228" y="196333"/>
            <a:ext cx="2987312" cy="25499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상품코드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, 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상품제목</a:t>
            </a:r>
            <a:endParaRPr lang="ko-KR" altLang="en-US" sz="90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395DE4CE-80A6-4B93-8216-6C2D37BCAE3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562333" y="245079"/>
            <a:ext cx="157211" cy="157211"/>
          </a:xfrm>
          <a:prstGeom prst="rect">
            <a:avLst/>
          </a:prstGeom>
        </p:spPr>
      </p:pic>
      <p:graphicFrame>
        <p:nvGraphicFramePr>
          <p:cNvPr id="14" name="표 95">
            <a:extLst>
              <a:ext uri="{FF2B5EF4-FFF2-40B4-BE49-F238E27FC236}">
                <a16:creationId xmlns:a16="http://schemas.microsoft.com/office/drawing/2014/main" id="{068C7121-3C07-4C77-98D7-F7845408A00D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584884863"/>
              </p:ext>
            </p:extLst>
          </p:nvPr>
        </p:nvGraphicFramePr>
        <p:xfrm>
          <a:off x="33613" y="7154634"/>
          <a:ext cx="10033092" cy="607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033092">
                  <a:extLst>
                    <a:ext uri="{9D8B030D-6E8A-4147-A177-3AD203B41FA5}">
                      <a16:colId xmlns:a16="http://schemas.microsoft.com/office/drawing/2014/main" val="89235589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just" latinLnBrk="1"/>
                      <a:r>
                        <a:rPr lang="ko-KR" altLang="en-US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                                                                                                                                                                                                                                      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Me9 Market    </a:t>
                      </a:r>
                      <a:r>
                        <a:rPr lang="en-US" altLang="ko-KR" sz="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|     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공지사항   </a:t>
                      </a:r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35955"/>
                  </a:ext>
                </a:extLst>
              </a:tr>
              <a:tr h="3938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/>
                        <a:t>© Shop </a:t>
                      </a:r>
                      <a:r>
                        <a:rPr lang="ko-KR" altLang="en-US" sz="900" dirty="0" err="1"/>
                        <a:t>채널명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All Rights Reserved.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9122011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9BC3807D-A383-436E-B1CC-4C221A3B2795}"/>
              </a:ext>
            </a:extLst>
          </p:cNvPr>
          <p:cNvSpPr txBox="1"/>
          <p:nvPr userDrawn="1"/>
        </p:nvSpPr>
        <p:spPr>
          <a:xfrm>
            <a:off x="4631022" y="871059"/>
            <a:ext cx="85472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주문 관리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CA47B42F-5F3E-4A55-8639-5A3365F3A69E}"/>
              </a:ext>
            </a:extLst>
          </p:cNvPr>
          <p:cNvCxnSpPr>
            <a:cxnSpLocks/>
          </p:cNvCxnSpPr>
          <p:nvPr userDrawn="1"/>
        </p:nvCxnSpPr>
        <p:spPr>
          <a:xfrm>
            <a:off x="1481667" y="1314226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표 4">
            <a:extLst>
              <a:ext uri="{FF2B5EF4-FFF2-40B4-BE49-F238E27FC236}">
                <a16:creationId xmlns:a16="http://schemas.microsoft.com/office/drawing/2014/main" id="{CE7ED93B-C72D-438F-A482-DB844237929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890278118"/>
              </p:ext>
            </p:extLst>
          </p:nvPr>
        </p:nvGraphicFramePr>
        <p:xfrm>
          <a:off x="1481667" y="1480395"/>
          <a:ext cx="7315200" cy="32185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828800">
                  <a:extLst>
                    <a:ext uri="{9D8B030D-6E8A-4147-A177-3AD203B41FA5}">
                      <a16:colId xmlns:a16="http://schemas.microsoft.com/office/drawing/2014/main" val="3306315618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3684204346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1934738033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189309699"/>
                    </a:ext>
                  </a:extLst>
                </a:gridCol>
              </a:tblGrid>
              <a:tr h="32185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주문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취소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반품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교환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5709569"/>
                  </a:ext>
                </a:extLst>
              </a:tr>
            </a:tbl>
          </a:graphicData>
        </a:graphic>
      </p:graphicFrame>
      <p:graphicFrame>
        <p:nvGraphicFramePr>
          <p:cNvPr id="50" name="표 13">
            <a:extLst>
              <a:ext uri="{FF2B5EF4-FFF2-40B4-BE49-F238E27FC236}">
                <a16:creationId xmlns:a16="http://schemas.microsoft.com/office/drawing/2014/main" id="{1100483C-DB73-467D-AC41-30699A5DB869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455850316"/>
              </p:ext>
            </p:extLst>
          </p:nvPr>
        </p:nvGraphicFramePr>
        <p:xfrm>
          <a:off x="1493222" y="3185863"/>
          <a:ext cx="7315200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43481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3390999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751414510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3916658608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117488308"/>
                    </a:ext>
                  </a:extLst>
                </a:gridCol>
                <a:gridCol w="963843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802373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7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err="1"/>
                        <a:t>취소신청중</a:t>
                      </a:r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</a:tbl>
          </a:graphicData>
        </a:graphic>
      </p:graphicFrame>
      <p:grpSp>
        <p:nvGrpSpPr>
          <p:cNvPr id="51" name="그룹 50">
            <a:extLst>
              <a:ext uri="{FF2B5EF4-FFF2-40B4-BE49-F238E27FC236}">
                <a16:creationId xmlns:a16="http://schemas.microsoft.com/office/drawing/2014/main" id="{4A681524-DD63-4309-812B-ED66F19C6C69}"/>
              </a:ext>
            </a:extLst>
          </p:cNvPr>
          <p:cNvGrpSpPr/>
          <p:nvPr userDrawn="1"/>
        </p:nvGrpSpPr>
        <p:grpSpPr>
          <a:xfrm>
            <a:off x="2431739" y="3499337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52" name="Border">
              <a:extLst>
                <a:ext uri="{FF2B5EF4-FFF2-40B4-BE49-F238E27FC236}">
                  <a16:creationId xmlns:a16="http://schemas.microsoft.com/office/drawing/2014/main" id="{2AC64A6A-7D8F-401A-B82F-46B757B5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3" name="Line 2">
              <a:extLst>
                <a:ext uri="{FF2B5EF4-FFF2-40B4-BE49-F238E27FC236}">
                  <a16:creationId xmlns:a16="http://schemas.microsoft.com/office/drawing/2014/main" id="{3C05E762-94F9-49FC-902D-E0D0F0A99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" name="Line 1">
              <a:extLst>
                <a:ext uri="{FF2B5EF4-FFF2-40B4-BE49-F238E27FC236}">
                  <a16:creationId xmlns:a16="http://schemas.microsoft.com/office/drawing/2014/main" id="{C5EB1A74-8C0D-4F6E-B547-9F42B11E8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23C5072-EACA-48B8-9458-C6C21230ECBA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5AF816AB-5B50-4768-974B-8A1546C2BB5B}"/>
              </a:ext>
            </a:extLst>
          </p:cNvPr>
          <p:cNvSpPr/>
          <p:nvPr userDrawn="1"/>
        </p:nvSpPr>
        <p:spPr>
          <a:xfrm>
            <a:off x="3142168" y="3499337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01C52439-B8DD-45DA-A276-40AFF4F07F9C}"/>
              </a:ext>
            </a:extLst>
          </p:cNvPr>
          <p:cNvSpPr txBox="1"/>
          <p:nvPr userDrawn="1"/>
        </p:nvSpPr>
        <p:spPr>
          <a:xfrm>
            <a:off x="1414402" y="2955444"/>
            <a:ext cx="246253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취소날짜</a:t>
            </a:r>
            <a:r>
              <a:rPr lang="en-US" altLang="ko-KR" sz="800" dirty="0"/>
              <a:t>: 2024.10.12  |  </a:t>
            </a:r>
            <a:r>
              <a:rPr lang="ko-KR" altLang="en-US" sz="800" dirty="0"/>
              <a:t>주문번호</a:t>
            </a:r>
            <a:r>
              <a:rPr lang="en-US" altLang="ko-KR" sz="800" dirty="0"/>
              <a:t>:</a:t>
            </a:r>
            <a:r>
              <a:rPr lang="ko-KR" altLang="en-US" sz="800" dirty="0"/>
              <a:t> </a:t>
            </a:r>
            <a:r>
              <a:rPr lang="en-US" altLang="ko-KR" sz="800" dirty="0"/>
              <a:t>Me9-00929111</a:t>
            </a:r>
            <a:endParaRPr lang="ko-KR" altLang="en-US" sz="800" dirty="0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9B7421D5-747C-44E9-A1D5-29913D70F674}"/>
              </a:ext>
            </a:extLst>
          </p:cNvPr>
          <p:cNvSpPr txBox="1"/>
          <p:nvPr userDrawn="1"/>
        </p:nvSpPr>
        <p:spPr>
          <a:xfrm>
            <a:off x="6531029" y="4084111"/>
            <a:ext cx="23807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30,000</a:t>
            </a:r>
            <a:r>
              <a:rPr lang="ko-KR" altLang="en-US" sz="800" dirty="0"/>
              <a:t>원 미만 </a:t>
            </a:r>
            <a:r>
              <a:rPr lang="en-US" altLang="ko-KR" sz="800" dirty="0"/>
              <a:t>: 2,500 </a:t>
            </a:r>
            <a:r>
              <a:rPr lang="ko-KR" altLang="en-US" sz="800" dirty="0"/>
              <a:t>원</a:t>
            </a:r>
            <a:r>
              <a:rPr lang="en-US" altLang="ko-KR" sz="800" dirty="0"/>
              <a:t>  |  </a:t>
            </a:r>
            <a:r>
              <a:rPr lang="ko-KR" altLang="en-US" sz="800" dirty="0"/>
              <a:t>판매자 문의하기 ▷</a:t>
            </a:r>
          </a:p>
        </p:txBody>
      </p:sp>
      <p:pic>
        <p:nvPicPr>
          <p:cNvPr id="60" name="Picture 2">
            <a:extLst>
              <a:ext uri="{FF2B5EF4-FFF2-40B4-BE49-F238E27FC236}">
                <a16:creationId xmlns:a16="http://schemas.microsoft.com/office/drawing/2014/main" id="{967EC398-BAAE-4AAF-BAFD-693A6AF6E4D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9508" y="6506219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" name="직사각형 61">
            <a:extLst>
              <a:ext uri="{FF2B5EF4-FFF2-40B4-BE49-F238E27FC236}">
                <a16:creationId xmlns:a16="http://schemas.microsoft.com/office/drawing/2014/main" id="{FC7592A5-AFE4-4126-B91E-F8AE5F71A17E}"/>
              </a:ext>
            </a:extLst>
          </p:cNvPr>
          <p:cNvSpPr/>
          <p:nvPr userDrawn="1"/>
        </p:nvSpPr>
        <p:spPr>
          <a:xfrm>
            <a:off x="3920415" y="2976551"/>
            <a:ext cx="666792" cy="150254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주문상세</a:t>
            </a:r>
          </a:p>
        </p:txBody>
      </p:sp>
      <p:graphicFrame>
        <p:nvGraphicFramePr>
          <p:cNvPr id="63" name="표 13">
            <a:extLst>
              <a:ext uri="{FF2B5EF4-FFF2-40B4-BE49-F238E27FC236}">
                <a16:creationId xmlns:a16="http://schemas.microsoft.com/office/drawing/2014/main" id="{7BAE91B6-B39E-404E-AF70-54E5117DF58E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766049543"/>
              </p:ext>
            </p:extLst>
          </p:nvPr>
        </p:nvGraphicFramePr>
        <p:xfrm>
          <a:off x="1493176" y="4786736"/>
          <a:ext cx="7315200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4031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3420449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751414510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3916658608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117488308"/>
                    </a:ext>
                  </a:extLst>
                </a:gridCol>
                <a:gridCol w="963843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802373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7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취소완료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</a:tbl>
          </a:graphicData>
        </a:graphic>
      </p:graphicFrame>
      <p:grpSp>
        <p:nvGrpSpPr>
          <p:cNvPr id="64" name="그룹 63">
            <a:extLst>
              <a:ext uri="{FF2B5EF4-FFF2-40B4-BE49-F238E27FC236}">
                <a16:creationId xmlns:a16="http://schemas.microsoft.com/office/drawing/2014/main" id="{A96B0A69-A5F9-4639-8E66-07C633E414A8}"/>
              </a:ext>
            </a:extLst>
          </p:cNvPr>
          <p:cNvGrpSpPr/>
          <p:nvPr userDrawn="1"/>
        </p:nvGrpSpPr>
        <p:grpSpPr>
          <a:xfrm>
            <a:off x="2431693" y="5100210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65" name="Border">
              <a:extLst>
                <a:ext uri="{FF2B5EF4-FFF2-40B4-BE49-F238E27FC236}">
                  <a16:creationId xmlns:a16="http://schemas.microsoft.com/office/drawing/2014/main" id="{472E491B-CE17-4582-8771-6C72D50BF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6" name="Line 2">
              <a:extLst>
                <a:ext uri="{FF2B5EF4-FFF2-40B4-BE49-F238E27FC236}">
                  <a16:creationId xmlns:a16="http://schemas.microsoft.com/office/drawing/2014/main" id="{9B71A069-B54B-471F-A902-45EE7892F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7" name="Line 1">
              <a:extLst>
                <a:ext uri="{FF2B5EF4-FFF2-40B4-BE49-F238E27FC236}">
                  <a16:creationId xmlns:a16="http://schemas.microsoft.com/office/drawing/2014/main" id="{745684CB-19D8-45E0-BA3B-60D057BBE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91D8B51-1E6F-49CA-96FF-03E51243C27D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DACC548-F884-40A9-B155-788F5C7F6888}"/>
              </a:ext>
            </a:extLst>
          </p:cNvPr>
          <p:cNvSpPr/>
          <p:nvPr userDrawn="1"/>
        </p:nvSpPr>
        <p:spPr>
          <a:xfrm>
            <a:off x="3142122" y="5100210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460DF020-431B-4270-A30D-32A2BD089E3A}"/>
              </a:ext>
            </a:extLst>
          </p:cNvPr>
          <p:cNvSpPr txBox="1"/>
          <p:nvPr userDrawn="1"/>
        </p:nvSpPr>
        <p:spPr>
          <a:xfrm>
            <a:off x="1414356" y="4556317"/>
            <a:ext cx="24849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취소날짜</a:t>
            </a:r>
            <a:r>
              <a:rPr lang="en-US" altLang="ko-KR" sz="800" dirty="0"/>
              <a:t>: 2024.10.11  |  </a:t>
            </a:r>
            <a:r>
              <a:rPr lang="ko-KR" altLang="en-US" sz="800" dirty="0"/>
              <a:t>주문번호</a:t>
            </a:r>
            <a:r>
              <a:rPr lang="en-US" altLang="ko-KR" sz="800" dirty="0"/>
              <a:t>:</a:t>
            </a:r>
            <a:r>
              <a:rPr lang="ko-KR" altLang="en-US" sz="800" dirty="0"/>
              <a:t> </a:t>
            </a:r>
            <a:r>
              <a:rPr lang="en-US" altLang="ko-KR" sz="800" dirty="0"/>
              <a:t>Me9-00929111</a:t>
            </a:r>
            <a:endParaRPr lang="ko-KR" altLang="en-US" sz="800" dirty="0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94E8AC4B-A3FD-4C19-BCA0-69018C73BC77}"/>
              </a:ext>
            </a:extLst>
          </p:cNvPr>
          <p:cNvSpPr txBox="1"/>
          <p:nvPr userDrawn="1"/>
        </p:nvSpPr>
        <p:spPr>
          <a:xfrm>
            <a:off x="6530983" y="5684984"/>
            <a:ext cx="141256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30,000</a:t>
            </a:r>
            <a:r>
              <a:rPr lang="ko-KR" altLang="en-US" sz="800" dirty="0"/>
              <a:t>원 미만 </a:t>
            </a:r>
            <a:r>
              <a:rPr lang="en-US" altLang="ko-KR" sz="800" dirty="0"/>
              <a:t>: 2,500 </a:t>
            </a:r>
            <a:r>
              <a:rPr lang="ko-KR" altLang="en-US" sz="800" dirty="0"/>
              <a:t>원</a:t>
            </a:r>
            <a:r>
              <a:rPr lang="en-US" altLang="ko-KR" sz="800" dirty="0"/>
              <a:t>  |</a:t>
            </a:r>
            <a:endParaRPr lang="ko-KR" altLang="en-US" sz="800" dirty="0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E560D841-932D-466E-BF26-A0B39D6FFB99}"/>
              </a:ext>
            </a:extLst>
          </p:cNvPr>
          <p:cNvSpPr/>
          <p:nvPr userDrawn="1"/>
        </p:nvSpPr>
        <p:spPr>
          <a:xfrm>
            <a:off x="3920415" y="4578008"/>
            <a:ext cx="666792" cy="150254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주문상세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EAA015CA-413B-4E32-9202-F158CA508EA5}"/>
              </a:ext>
            </a:extLst>
          </p:cNvPr>
          <p:cNvSpPr/>
          <p:nvPr userDrawn="1"/>
        </p:nvSpPr>
        <p:spPr>
          <a:xfrm>
            <a:off x="2607660" y="2029542"/>
            <a:ext cx="788807" cy="321855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최근 </a:t>
            </a:r>
            <a:r>
              <a:rPr lang="en-US" altLang="ko-KR" sz="800" b="1" dirty="0">
                <a:solidFill>
                  <a:schemeClr val="bg1"/>
                </a:solidFill>
              </a:rPr>
              <a:t>1</a:t>
            </a:r>
            <a:r>
              <a:rPr lang="ko-KR" altLang="en-US" sz="800" b="1" dirty="0">
                <a:solidFill>
                  <a:schemeClr val="bg1"/>
                </a:solidFill>
              </a:rPr>
              <a:t>개월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5E3EAB53-6F1B-46A1-A0A2-90D648310193}"/>
              </a:ext>
            </a:extLst>
          </p:cNvPr>
          <p:cNvSpPr/>
          <p:nvPr userDrawn="1"/>
        </p:nvSpPr>
        <p:spPr>
          <a:xfrm>
            <a:off x="3396467" y="2029542"/>
            <a:ext cx="788806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최근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개월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973FC43E-1775-4076-9EE9-71A5A2087871}"/>
              </a:ext>
            </a:extLst>
          </p:cNvPr>
          <p:cNvSpPr/>
          <p:nvPr userDrawn="1"/>
        </p:nvSpPr>
        <p:spPr>
          <a:xfrm>
            <a:off x="4185273" y="2029542"/>
            <a:ext cx="724713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최근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6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개월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9E001DE6-B8D9-40EF-8645-E9F80F726377}"/>
              </a:ext>
            </a:extLst>
          </p:cNvPr>
          <p:cNvSpPr/>
          <p:nvPr userDrawn="1"/>
        </p:nvSpPr>
        <p:spPr>
          <a:xfrm>
            <a:off x="4909986" y="2029542"/>
            <a:ext cx="724713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최근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년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2AD83A36-E9D4-468F-AE24-A38F0378A91C}"/>
              </a:ext>
            </a:extLst>
          </p:cNvPr>
          <p:cNvSpPr/>
          <p:nvPr userDrawn="1"/>
        </p:nvSpPr>
        <p:spPr>
          <a:xfrm>
            <a:off x="5733879" y="2029542"/>
            <a:ext cx="2609448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62BA89AA-9177-4892-A820-F560DEEE291C}"/>
              </a:ext>
            </a:extLst>
          </p:cNvPr>
          <p:cNvSpPr txBox="1"/>
          <p:nvPr userDrawn="1"/>
        </p:nvSpPr>
        <p:spPr>
          <a:xfrm>
            <a:off x="5763375" y="2085914"/>
            <a:ext cx="59503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주문기간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48542EA6-A677-430A-8C98-6839BBA40499}"/>
              </a:ext>
            </a:extLst>
          </p:cNvPr>
          <p:cNvSpPr/>
          <p:nvPr userDrawn="1"/>
        </p:nvSpPr>
        <p:spPr>
          <a:xfrm>
            <a:off x="6330693" y="2089609"/>
            <a:ext cx="609315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92" name="그림 91">
            <a:extLst>
              <a:ext uri="{FF2B5EF4-FFF2-40B4-BE49-F238E27FC236}">
                <a16:creationId xmlns:a16="http://schemas.microsoft.com/office/drawing/2014/main" id="{4CF872CC-A5B7-403B-A2C5-3B2D42C32194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65410" y="2081678"/>
            <a:ext cx="200163" cy="207177"/>
          </a:xfrm>
          <a:prstGeom prst="rect">
            <a:avLst/>
          </a:prstGeom>
          <a:ln w="6350">
            <a:noFill/>
          </a:ln>
        </p:spPr>
      </p:pic>
      <p:sp>
        <p:nvSpPr>
          <p:cNvPr id="93" name="TextBox 92">
            <a:extLst>
              <a:ext uri="{FF2B5EF4-FFF2-40B4-BE49-F238E27FC236}">
                <a16:creationId xmlns:a16="http://schemas.microsoft.com/office/drawing/2014/main" id="{F37C9F70-848E-46A9-9C90-9ACC82EAB14D}"/>
              </a:ext>
            </a:extLst>
          </p:cNvPr>
          <p:cNvSpPr txBox="1"/>
          <p:nvPr userDrawn="1"/>
        </p:nvSpPr>
        <p:spPr>
          <a:xfrm>
            <a:off x="7113131" y="2066412"/>
            <a:ext cx="26481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/>
              <a:t>~</a:t>
            </a:r>
            <a:endParaRPr lang="ko-KR" altLang="en-US" sz="900" dirty="0"/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9C6F933D-12B0-4855-9335-BFA3688FF57A}"/>
              </a:ext>
            </a:extLst>
          </p:cNvPr>
          <p:cNvSpPr/>
          <p:nvPr userDrawn="1"/>
        </p:nvSpPr>
        <p:spPr>
          <a:xfrm>
            <a:off x="7339481" y="2089609"/>
            <a:ext cx="606992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95" name="그림 94">
            <a:extLst>
              <a:ext uri="{FF2B5EF4-FFF2-40B4-BE49-F238E27FC236}">
                <a16:creationId xmlns:a16="http://schemas.microsoft.com/office/drawing/2014/main" id="{64E05EBA-5070-44FC-A1F5-D48AE4A37EB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74197" y="2081678"/>
            <a:ext cx="200163" cy="207177"/>
          </a:xfrm>
          <a:prstGeom prst="rect">
            <a:avLst/>
          </a:prstGeom>
          <a:ln w="6350">
            <a:noFill/>
          </a:ln>
        </p:spPr>
      </p:pic>
      <p:sp>
        <p:nvSpPr>
          <p:cNvPr id="96" name="직사각형 95">
            <a:extLst>
              <a:ext uri="{FF2B5EF4-FFF2-40B4-BE49-F238E27FC236}">
                <a16:creationId xmlns:a16="http://schemas.microsoft.com/office/drawing/2014/main" id="{2815D395-053A-46EB-9C2B-E0A48953E0BF}"/>
              </a:ext>
            </a:extLst>
          </p:cNvPr>
          <p:cNvSpPr/>
          <p:nvPr userDrawn="1"/>
        </p:nvSpPr>
        <p:spPr>
          <a:xfrm>
            <a:off x="8343327" y="2029543"/>
            <a:ext cx="453540" cy="3242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조회</a:t>
            </a:r>
          </a:p>
        </p:txBody>
      </p: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26E878AF-810B-4BB3-A567-A7722CA99AAF}"/>
              </a:ext>
            </a:extLst>
          </p:cNvPr>
          <p:cNvCxnSpPr>
            <a:cxnSpLocks/>
          </p:cNvCxnSpPr>
          <p:nvPr userDrawn="1"/>
        </p:nvCxnSpPr>
        <p:spPr>
          <a:xfrm>
            <a:off x="1522542" y="2582065"/>
            <a:ext cx="7323667" cy="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93D0C67F-5556-48EF-809E-1DC49F5D44A5}"/>
              </a:ext>
            </a:extLst>
          </p:cNvPr>
          <p:cNvSpPr/>
          <p:nvPr userDrawn="1"/>
        </p:nvSpPr>
        <p:spPr>
          <a:xfrm>
            <a:off x="1493716" y="2034446"/>
            <a:ext cx="1014763" cy="3169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취소상태 전체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D81B0046-D814-43A3-A2A5-FA08D26C333D}"/>
              </a:ext>
            </a:extLst>
          </p:cNvPr>
          <p:cNvSpPr/>
          <p:nvPr userDrawn="1"/>
        </p:nvSpPr>
        <p:spPr>
          <a:xfrm>
            <a:off x="7943549" y="5178460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취소완료일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09CA0230-EC24-4D41-8BEC-CC1311CCA680}"/>
              </a:ext>
            </a:extLst>
          </p:cNvPr>
          <p:cNvSpPr/>
          <p:nvPr userDrawn="1"/>
        </p:nvSpPr>
        <p:spPr>
          <a:xfrm>
            <a:off x="7925052" y="3588342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취소신청일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2468265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A37CF53E-D0F3-4E5D-B74D-D5153D467539}"/>
              </a:ext>
            </a:extLst>
          </p:cNvPr>
          <p:cNvSpPr/>
          <p:nvPr userDrawn="1"/>
        </p:nvSpPr>
        <p:spPr>
          <a:xfrm>
            <a:off x="33614" y="34270"/>
            <a:ext cx="10033092" cy="7728605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203B8F2-AACD-4384-AA25-4FAA9F03C20A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74023BE-C28C-4878-A243-9C0AAC9CF77C}"/>
              </a:ext>
            </a:extLst>
          </p:cNvPr>
          <p:cNvSpPr/>
          <p:nvPr userDrawn="1"/>
        </p:nvSpPr>
        <p:spPr>
          <a:xfrm>
            <a:off x="33615" y="34272"/>
            <a:ext cx="10033092" cy="579114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12F3CB4B-E7FE-4701-8B7B-0A6330F0EE9B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4DFC391E-2FA2-49C0-81DA-19D6F6AF8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CC383CE5-E9A2-4680-B755-EFA00036E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943FB8CA-E0AA-4008-9000-F033A92B0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7703B6F-0634-4254-825D-34384F5CB662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31EF15A-4F5C-4422-987E-CC5F71F675DE}"/>
              </a:ext>
            </a:extLst>
          </p:cNvPr>
          <p:cNvSpPr/>
          <p:nvPr userDrawn="1"/>
        </p:nvSpPr>
        <p:spPr>
          <a:xfrm>
            <a:off x="8384010" y="202394"/>
            <a:ext cx="1656223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장바구니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로그인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52B8DFA-C2B8-413A-89A0-D5358871B61E}"/>
              </a:ext>
            </a:extLst>
          </p:cNvPr>
          <p:cNvSpPr/>
          <p:nvPr userDrawn="1"/>
        </p:nvSpPr>
        <p:spPr>
          <a:xfrm>
            <a:off x="1796228" y="196333"/>
            <a:ext cx="2987312" cy="25499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상품코드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, 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상품제목</a:t>
            </a:r>
            <a:endParaRPr lang="ko-KR" altLang="en-US" sz="90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B96BA730-1907-44D3-B5FE-FC13738AE8C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562333" y="245079"/>
            <a:ext cx="157211" cy="157211"/>
          </a:xfrm>
          <a:prstGeom prst="rect">
            <a:avLst/>
          </a:prstGeom>
        </p:spPr>
      </p:pic>
      <p:graphicFrame>
        <p:nvGraphicFramePr>
          <p:cNvPr id="14" name="표 95">
            <a:extLst>
              <a:ext uri="{FF2B5EF4-FFF2-40B4-BE49-F238E27FC236}">
                <a16:creationId xmlns:a16="http://schemas.microsoft.com/office/drawing/2014/main" id="{E5781B0C-CAC2-40CB-8149-9C1F23677F5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405863096"/>
              </p:ext>
            </p:extLst>
          </p:nvPr>
        </p:nvGraphicFramePr>
        <p:xfrm>
          <a:off x="33613" y="7154634"/>
          <a:ext cx="10033092" cy="607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033092">
                  <a:extLst>
                    <a:ext uri="{9D8B030D-6E8A-4147-A177-3AD203B41FA5}">
                      <a16:colId xmlns:a16="http://schemas.microsoft.com/office/drawing/2014/main" val="89235589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just" latinLnBrk="1"/>
                      <a:r>
                        <a:rPr lang="ko-KR" altLang="en-US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                                                                                                                                                                                                                                      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Me9 Market    </a:t>
                      </a:r>
                      <a:r>
                        <a:rPr lang="en-US" altLang="ko-KR" sz="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|     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공지사항   </a:t>
                      </a:r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35955"/>
                  </a:ext>
                </a:extLst>
              </a:tr>
              <a:tr h="3938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/>
                        <a:t>© Shop </a:t>
                      </a:r>
                      <a:r>
                        <a:rPr lang="ko-KR" altLang="en-US" sz="900" dirty="0" err="1"/>
                        <a:t>채널명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All Rights Reserved.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9122011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181F985E-6737-45D9-931E-A8CB183214EC}"/>
              </a:ext>
            </a:extLst>
          </p:cNvPr>
          <p:cNvSpPr txBox="1"/>
          <p:nvPr userDrawn="1"/>
        </p:nvSpPr>
        <p:spPr>
          <a:xfrm>
            <a:off x="4631022" y="871059"/>
            <a:ext cx="85472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주문 관리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D5A503D2-EF8F-43CB-A798-A919DBF346D3}"/>
              </a:ext>
            </a:extLst>
          </p:cNvPr>
          <p:cNvCxnSpPr>
            <a:cxnSpLocks/>
          </p:cNvCxnSpPr>
          <p:nvPr userDrawn="1"/>
        </p:nvCxnSpPr>
        <p:spPr>
          <a:xfrm>
            <a:off x="1481667" y="1314226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표 4">
            <a:extLst>
              <a:ext uri="{FF2B5EF4-FFF2-40B4-BE49-F238E27FC236}">
                <a16:creationId xmlns:a16="http://schemas.microsoft.com/office/drawing/2014/main" id="{0AF5D069-E4EE-4454-9B43-BEA9D245F01A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241453876"/>
              </p:ext>
            </p:extLst>
          </p:nvPr>
        </p:nvGraphicFramePr>
        <p:xfrm>
          <a:off x="1481667" y="1480395"/>
          <a:ext cx="7315200" cy="32185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828800">
                  <a:extLst>
                    <a:ext uri="{9D8B030D-6E8A-4147-A177-3AD203B41FA5}">
                      <a16:colId xmlns:a16="http://schemas.microsoft.com/office/drawing/2014/main" val="3306315618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3684204346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1934738033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189309699"/>
                    </a:ext>
                  </a:extLst>
                </a:gridCol>
              </a:tblGrid>
              <a:tr h="32185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주문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취소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반품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교환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5709569"/>
                  </a:ext>
                </a:extLst>
              </a:tr>
            </a:tbl>
          </a:graphicData>
        </a:graphic>
      </p:graphicFrame>
      <p:graphicFrame>
        <p:nvGraphicFramePr>
          <p:cNvPr id="18" name="표 13">
            <a:extLst>
              <a:ext uri="{FF2B5EF4-FFF2-40B4-BE49-F238E27FC236}">
                <a16:creationId xmlns:a16="http://schemas.microsoft.com/office/drawing/2014/main" id="{747F01A7-E54A-42C3-98E9-5215CE541D0F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32449390"/>
              </p:ext>
            </p:extLst>
          </p:nvPr>
        </p:nvGraphicFramePr>
        <p:xfrm>
          <a:off x="1493222" y="3185863"/>
          <a:ext cx="7315200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43481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3390999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751414510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3916658608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117488308"/>
                    </a:ext>
                  </a:extLst>
                </a:gridCol>
                <a:gridCol w="963843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802373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7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err="1"/>
                        <a:t>반품신청중</a:t>
                      </a:r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</a:tbl>
          </a:graphicData>
        </a:graphic>
      </p:graphicFrame>
      <p:grpSp>
        <p:nvGrpSpPr>
          <p:cNvPr id="19" name="그룹 18">
            <a:extLst>
              <a:ext uri="{FF2B5EF4-FFF2-40B4-BE49-F238E27FC236}">
                <a16:creationId xmlns:a16="http://schemas.microsoft.com/office/drawing/2014/main" id="{AD66EDE7-F07D-42C5-93C2-CE5FBC09699E}"/>
              </a:ext>
            </a:extLst>
          </p:cNvPr>
          <p:cNvGrpSpPr/>
          <p:nvPr userDrawn="1"/>
        </p:nvGrpSpPr>
        <p:grpSpPr>
          <a:xfrm>
            <a:off x="2431739" y="3499337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20" name="Border">
              <a:extLst>
                <a:ext uri="{FF2B5EF4-FFF2-40B4-BE49-F238E27FC236}">
                  <a16:creationId xmlns:a16="http://schemas.microsoft.com/office/drawing/2014/main" id="{16DB5FCA-BD29-4ACF-AB78-99B295D4A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Line 2">
              <a:extLst>
                <a:ext uri="{FF2B5EF4-FFF2-40B4-BE49-F238E27FC236}">
                  <a16:creationId xmlns:a16="http://schemas.microsoft.com/office/drawing/2014/main" id="{3453AAE6-5FA7-442E-BCE2-51525C7FE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Line 1">
              <a:extLst>
                <a:ext uri="{FF2B5EF4-FFF2-40B4-BE49-F238E27FC236}">
                  <a16:creationId xmlns:a16="http://schemas.microsoft.com/office/drawing/2014/main" id="{F833E031-5492-4D8D-A173-0E6C7EE8A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3D082D9-0CBB-4D84-A06E-2B583504F2F5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B3FF4175-0C33-40EA-9F31-AF82CFEE5F0E}"/>
              </a:ext>
            </a:extLst>
          </p:cNvPr>
          <p:cNvSpPr/>
          <p:nvPr userDrawn="1"/>
        </p:nvSpPr>
        <p:spPr>
          <a:xfrm>
            <a:off x="3142168" y="3499337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8794AAC-8EF2-474B-85C9-93F9347BB2F8}"/>
              </a:ext>
            </a:extLst>
          </p:cNvPr>
          <p:cNvSpPr txBox="1"/>
          <p:nvPr userDrawn="1"/>
        </p:nvSpPr>
        <p:spPr>
          <a:xfrm>
            <a:off x="1414402" y="2955444"/>
            <a:ext cx="24849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반품날짜</a:t>
            </a:r>
            <a:r>
              <a:rPr lang="en-US" altLang="ko-KR" sz="800" dirty="0"/>
              <a:t>: 2024.10.12  |  </a:t>
            </a:r>
            <a:r>
              <a:rPr lang="ko-KR" altLang="en-US" sz="800" dirty="0"/>
              <a:t>주문번호</a:t>
            </a:r>
            <a:r>
              <a:rPr lang="en-US" altLang="ko-KR" sz="800" dirty="0"/>
              <a:t>:</a:t>
            </a:r>
            <a:r>
              <a:rPr lang="ko-KR" altLang="en-US" sz="800" dirty="0"/>
              <a:t> </a:t>
            </a:r>
            <a:r>
              <a:rPr lang="en-US" altLang="ko-KR" sz="800" dirty="0"/>
              <a:t>Me9-00929111</a:t>
            </a:r>
            <a:endParaRPr lang="ko-KR" altLang="en-US" sz="800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6CC5B8D-3176-4349-A830-F90F75C6DDCC}"/>
              </a:ext>
            </a:extLst>
          </p:cNvPr>
          <p:cNvSpPr txBox="1"/>
          <p:nvPr userDrawn="1"/>
        </p:nvSpPr>
        <p:spPr>
          <a:xfrm>
            <a:off x="6531029" y="4084111"/>
            <a:ext cx="23807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30,000</a:t>
            </a:r>
            <a:r>
              <a:rPr lang="ko-KR" altLang="en-US" sz="800" dirty="0"/>
              <a:t>원 미만 </a:t>
            </a:r>
            <a:r>
              <a:rPr lang="en-US" altLang="ko-KR" sz="800" dirty="0"/>
              <a:t>: 2,500 </a:t>
            </a:r>
            <a:r>
              <a:rPr lang="ko-KR" altLang="en-US" sz="800" dirty="0"/>
              <a:t>원</a:t>
            </a:r>
            <a:r>
              <a:rPr lang="en-US" altLang="ko-KR" sz="800" dirty="0"/>
              <a:t>  |  </a:t>
            </a:r>
            <a:r>
              <a:rPr lang="ko-KR" altLang="en-US" sz="800" dirty="0"/>
              <a:t>판매자 문의하기 ▷</a:t>
            </a:r>
          </a:p>
        </p:txBody>
      </p:sp>
      <p:pic>
        <p:nvPicPr>
          <p:cNvPr id="27" name="Picture 2">
            <a:extLst>
              <a:ext uri="{FF2B5EF4-FFF2-40B4-BE49-F238E27FC236}">
                <a16:creationId xmlns:a16="http://schemas.microsoft.com/office/drawing/2014/main" id="{0B7025CB-05D4-4040-8068-0C6D8BFB274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9508" y="6506219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" name="직사각형 27">
            <a:extLst>
              <a:ext uri="{FF2B5EF4-FFF2-40B4-BE49-F238E27FC236}">
                <a16:creationId xmlns:a16="http://schemas.microsoft.com/office/drawing/2014/main" id="{BCCA8038-E013-45ED-B620-3BBC2A2C3A2C}"/>
              </a:ext>
            </a:extLst>
          </p:cNvPr>
          <p:cNvSpPr/>
          <p:nvPr userDrawn="1"/>
        </p:nvSpPr>
        <p:spPr>
          <a:xfrm>
            <a:off x="3920415" y="2976551"/>
            <a:ext cx="666792" cy="150254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주문상세</a:t>
            </a:r>
          </a:p>
        </p:txBody>
      </p:sp>
      <p:graphicFrame>
        <p:nvGraphicFramePr>
          <p:cNvPr id="29" name="표 13">
            <a:extLst>
              <a:ext uri="{FF2B5EF4-FFF2-40B4-BE49-F238E27FC236}">
                <a16:creationId xmlns:a16="http://schemas.microsoft.com/office/drawing/2014/main" id="{31A2DACB-1402-4B22-AEC8-8213668E092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591401106"/>
              </p:ext>
            </p:extLst>
          </p:nvPr>
        </p:nvGraphicFramePr>
        <p:xfrm>
          <a:off x="1493176" y="4786736"/>
          <a:ext cx="7315200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4031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3420449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751414510"/>
                    </a:ext>
                  </a:extLst>
                </a:gridCol>
                <a:gridCol w="301651">
                  <a:extLst>
                    <a:ext uri="{9D8B030D-6E8A-4147-A177-3AD203B41FA5}">
                      <a16:colId xmlns:a16="http://schemas.microsoft.com/office/drawing/2014/main" val="3916658608"/>
                    </a:ext>
                  </a:extLst>
                </a:gridCol>
                <a:gridCol w="800100">
                  <a:extLst>
                    <a:ext uri="{9D8B030D-6E8A-4147-A177-3AD203B41FA5}">
                      <a16:colId xmlns:a16="http://schemas.microsoft.com/office/drawing/2014/main" val="2117488308"/>
                    </a:ext>
                  </a:extLst>
                </a:gridCol>
                <a:gridCol w="738428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802373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7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반품완료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</a:tbl>
          </a:graphicData>
        </a:graphic>
      </p:graphicFrame>
      <p:grpSp>
        <p:nvGrpSpPr>
          <p:cNvPr id="30" name="그룹 29">
            <a:extLst>
              <a:ext uri="{FF2B5EF4-FFF2-40B4-BE49-F238E27FC236}">
                <a16:creationId xmlns:a16="http://schemas.microsoft.com/office/drawing/2014/main" id="{4A65CC33-B616-4165-8289-9A0F9F6E2F12}"/>
              </a:ext>
            </a:extLst>
          </p:cNvPr>
          <p:cNvGrpSpPr/>
          <p:nvPr userDrawn="1"/>
        </p:nvGrpSpPr>
        <p:grpSpPr>
          <a:xfrm>
            <a:off x="2431693" y="5100210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31" name="Border">
              <a:extLst>
                <a:ext uri="{FF2B5EF4-FFF2-40B4-BE49-F238E27FC236}">
                  <a16:creationId xmlns:a16="http://schemas.microsoft.com/office/drawing/2014/main" id="{24032225-9956-42D8-9C05-AEEE9E0AC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" name="Line 2">
              <a:extLst>
                <a:ext uri="{FF2B5EF4-FFF2-40B4-BE49-F238E27FC236}">
                  <a16:creationId xmlns:a16="http://schemas.microsoft.com/office/drawing/2014/main" id="{CEB907F7-3391-4C55-A3C1-4780908C7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" name="Line 1">
              <a:extLst>
                <a:ext uri="{FF2B5EF4-FFF2-40B4-BE49-F238E27FC236}">
                  <a16:creationId xmlns:a16="http://schemas.microsoft.com/office/drawing/2014/main" id="{035A7843-C2B4-4FAF-BD57-9668585E5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2FC3C204-DA7E-481F-BCF9-E544A6F01ADE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96C3C50-91B2-4499-BBA1-4C0E515E9346}"/>
              </a:ext>
            </a:extLst>
          </p:cNvPr>
          <p:cNvSpPr/>
          <p:nvPr userDrawn="1"/>
        </p:nvSpPr>
        <p:spPr>
          <a:xfrm>
            <a:off x="3142122" y="5100210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E2E118E-A9C5-4D02-A034-DDA53767DD92}"/>
              </a:ext>
            </a:extLst>
          </p:cNvPr>
          <p:cNvSpPr txBox="1"/>
          <p:nvPr userDrawn="1"/>
        </p:nvSpPr>
        <p:spPr>
          <a:xfrm>
            <a:off x="1414356" y="4556317"/>
            <a:ext cx="24849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반품날짜</a:t>
            </a:r>
            <a:r>
              <a:rPr lang="en-US" altLang="ko-KR" sz="800" dirty="0"/>
              <a:t>: 2024.10.11  |  </a:t>
            </a:r>
            <a:r>
              <a:rPr lang="ko-KR" altLang="en-US" sz="800" dirty="0"/>
              <a:t>주문번호</a:t>
            </a:r>
            <a:r>
              <a:rPr lang="en-US" altLang="ko-KR" sz="800" dirty="0"/>
              <a:t>:</a:t>
            </a:r>
            <a:r>
              <a:rPr lang="ko-KR" altLang="en-US" sz="800" dirty="0"/>
              <a:t> </a:t>
            </a:r>
            <a:r>
              <a:rPr lang="en-US" altLang="ko-KR" sz="800" dirty="0"/>
              <a:t>Me9-00929111</a:t>
            </a:r>
            <a:endParaRPr lang="ko-KR" altLang="en-US" sz="800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43CF646-4F33-40F4-B848-97E818D823F4}"/>
              </a:ext>
            </a:extLst>
          </p:cNvPr>
          <p:cNvSpPr txBox="1"/>
          <p:nvPr userDrawn="1"/>
        </p:nvSpPr>
        <p:spPr>
          <a:xfrm>
            <a:off x="6530983" y="5684984"/>
            <a:ext cx="141256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30,000</a:t>
            </a:r>
            <a:r>
              <a:rPr lang="ko-KR" altLang="en-US" sz="800" dirty="0"/>
              <a:t>원 미만 </a:t>
            </a:r>
            <a:r>
              <a:rPr lang="en-US" altLang="ko-KR" sz="800" dirty="0"/>
              <a:t>: 2,500 </a:t>
            </a:r>
            <a:r>
              <a:rPr lang="ko-KR" altLang="en-US" sz="800" dirty="0"/>
              <a:t>원</a:t>
            </a:r>
            <a:r>
              <a:rPr lang="en-US" altLang="ko-KR" sz="800" dirty="0"/>
              <a:t>  |</a:t>
            </a:r>
            <a:endParaRPr lang="ko-KR" altLang="en-US" sz="800" dirty="0"/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6486B0B-9F0A-4C4D-8A4C-6DB689E79F7F}"/>
              </a:ext>
            </a:extLst>
          </p:cNvPr>
          <p:cNvSpPr/>
          <p:nvPr userDrawn="1"/>
        </p:nvSpPr>
        <p:spPr>
          <a:xfrm>
            <a:off x="3920415" y="4578008"/>
            <a:ext cx="666792" cy="150254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주문상세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C33CEBA-7582-49DF-AE34-23ED7E7C3AF9}"/>
              </a:ext>
            </a:extLst>
          </p:cNvPr>
          <p:cNvSpPr/>
          <p:nvPr userDrawn="1"/>
        </p:nvSpPr>
        <p:spPr>
          <a:xfrm>
            <a:off x="2607660" y="2029542"/>
            <a:ext cx="788807" cy="321855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최근 </a:t>
            </a:r>
            <a:r>
              <a:rPr lang="en-US" altLang="ko-KR" sz="800" b="1" dirty="0">
                <a:solidFill>
                  <a:schemeClr val="bg1"/>
                </a:solidFill>
              </a:rPr>
              <a:t>1</a:t>
            </a:r>
            <a:r>
              <a:rPr lang="ko-KR" altLang="en-US" sz="800" b="1" dirty="0">
                <a:solidFill>
                  <a:schemeClr val="bg1"/>
                </a:solidFill>
              </a:rPr>
              <a:t>개월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9C60BAEB-A2F6-407A-86B7-6C81F759E25A}"/>
              </a:ext>
            </a:extLst>
          </p:cNvPr>
          <p:cNvSpPr/>
          <p:nvPr userDrawn="1"/>
        </p:nvSpPr>
        <p:spPr>
          <a:xfrm>
            <a:off x="3396467" y="2029542"/>
            <a:ext cx="788806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최근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개월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66895B5-6F42-4C88-AB82-E9D09D1696FD}"/>
              </a:ext>
            </a:extLst>
          </p:cNvPr>
          <p:cNvSpPr/>
          <p:nvPr userDrawn="1"/>
        </p:nvSpPr>
        <p:spPr>
          <a:xfrm>
            <a:off x="4185273" y="2029542"/>
            <a:ext cx="724713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최근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6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개월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FC348796-321F-47C8-856E-4F31E9087044}"/>
              </a:ext>
            </a:extLst>
          </p:cNvPr>
          <p:cNvSpPr/>
          <p:nvPr userDrawn="1"/>
        </p:nvSpPr>
        <p:spPr>
          <a:xfrm>
            <a:off x="4909986" y="2029542"/>
            <a:ext cx="724713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최근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년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684B5DC-4EA8-402B-A846-58FFEBB1F52C}"/>
              </a:ext>
            </a:extLst>
          </p:cNvPr>
          <p:cNvSpPr/>
          <p:nvPr userDrawn="1"/>
        </p:nvSpPr>
        <p:spPr>
          <a:xfrm>
            <a:off x="5733879" y="2029542"/>
            <a:ext cx="2609448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8F4A80BB-5A7F-4D89-BCB2-4368023AE488}"/>
              </a:ext>
            </a:extLst>
          </p:cNvPr>
          <p:cNvSpPr txBox="1"/>
          <p:nvPr userDrawn="1"/>
        </p:nvSpPr>
        <p:spPr>
          <a:xfrm>
            <a:off x="5763375" y="2085914"/>
            <a:ext cx="59503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주문기간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6C8B3BBC-FDB2-4A77-8A67-55ACCCD2F37E}"/>
              </a:ext>
            </a:extLst>
          </p:cNvPr>
          <p:cNvSpPr/>
          <p:nvPr userDrawn="1"/>
        </p:nvSpPr>
        <p:spPr>
          <a:xfrm>
            <a:off x="6330693" y="2089609"/>
            <a:ext cx="609315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46" name="그림 45">
            <a:extLst>
              <a:ext uri="{FF2B5EF4-FFF2-40B4-BE49-F238E27FC236}">
                <a16:creationId xmlns:a16="http://schemas.microsoft.com/office/drawing/2014/main" id="{E7A2B73B-B344-4C11-8BA3-E42D9919C8A6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65410" y="2081678"/>
            <a:ext cx="200163" cy="207177"/>
          </a:xfrm>
          <a:prstGeom prst="rect">
            <a:avLst/>
          </a:prstGeom>
          <a:ln w="6350">
            <a:noFill/>
          </a:ln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7C0B8BC1-C6BA-487E-A715-54696B36D01A}"/>
              </a:ext>
            </a:extLst>
          </p:cNvPr>
          <p:cNvSpPr txBox="1"/>
          <p:nvPr userDrawn="1"/>
        </p:nvSpPr>
        <p:spPr>
          <a:xfrm>
            <a:off x="7113131" y="2066412"/>
            <a:ext cx="26481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/>
              <a:t>~</a:t>
            </a:r>
            <a:endParaRPr lang="ko-KR" altLang="en-US" sz="9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50C2001-8453-4B77-8B10-1BC496C250A9}"/>
              </a:ext>
            </a:extLst>
          </p:cNvPr>
          <p:cNvSpPr/>
          <p:nvPr userDrawn="1"/>
        </p:nvSpPr>
        <p:spPr>
          <a:xfrm>
            <a:off x="7339481" y="2089609"/>
            <a:ext cx="606992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360EF132-2968-45E5-9E7D-560355CC37CE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74197" y="2081678"/>
            <a:ext cx="200163" cy="207177"/>
          </a:xfrm>
          <a:prstGeom prst="rect">
            <a:avLst/>
          </a:prstGeom>
          <a:ln w="6350">
            <a:noFill/>
          </a:ln>
        </p:spPr>
      </p:pic>
      <p:sp>
        <p:nvSpPr>
          <p:cNvPr id="50" name="직사각형 49">
            <a:extLst>
              <a:ext uri="{FF2B5EF4-FFF2-40B4-BE49-F238E27FC236}">
                <a16:creationId xmlns:a16="http://schemas.microsoft.com/office/drawing/2014/main" id="{96E3CEB5-C2E6-45F4-8A8D-8C702EB757E2}"/>
              </a:ext>
            </a:extLst>
          </p:cNvPr>
          <p:cNvSpPr/>
          <p:nvPr userDrawn="1"/>
        </p:nvSpPr>
        <p:spPr>
          <a:xfrm>
            <a:off x="8343327" y="2029543"/>
            <a:ext cx="453540" cy="3242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조회</a:t>
            </a: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FA1A109A-E3A5-47B6-966F-A4E2B1D13925}"/>
              </a:ext>
            </a:extLst>
          </p:cNvPr>
          <p:cNvCxnSpPr>
            <a:cxnSpLocks/>
          </p:cNvCxnSpPr>
          <p:nvPr userDrawn="1"/>
        </p:nvCxnSpPr>
        <p:spPr>
          <a:xfrm>
            <a:off x="1522542" y="2582065"/>
            <a:ext cx="7323667" cy="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17AA2B0-5F0A-4A8A-ACE0-61454F987982}"/>
              </a:ext>
            </a:extLst>
          </p:cNvPr>
          <p:cNvSpPr/>
          <p:nvPr userDrawn="1"/>
        </p:nvSpPr>
        <p:spPr>
          <a:xfrm>
            <a:off x="1493716" y="2034446"/>
            <a:ext cx="1014763" cy="3169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반품상태 전체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AED6BF4-BDF8-4901-85CF-F9B763091BFC}"/>
              </a:ext>
            </a:extLst>
          </p:cNvPr>
          <p:cNvSpPr/>
          <p:nvPr userDrawn="1"/>
        </p:nvSpPr>
        <p:spPr>
          <a:xfrm>
            <a:off x="7943549" y="5178460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반품완료일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1FCD2CBA-C61E-4B10-84F2-6F9C84480D99}"/>
              </a:ext>
            </a:extLst>
          </p:cNvPr>
          <p:cNvSpPr/>
          <p:nvPr userDrawn="1"/>
        </p:nvSpPr>
        <p:spPr>
          <a:xfrm>
            <a:off x="7925052" y="3588342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반품신청일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999261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B9A238A3-AC34-4E51-AADE-50341A16E004}"/>
              </a:ext>
            </a:extLst>
          </p:cNvPr>
          <p:cNvSpPr/>
          <p:nvPr userDrawn="1"/>
        </p:nvSpPr>
        <p:spPr>
          <a:xfrm>
            <a:off x="33614" y="34270"/>
            <a:ext cx="10033092" cy="7728605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2BDEAF9-3A23-4DBA-A918-6D021F28AE76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9E7C033-169A-4807-AC6B-C2659A59AEB4}"/>
              </a:ext>
            </a:extLst>
          </p:cNvPr>
          <p:cNvSpPr/>
          <p:nvPr userDrawn="1"/>
        </p:nvSpPr>
        <p:spPr>
          <a:xfrm>
            <a:off x="33615" y="34272"/>
            <a:ext cx="10033092" cy="579114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28D194D2-8A15-4ADB-BA51-8F4B9504ADAB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CBCBCE31-8F72-4E7D-8E14-24D37358C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663BA13B-6091-4683-94BE-93C31C213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30FCE172-731A-40AB-A9C3-7796BD89C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60B92CB-A293-4442-B4F5-2597BCAB2C52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34BC063-5F06-456C-8AA6-597EF7E9D9A5}"/>
              </a:ext>
            </a:extLst>
          </p:cNvPr>
          <p:cNvSpPr/>
          <p:nvPr userDrawn="1"/>
        </p:nvSpPr>
        <p:spPr>
          <a:xfrm>
            <a:off x="8384010" y="202394"/>
            <a:ext cx="1656223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장바구니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로그인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B73F8A9-0DA2-4ED6-91D4-8713C1DF2CE4}"/>
              </a:ext>
            </a:extLst>
          </p:cNvPr>
          <p:cNvSpPr/>
          <p:nvPr userDrawn="1"/>
        </p:nvSpPr>
        <p:spPr>
          <a:xfrm>
            <a:off x="1796228" y="196333"/>
            <a:ext cx="2987312" cy="25499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상품코드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, 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상품제목</a:t>
            </a:r>
            <a:endParaRPr lang="ko-KR" altLang="en-US" sz="90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B03EA36D-8A6B-410E-8214-AC29CFED37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562333" y="245079"/>
            <a:ext cx="157211" cy="157211"/>
          </a:xfrm>
          <a:prstGeom prst="rect">
            <a:avLst/>
          </a:prstGeom>
        </p:spPr>
      </p:pic>
      <p:graphicFrame>
        <p:nvGraphicFramePr>
          <p:cNvPr id="14" name="표 95">
            <a:extLst>
              <a:ext uri="{FF2B5EF4-FFF2-40B4-BE49-F238E27FC236}">
                <a16:creationId xmlns:a16="http://schemas.microsoft.com/office/drawing/2014/main" id="{85A36E11-F9D1-4E53-A92C-6EA513CBC048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727807725"/>
              </p:ext>
            </p:extLst>
          </p:nvPr>
        </p:nvGraphicFramePr>
        <p:xfrm>
          <a:off x="33613" y="7154634"/>
          <a:ext cx="10033092" cy="607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033092">
                  <a:extLst>
                    <a:ext uri="{9D8B030D-6E8A-4147-A177-3AD203B41FA5}">
                      <a16:colId xmlns:a16="http://schemas.microsoft.com/office/drawing/2014/main" val="89235589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just" latinLnBrk="1"/>
                      <a:r>
                        <a:rPr lang="ko-KR" altLang="en-US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                                                                                                                                                                                                                                      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Me9 Market    </a:t>
                      </a:r>
                      <a:r>
                        <a:rPr lang="en-US" altLang="ko-KR" sz="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|     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공지사항   </a:t>
                      </a:r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35955"/>
                  </a:ext>
                </a:extLst>
              </a:tr>
              <a:tr h="3938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/>
                        <a:t>© Shop </a:t>
                      </a:r>
                      <a:r>
                        <a:rPr lang="ko-KR" altLang="en-US" sz="900" dirty="0" err="1"/>
                        <a:t>채널명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All Rights Reserved.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9122011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593033A2-B717-4C99-8628-E19FDEE448A0}"/>
              </a:ext>
            </a:extLst>
          </p:cNvPr>
          <p:cNvSpPr txBox="1"/>
          <p:nvPr userDrawn="1"/>
        </p:nvSpPr>
        <p:spPr>
          <a:xfrm>
            <a:off x="4631022" y="871059"/>
            <a:ext cx="85472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주문 관리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562A10B6-B2C5-4D78-8CA3-561500CA82FA}"/>
              </a:ext>
            </a:extLst>
          </p:cNvPr>
          <p:cNvCxnSpPr>
            <a:cxnSpLocks/>
          </p:cNvCxnSpPr>
          <p:nvPr userDrawn="1"/>
        </p:nvCxnSpPr>
        <p:spPr>
          <a:xfrm>
            <a:off x="1481667" y="1314226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표 4">
            <a:extLst>
              <a:ext uri="{FF2B5EF4-FFF2-40B4-BE49-F238E27FC236}">
                <a16:creationId xmlns:a16="http://schemas.microsoft.com/office/drawing/2014/main" id="{A5EB4E69-16A2-4E94-9DC7-C6653F35A890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65229218"/>
              </p:ext>
            </p:extLst>
          </p:nvPr>
        </p:nvGraphicFramePr>
        <p:xfrm>
          <a:off x="1481667" y="1480395"/>
          <a:ext cx="7315200" cy="32185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828800">
                  <a:extLst>
                    <a:ext uri="{9D8B030D-6E8A-4147-A177-3AD203B41FA5}">
                      <a16:colId xmlns:a16="http://schemas.microsoft.com/office/drawing/2014/main" val="3306315618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3684204346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1934738033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189309699"/>
                    </a:ext>
                  </a:extLst>
                </a:gridCol>
              </a:tblGrid>
              <a:tr h="32185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주문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취소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반품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교환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709569"/>
                  </a:ext>
                </a:extLst>
              </a:tr>
            </a:tbl>
          </a:graphicData>
        </a:graphic>
      </p:graphicFrame>
      <p:graphicFrame>
        <p:nvGraphicFramePr>
          <p:cNvPr id="18" name="표 13">
            <a:extLst>
              <a:ext uri="{FF2B5EF4-FFF2-40B4-BE49-F238E27FC236}">
                <a16:creationId xmlns:a16="http://schemas.microsoft.com/office/drawing/2014/main" id="{9C9E66C5-DBE9-4E37-9258-097863EF7CA9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244583798"/>
              </p:ext>
            </p:extLst>
          </p:nvPr>
        </p:nvGraphicFramePr>
        <p:xfrm>
          <a:off x="1493222" y="3185863"/>
          <a:ext cx="7315200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43481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3390999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751414510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3916658608"/>
                    </a:ext>
                  </a:extLst>
                </a:gridCol>
                <a:gridCol w="438168">
                  <a:extLst>
                    <a:ext uri="{9D8B030D-6E8A-4147-A177-3AD203B41FA5}">
                      <a16:colId xmlns:a16="http://schemas.microsoft.com/office/drawing/2014/main" val="2117488308"/>
                    </a:ext>
                  </a:extLst>
                </a:gridCol>
                <a:gridCol w="963843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802373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7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err="1"/>
                        <a:t>교환신청중</a:t>
                      </a:r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</a:tbl>
          </a:graphicData>
        </a:graphic>
      </p:graphicFrame>
      <p:grpSp>
        <p:nvGrpSpPr>
          <p:cNvPr id="19" name="그룹 18">
            <a:extLst>
              <a:ext uri="{FF2B5EF4-FFF2-40B4-BE49-F238E27FC236}">
                <a16:creationId xmlns:a16="http://schemas.microsoft.com/office/drawing/2014/main" id="{0C6DCF6C-D7BF-4A89-82B3-459414F04C57}"/>
              </a:ext>
            </a:extLst>
          </p:cNvPr>
          <p:cNvGrpSpPr/>
          <p:nvPr userDrawn="1"/>
        </p:nvGrpSpPr>
        <p:grpSpPr>
          <a:xfrm>
            <a:off x="2431739" y="3499337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20" name="Border">
              <a:extLst>
                <a:ext uri="{FF2B5EF4-FFF2-40B4-BE49-F238E27FC236}">
                  <a16:creationId xmlns:a16="http://schemas.microsoft.com/office/drawing/2014/main" id="{23520160-3402-4939-8F4F-D7D73820D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Line 2">
              <a:extLst>
                <a:ext uri="{FF2B5EF4-FFF2-40B4-BE49-F238E27FC236}">
                  <a16:creationId xmlns:a16="http://schemas.microsoft.com/office/drawing/2014/main" id="{87B5592D-081C-4806-9F98-1509FC6F4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Line 1">
              <a:extLst>
                <a:ext uri="{FF2B5EF4-FFF2-40B4-BE49-F238E27FC236}">
                  <a16:creationId xmlns:a16="http://schemas.microsoft.com/office/drawing/2014/main" id="{B7C7C7BC-3A64-4D1D-ADD1-47F788E33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F76FA18-30D1-47E8-BF08-8582508FBCF4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8545200-E4C4-401E-BE61-8E24C4C65A46}"/>
              </a:ext>
            </a:extLst>
          </p:cNvPr>
          <p:cNvSpPr/>
          <p:nvPr userDrawn="1"/>
        </p:nvSpPr>
        <p:spPr>
          <a:xfrm>
            <a:off x="3142168" y="3499337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7C4ED21-4885-44E1-B193-ACD4F6E2E44F}"/>
              </a:ext>
            </a:extLst>
          </p:cNvPr>
          <p:cNvSpPr txBox="1"/>
          <p:nvPr userDrawn="1"/>
        </p:nvSpPr>
        <p:spPr>
          <a:xfrm>
            <a:off x="1414402" y="2955444"/>
            <a:ext cx="24849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교환날짜</a:t>
            </a:r>
            <a:r>
              <a:rPr lang="en-US" altLang="ko-KR" sz="800" dirty="0"/>
              <a:t>: 2024.10.12  |  </a:t>
            </a:r>
            <a:r>
              <a:rPr lang="ko-KR" altLang="en-US" sz="800" dirty="0"/>
              <a:t>주문번호</a:t>
            </a:r>
            <a:r>
              <a:rPr lang="en-US" altLang="ko-KR" sz="800" dirty="0"/>
              <a:t>:</a:t>
            </a:r>
            <a:r>
              <a:rPr lang="ko-KR" altLang="en-US" sz="800" dirty="0"/>
              <a:t> </a:t>
            </a:r>
            <a:r>
              <a:rPr lang="en-US" altLang="ko-KR" sz="800" dirty="0"/>
              <a:t>Me9-00929111</a:t>
            </a:r>
            <a:endParaRPr lang="ko-KR" altLang="en-US" sz="800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DE9A732-811F-4470-A2AD-6C1D3276B103}"/>
              </a:ext>
            </a:extLst>
          </p:cNvPr>
          <p:cNvSpPr txBox="1"/>
          <p:nvPr userDrawn="1"/>
        </p:nvSpPr>
        <p:spPr>
          <a:xfrm>
            <a:off x="6531029" y="4084111"/>
            <a:ext cx="23807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30,000</a:t>
            </a:r>
            <a:r>
              <a:rPr lang="ko-KR" altLang="en-US" sz="800" dirty="0"/>
              <a:t>원 미만 </a:t>
            </a:r>
            <a:r>
              <a:rPr lang="en-US" altLang="ko-KR" sz="800" dirty="0"/>
              <a:t>: 2,500 </a:t>
            </a:r>
            <a:r>
              <a:rPr lang="ko-KR" altLang="en-US" sz="800" dirty="0"/>
              <a:t>원</a:t>
            </a:r>
            <a:r>
              <a:rPr lang="en-US" altLang="ko-KR" sz="800" dirty="0"/>
              <a:t>  |  </a:t>
            </a:r>
            <a:r>
              <a:rPr lang="ko-KR" altLang="en-US" sz="800" dirty="0"/>
              <a:t>판매자 문의하기 ▷</a:t>
            </a:r>
          </a:p>
        </p:txBody>
      </p:sp>
      <p:pic>
        <p:nvPicPr>
          <p:cNvPr id="27" name="Picture 2">
            <a:extLst>
              <a:ext uri="{FF2B5EF4-FFF2-40B4-BE49-F238E27FC236}">
                <a16:creationId xmlns:a16="http://schemas.microsoft.com/office/drawing/2014/main" id="{DDFFF875-6E04-4FBF-A237-69847E5E2C5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9508" y="6506219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" name="직사각형 27">
            <a:extLst>
              <a:ext uri="{FF2B5EF4-FFF2-40B4-BE49-F238E27FC236}">
                <a16:creationId xmlns:a16="http://schemas.microsoft.com/office/drawing/2014/main" id="{2BB25AC9-879C-4DC7-A454-47E18F084194}"/>
              </a:ext>
            </a:extLst>
          </p:cNvPr>
          <p:cNvSpPr/>
          <p:nvPr userDrawn="1"/>
        </p:nvSpPr>
        <p:spPr>
          <a:xfrm>
            <a:off x="3920415" y="2976551"/>
            <a:ext cx="666792" cy="150254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주문상세</a:t>
            </a:r>
          </a:p>
        </p:txBody>
      </p:sp>
      <p:graphicFrame>
        <p:nvGraphicFramePr>
          <p:cNvPr id="29" name="표 13">
            <a:extLst>
              <a:ext uri="{FF2B5EF4-FFF2-40B4-BE49-F238E27FC236}">
                <a16:creationId xmlns:a16="http://schemas.microsoft.com/office/drawing/2014/main" id="{8292592A-6519-4C46-9536-4462C915151B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953681243"/>
              </p:ext>
            </p:extLst>
          </p:nvPr>
        </p:nvGraphicFramePr>
        <p:xfrm>
          <a:off x="1493176" y="4786736"/>
          <a:ext cx="7315200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4031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2683893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2276475">
                  <a:extLst>
                    <a:ext uri="{9D8B030D-6E8A-4147-A177-3AD203B41FA5}">
                      <a16:colId xmlns:a16="http://schemas.microsoft.com/office/drawing/2014/main" val="2751414510"/>
                    </a:ext>
                  </a:extLst>
                </a:gridCol>
                <a:gridCol w="738428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802373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교환완료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dirty="0"/>
                        <a:t>주문번호</a:t>
                      </a:r>
                      <a:r>
                        <a:rPr lang="en-US" altLang="ko-KR" sz="900" dirty="0"/>
                        <a:t>: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Me9-00929111</a:t>
                      </a:r>
                    </a:p>
                    <a:p>
                      <a:pPr algn="l" latinLnBrk="1"/>
                      <a:r>
                        <a:rPr lang="ko-KR" altLang="en-US" sz="900" b="1" dirty="0">
                          <a:solidFill>
                            <a:srgbClr val="FF0000"/>
                          </a:solidFill>
                        </a:rPr>
                        <a:t>  → </a:t>
                      </a:r>
                      <a:r>
                        <a:rPr lang="ko-KR" altLang="en-US" sz="900" dirty="0"/>
                        <a:t>교환 주문번호</a:t>
                      </a:r>
                      <a:r>
                        <a:rPr lang="en-US" altLang="ko-KR" sz="900" dirty="0"/>
                        <a:t>: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Me9-RE-00929111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</a:tbl>
          </a:graphicData>
        </a:graphic>
      </p:graphicFrame>
      <p:grpSp>
        <p:nvGrpSpPr>
          <p:cNvPr id="30" name="그룹 29">
            <a:extLst>
              <a:ext uri="{FF2B5EF4-FFF2-40B4-BE49-F238E27FC236}">
                <a16:creationId xmlns:a16="http://schemas.microsoft.com/office/drawing/2014/main" id="{72F8CBD4-75F3-4B0D-A028-2BB3D322C185}"/>
              </a:ext>
            </a:extLst>
          </p:cNvPr>
          <p:cNvGrpSpPr/>
          <p:nvPr userDrawn="1"/>
        </p:nvGrpSpPr>
        <p:grpSpPr>
          <a:xfrm>
            <a:off x="2431693" y="5100210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31" name="Border">
              <a:extLst>
                <a:ext uri="{FF2B5EF4-FFF2-40B4-BE49-F238E27FC236}">
                  <a16:creationId xmlns:a16="http://schemas.microsoft.com/office/drawing/2014/main" id="{262FC13F-EB46-434B-B4BC-52BDFDE2C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" name="Line 2">
              <a:extLst>
                <a:ext uri="{FF2B5EF4-FFF2-40B4-BE49-F238E27FC236}">
                  <a16:creationId xmlns:a16="http://schemas.microsoft.com/office/drawing/2014/main" id="{1FBFC8D7-27D1-4247-BB7C-E5F533F86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" name="Line 1">
              <a:extLst>
                <a:ext uri="{FF2B5EF4-FFF2-40B4-BE49-F238E27FC236}">
                  <a16:creationId xmlns:a16="http://schemas.microsoft.com/office/drawing/2014/main" id="{2EF7876C-E62C-4BFA-A6B6-C491268B6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79C71CD0-280B-49AB-8D41-51354A95D905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A492867-9D54-478B-8BFA-012CE5DC0DC3}"/>
              </a:ext>
            </a:extLst>
          </p:cNvPr>
          <p:cNvSpPr/>
          <p:nvPr userDrawn="1"/>
        </p:nvSpPr>
        <p:spPr>
          <a:xfrm>
            <a:off x="3142122" y="5100210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88F86002-D553-43B1-A5B4-20E537E9A8C9}"/>
              </a:ext>
            </a:extLst>
          </p:cNvPr>
          <p:cNvSpPr txBox="1"/>
          <p:nvPr userDrawn="1"/>
        </p:nvSpPr>
        <p:spPr>
          <a:xfrm>
            <a:off x="1414356" y="4556317"/>
            <a:ext cx="288412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교환날짜</a:t>
            </a:r>
            <a:r>
              <a:rPr lang="en-US" altLang="ko-KR" sz="800" dirty="0"/>
              <a:t>: 2024.10.11  |  </a:t>
            </a:r>
            <a:r>
              <a:rPr lang="ko-KR" altLang="en-US" sz="800" dirty="0"/>
              <a:t>교환 주문번호</a:t>
            </a:r>
            <a:r>
              <a:rPr lang="en-US" altLang="ko-KR" sz="800" dirty="0"/>
              <a:t>:</a:t>
            </a:r>
            <a:r>
              <a:rPr lang="ko-KR" altLang="en-US" sz="800" dirty="0"/>
              <a:t> </a:t>
            </a:r>
            <a:r>
              <a:rPr lang="en-US" altLang="ko-KR" sz="800" dirty="0"/>
              <a:t>Me9-RE-00929111</a:t>
            </a:r>
            <a:endParaRPr lang="ko-KR" altLang="en-US" sz="800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232D94B-188A-423A-871E-EFFCE69D9E84}"/>
              </a:ext>
            </a:extLst>
          </p:cNvPr>
          <p:cNvSpPr txBox="1"/>
          <p:nvPr userDrawn="1"/>
        </p:nvSpPr>
        <p:spPr>
          <a:xfrm>
            <a:off x="6530983" y="5684984"/>
            <a:ext cx="141256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30,000</a:t>
            </a:r>
            <a:r>
              <a:rPr lang="ko-KR" altLang="en-US" sz="800" dirty="0"/>
              <a:t>원 미만 </a:t>
            </a:r>
            <a:r>
              <a:rPr lang="en-US" altLang="ko-KR" sz="800" dirty="0"/>
              <a:t>: 2,500 </a:t>
            </a:r>
            <a:r>
              <a:rPr lang="ko-KR" altLang="en-US" sz="800" dirty="0"/>
              <a:t>원</a:t>
            </a:r>
            <a:r>
              <a:rPr lang="en-US" altLang="ko-KR" sz="800" dirty="0"/>
              <a:t>  |</a:t>
            </a:r>
            <a:endParaRPr lang="ko-KR" altLang="en-US" sz="800" dirty="0"/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BB2E07C-BCB0-4E8C-8D2C-D1E6842E6F7A}"/>
              </a:ext>
            </a:extLst>
          </p:cNvPr>
          <p:cNvSpPr/>
          <p:nvPr userDrawn="1"/>
        </p:nvSpPr>
        <p:spPr>
          <a:xfrm>
            <a:off x="4310940" y="4578008"/>
            <a:ext cx="666792" cy="150254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주문상세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5B51C71-4363-46BB-892B-F89D669FE39A}"/>
              </a:ext>
            </a:extLst>
          </p:cNvPr>
          <p:cNvSpPr/>
          <p:nvPr userDrawn="1"/>
        </p:nvSpPr>
        <p:spPr>
          <a:xfrm>
            <a:off x="2607660" y="2029542"/>
            <a:ext cx="788807" cy="321855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최근 </a:t>
            </a:r>
            <a:r>
              <a:rPr lang="en-US" altLang="ko-KR" sz="800" b="1" dirty="0">
                <a:solidFill>
                  <a:schemeClr val="bg1"/>
                </a:solidFill>
              </a:rPr>
              <a:t>1</a:t>
            </a:r>
            <a:r>
              <a:rPr lang="ko-KR" altLang="en-US" sz="800" b="1" dirty="0">
                <a:solidFill>
                  <a:schemeClr val="bg1"/>
                </a:solidFill>
              </a:rPr>
              <a:t>개월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F2C4AEB-DAEA-4624-96D2-15DEF129F768}"/>
              </a:ext>
            </a:extLst>
          </p:cNvPr>
          <p:cNvSpPr/>
          <p:nvPr userDrawn="1"/>
        </p:nvSpPr>
        <p:spPr>
          <a:xfrm>
            <a:off x="3396467" y="2029542"/>
            <a:ext cx="788806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최근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개월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5CAF628-BD62-45B5-B96F-03E59C7D7D3B}"/>
              </a:ext>
            </a:extLst>
          </p:cNvPr>
          <p:cNvSpPr/>
          <p:nvPr userDrawn="1"/>
        </p:nvSpPr>
        <p:spPr>
          <a:xfrm>
            <a:off x="4185273" y="2029542"/>
            <a:ext cx="724713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최근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6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개월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4293263-AAA5-460E-A910-7D8796BB9289}"/>
              </a:ext>
            </a:extLst>
          </p:cNvPr>
          <p:cNvSpPr/>
          <p:nvPr userDrawn="1"/>
        </p:nvSpPr>
        <p:spPr>
          <a:xfrm>
            <a:off x="4909986" y="2029542"/>
            <a:ext cx="724713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최근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년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898870D8-3FA7-43A2-91E2-14CBEA3A0CB6}"/>
              </a:ext>
            </a:extLst>
          </p:cNvPr>
          <p:cNvSpPr/>
          <p:nvPr userDrawn="1"/>
        </p:nvSpPr>
        <p:spPr>
          <a:xfrm>
            <a:off x="5733879" y="2029542"/>
            <a:ext cx="2609448" cy="32185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B16232E9-C8CA-44E9-BEB8-1DE7A670A1C3}"/>
              </a:ext>
            </a:extLst>
          </p:cNvPr>
          <p:cNvSpPr txBox="1"/>
          <p:nvPr userDrawn="1"/>
        </p:nvSpPr>
        <p:spPr>
          <a:xfrm>
            <a:off x="5763375" y="2085914"/>
            <a:ext cx="59503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주문기간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84C9509-2F63-4CB9-878A-FCC1AEB430F4}"/>
              </a:ext>
            </a:extLst>
          </p:cNvPr>
          <p:cNvSpPr/>
          <p:nvPr userDrawn="1"/>
        </p:nvSpPr>
        <p:spPr>
          <a:xfrm>
            <a:off x="6330693" y="2089609"/>
            <a:ext cx="609315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46" name="그림 45">
            <a:extLst>
              <a:ext uri="{FF2B5EF4-FFF2-40B4-BE49-F238E27FC236}">
                <a16:creationId xmlns:a16="http://schemas.microsoft.com/office/drawing/2014/main" id="{F9F9B028-C3EB-4022-983F-40A8E325D263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65410" y="2081678"/>
            <a:ext cx="200163" cy="207177"/>
          </a:xfrm>
          <a:prstGeom prst="rect">
            <a:avLst/>
          </a:prstGeom>
          <a:ln w="6350">
            <a:noFill/>
          </a:ln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54952A56-C779-4B02-B6C8-829356BA9EC7}"/>
              </a:ext>
            </a:extLst>
          </p:cNvPr>
          <p:cNvSpPr txBox="1"/>
          <p:nvPr userDrawn="1"/>
        </p:nvSpPr>
        <p:spPr>
          <a:xfrm>
            <a:off x="7113131" y="2066412"/>
            <a:ext cx="26481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/>
              <a:t>~</a:t>
            </a:r>
            <a:endParaRPr lang="ko-KR" altLang="en-US" sz="9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639D25F-2EBC-4F00-9083-A73B78FD06CE}"/>
              </a:ext>
            </a:extLst>
          </p:cNvPr>
          <p:cNvSpPr/>
          <p:nvPr userDrawn="1"/>
        </p:nvSpPr>
        <p:spPr>
          <a:xfrm>
            <a:off x="7339481" y="2089609"/>
            <a:ext cx="606992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FC4F313D-9350-4D2C-933D-9055E0298FDC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74197" y="2081678"/>
            <a:ext cx="200163" cy="207177"/>
          </a:xfrm>
          <a:prstGeom prst="rect">
            <a:avLst/>
          </a:prstGeom>
          <a:ln w="6350">
            <a:noFill/>
          </a:ln>
        </p:spPr>
      </p:pic>
      <p:sp>
        <p:nvSpPr>
          <p:cNvPr id="50" name="직사각형 49">
            <a:extLst>
              <a:ext uri="{FF2B5EF4-FFF2-40B4-BE49-F238E27FC236}">
                <a16:creationId xmlns:a16="http://schemas.microsoft.com/office/drawing/2014/main" id="{3092D082-B6CC-466E-97AA-830F3B782394}"/>
              </a:ext>
            </a:extLst>
          </p:cNvPr>
          <p:cNvSpPr/>
          <p:nvPr userDrawn="1"/>
        </p:nvSpPr>
        <p:spPr>
          <a:xfrm>
            <a:off x="8343327" y="2029543"/>
            <a:ext cx="453540" cy="3242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조회</a:t>
            </a: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CF28DAAB-B566-414F-A5F3-82B4F9382382}"/>
              </a:ext>
            </a:extLst>
          </p:cNvPr>
          <p:cNvCxnSpPr>
            <a:cxnSpLocks/>
          </p:cNvCxnSpPr>
          <p:nvPr userDrawn="1"/>
        </p:nvCxnSpPr>
        <p:spPr>
          <a:xfrm>
            <a:off x="1522542" y="2582065"/>
            <a:ext cx="7323667" cy="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A592E3F-6450-4EC6-B6C2-69706079DAC9}"/>
              </a:ext>
            </a:extLst>
          </p:cNvPr>
          <p:cNvSpPr/>
          <p:nvPr userDrawn="1"/>
        </p:nvSpPr>
        <p:spPr>
          <a:xfrm>
            <a:off x="1493716" y="2034446"/>
            <a:ext cx="1014763" cy="3169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교환상태 전체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E193C3C-E057-4D96-9289-2821653A545F}"/>
              </a:ext>
            </a:extLst>
          </p:cNvPr>
          <p:cNvSpPr/>
          <p:nvPr userDrawn="1"/>
        </p:nvSpPr>
        <p:spPr>
          <a:xfrm>
            <a:off x="7943549" y="5178460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교환완료일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0DF27E8-4C95-42B4-8DF3-BF1C5E42698F}"/>
              </a:ext>
            </a:extLst>
          </p:cNvPr>
          <p:cNvSpPr/>
          <p:nvPr userDrawn="1"/>
        </p:nvSpPr>
        <p:spPr>
          <a:xfrm>
            <a:off x="7925052" y="3588342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교환신청일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8810339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98764DF5-D154-49FD-9A14-86AECBBDE342}"/>
              </a:ext>
            </a:extLst>
          </p:cNvPr>
          <p:cNvSpPr/>
          <p:nvPr userDrawn="1"/>
        </p:nvSpPr>
        <p:spPr>
          <a:xfrm>
            <a:off x="33615" y="34272"/>
            <a:ext cx="10033092" cy="1945521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253187F-A30A-4119-BC3C-45762E840467}"/>
              </a:ext>
            </a:extLst>
          </p:cNvPr>
          <p:cNvSpPr/>
          <p:nvPr userDrawn="1"/>
        </p:nvSpPr>
        <p:spPr>
          <a:xfrm>
            <a:off x="10165976" y="40344"/>
            <a:ext cx="1992409" cy="658233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B9D4953-7CEE-4A41-A01F-A0BA4A4D39C2}"/>
              </a:ext>
            </a:extLst>
          </p:cNvPr>
          <p:cNvSpPr/>
          <p:nvPr userDrawn="1"/>
        </p:nvSpPr>
        <p:spPr>
          <a:xfrm>
            <a:off x="33615" y="34272"/>
            <a:ext cx="10033092" cy="579114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64F061D-E475-4379-B7E5-19841DDB666B}"/>
              </a:ext>
            </a:extLst>
          </p:cNvPr>
          <p:cNvGrpSpPr/>
          <p:nvPr userDrawn="1"/>
        </p:nvGrpSpPr>
        <p:grpSpPr>
          <a:xfrm>
            <a:off x="190304" y="150607"/>
            <a:ext cx="1456828" cy="356787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A1651BD2-5640-4C2B-8043-EF0E5542C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AC2EC7FD-2B64-4625-A3D9-0D2C5CA9D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7F27417E-64AF-42B5-9BE7-918C28A24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9C06B03A-5917-49C7-AE74-354D66561121}"/>
                </a:ext>
              </a:extLst>
            </p:cNvPr>
            <p:cNvSpPr txBox="1"/>
            <p:nvPr/>
          </p:nvSpPr>
          <p:spPr>
            <a:xfrm>
              <a:off x="3376634" y="2073367"/>
              <a:ext cx="609160" cy="3604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LOGO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E235B9B-8CC3-4A7B-A853-355C86731434}"/>
              </a:ext>
            </a:extLst>
          </p:cNvPr>
          <p:cNvSpPr/>
          <p:nvPr userDrawn="1"/>
        </p:nvSpPr>
        <p:spPr>
          <a:xfrm>
            <a:off x="8384010" y="202394"/>
            <a:ext cx="1656223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800" dirty="0">
                <a:latin typeface="+mj-ea"/>
                <a:ea typeface="+mj-ea"/>
              </a:rPr>
              <a:t>주문조회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 </a:t>
            </a:r>
            <a:r>
              <a:rPr lang="en-US" altLang="ko-KR" sz="800" dirty="0">
                <a:latin typeface="+mj-ea"/>
                <a:ea typeface="+mj-ea"/>
              </a:rPr>
              <a:t> </a:t>
            </a:r>
            <a:r>
              <a:rPr lang="ko-KR" altLang="en-US" sz="800" dirty="0">
                <a:latin typeface="+mj-ea"/>
                <a:ea typeface="+mj-ea"/>
              </a:rPr>
              <a:t>장바구니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ea"/>
                <a:ea typeface="+mj-ea"/>
              </a:rPr>
              <a:t>|</a:t>
            </a:r>
            <a:r>
              <a:rPr lang="en-US" altLang="ko-KR" sz="800" dirty="0">
                <a:latin typeface="+mj-ea"/>
                <a:ea typeface="+mj-ea"/>
              </a:rPr>
              <a:t>  </a:t>
            </a:r>
            <a:r>
              <a:rPr lang="ko-KR" altLang="en-US" sz="800" dirty="0">
                <a:latin typeface="+mj-ea"/>
                <a:ea typeface="+mj-ea"/>
              </a:rPr>
              <a:t>로그인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AF05660-1957-4615-8E31-A14DAEE27C53}"/>
              </a:ext>
            </a:extLst>
          </p:cNvPr>
          <p:cNvSpPr/>
          <p:nvPr userDrawn="1"/>
        </p:nvSpPr>
        <p:spPr>
          <a:xfrm>
            <a:off x="1796228" y="196333"/>
            <a:ext cx="2987312" cy="25499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상품코드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, 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상품제목</a:t>
            </a:r>
            <a:endParaRPr lang="ko-KR" altLang="en-US" sz="90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91012F0A-D41E-45EB-AC87-6C0B21913DA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562333" y="245079"/>
            <a:ext cx="157211" cy="157211"/>
          </a:xfrm>
          <a:prstGeom prst="rect">
            <a:avLst/>
          </a:prstGeom>
        </p:spPr>
      </p:pic>
      <p:graphicFrame>
        <p:nvGraphicFramePr>
          <p:cNvPr id="14" name="표 95">
            <a:extLst>
              <a:ext uri="{FF2B5EF4-FFF2-40B4-BE49-F238E27FC236}">
                <a16:creationId xmlns:a16="http://schemas.microsoft.com/office/drawing/2014/main" id="{9633F40F-2740-4AD3-802F-2952836A8254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326618097"/>
              </p:ext>
            </p:extLst>
          </p:nvPr>
        </p:nvGraphicFramePr>
        <p:xfrm>
          <a:off x="7141" y="18903386"/>
          <a:ext cx="10033092" cy="607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033092">
                  <a:extLst>
                    <a:ext uri="{9D8B030D-6E8A-4147-A177-3AD203B41FA5}">
                      <a16:colId xmlns:a16="http://schemas.microsoft.com/office/drawing/2014/main" val="89235589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just" latinLnBrk="1"/>
                      <a:r>
                        <a:rPr lang="ko-KR" altLang="en-US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                                                                                                                                                                                                                                      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Me9 Market    </a:t>
                      </a:r>
                      <a:r>
                        <a:rPr lang="en-US" altLang="ko-KR" sz="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|     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공지사항   </a:t>
                      </a:r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35955"/>
                  </a:ext>
                </a:extLst>
              </a:tr>
              <a:tr h="3938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/>
                        <a:t>© Shop </a:t>
                      </a:r>
                      <a:r>
                        <a:rPr lang="ko-KR" altLang="en-US" sz="900" dirty="0" err="1"/>
                        <a:t>채널명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All Rights Reserved.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9122011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B03E721A-0C41-497D-92EA-80EF06D84AFD}"/>
              </a:ext>
            </a:extLst>
          </p:cNvPr>
          <p:cNvSpPr txBox="1"/>
          <p:nvPr userDrawn="1"/>
        </p:nvSpPr>
        <p:spPr>
          <a:xfrm>
            <a:off x="4631022" y="871059"/>
            <a:ext cx="85472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주문 상세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5D873F61-5ADB-44DE-A156-57447F1B5C04}"/>
              </a:ext>
            </a:extLst>
          </p:cNvPr>
          <p:cNvCxnSpPr>
            <a:cxnSpLocks/>
          </p:cNvCxnSpPr>
          <p:nvPr userDrawn="1"/>
        </p:nvCxnSpPr>
        <p:spPr>
          <a:xfrm>
            <a:off x="1481667" y="1314226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85">
            <a:extLst>
              <a:ext uri="{FF2B5EF4-FFF2-40B4-BE49-F238E27FC236}">
                <a16:creationId xmlns:a16="http://schemas.microsoft.com/office/drawing/2014/main" id="{40C403D4-5F64-4908-8D6C-1513231C5D4D}"/>
              </a:ext>
            </a:extLst>
          </p:cNvPr>
          <p:cNvSpPr txBox="1"/>
          <p:nvPr userDrawn="1"/>
        </p:nvSpPr>
        <p:spPr>
          <a:xfrm>
            <a:off x="1487410" y="1395833"/>
            <a:ext cx="201529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2024.10.14  |  </a:t>
            </a:r>
            <a:r>
              <a:rPr lang="ko-KR" altLang="en-US" sz="800" dirty="0"/>
              <a:t>주문번호</a:t>
            </a:r>
            <a:r>
              <a:rPr lang="en-US" altLang="ko-KR" sz="800" dirty="0"/>
              <a:t>:</a:t>
            </a:r>
            <a:r>
              <a:rPr lang="ko-KR" altLang="en-US" sz="800" dirty="0"/>
              <a:t> </a:t>
            </a:r>
            <a:r>
              <a:rPr lang="en-US" altLang="ko-KR" sz="800" dirty="0"/>
              <a:t>Me9-00929423</a:t>
            </a:r>
            <a:endParaRPr lang="ko-KR" altLang="en-US" sz="800" dirty="0"/>
          </a:p>
        </p:txBody>
      </p:sp>
      <p:graphicFrame>
        <p:nvGraphicFramePr>
          <p:cNvPr id="87" name="표 87">
            <a:extLst>
              <a:ext uri="{FF2B5EF4-FFF2-40B4-BE49-F238E27FC236}">
                <a16:creationId xmlns:a16="http://schemas.microsoft.com/office/drawing/2014/main" id="{75F04A0F-61D0-4902-B9CB-842AD4A4F3F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632412289"/>
              </p:ext>
            </p:extLst>
          </p:nvPr>
        </p:nvGraphicFramePr>
        <p:xfrm>
          <a:off x="1479017" y="1685460"/>
          <a:ext cx="7317849" cy="6400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47347">
                  <a:extLst>
                    <a:ext uri="{9D8B030D-6E8A-4147-A177-3AD203B41FA5}">
                      <a16:colId xmlns:a16="http://schemas.microsoft.com/office/drawing/2014/main" val="1741250993"/>
                    </a:ext>
                  </a:extLst>
                </a:gridCol>
                <a:gridCol w="1200647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5369855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 rowSpan="3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주문자 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주문자 이름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홍길동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휴대폰 번호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010-0000-0000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07926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이메일 주소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hlinkClick r:id="rId3"/>
                        </a:rPr>
                        <a:t>test1234@naver.com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7804926"/>
                  </a:ext>
                </a:extLst>
              </a:tr>
            </a:tbl>
          </a:graphicData>
        </a:graphic>
      </p:graphicFrame>
      <p:graphicFrame>
        <p:nvGraphicFramePr>
          <p:cNvPr id="88" name="표 87">
            <a:extLst>
              <a:ext uri="{FF2B5EF4-FFF2-40B4-BE49-F238E27FC236}">
                <a16:creationId xmlns:a16="http://schemas.microsoft.com/office/drawing/2014/main" id="{60CB7F6B-CF7E-4063-8D70-61EF5FA02F58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908059542"/>
              </p:ext>
            </p:extLst>
          </p:nvPr>
        </p:nvGraphicFramePr>
        <p:xfrm>
          <a:off x="1479017" y="2585282"/>
          <a:ext cx="7317849" cy="975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47347">
                  <a:extLst>
                    <a:ext uri="{9D8B030D-6E8A-4147-A177-3AD203B41FA5}">
                      <a16:colId xmlns:a16="http://schemas.microsoft.com/office/drawing/2014/main" val="1741250993"/>
                    </a:ext>
                  </a:extLst>
                </a:gridCol>
                <a:gridCol w="1200647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5369855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 rowSpan="4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배송 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받는 사람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홍길동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휴대폰 번호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010-0000-0000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07926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주소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22012 </a:t>
                      </a:r>
                      <a:r>
                        <a:rPr lang="ko-KR" altLang="en-US" sz="800" dirty="0"/>
                        <a:t>서울특별시 광진구 </a:t>
                      </a:r>
                      <a:r>
                        <a:rPr lang="ko-KR" altLang="en-US" sz="800" dirty="0" err="1"/>
                        <a:t>가나다동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119-12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780492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배송메모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배송메모 </a:t>
                      </a:r>
                      <a:endParaRPr lang="en-US" altLang="ko-KR" sz="800" dirty="0"/>
                    </a:p>
                    <a:p>
                      <a:pPr latinLnBrk="1"/>
                      <a:r>
                        <a:rPr lang="en-US" altLang="ko-KR" sz="800" dirty="0"/>
                        <a:t>1122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892354"/>
                  </a:ext>
                </a:extLst>
              </a:tr>
            </a:tbl>
          </a:graphicData>
        </a:graphic>
      </p:graphicFrame>
      <p:cxnSp>
        <p:nvCxnSpPr>
          <p:cNvPr id="89" name="직선 연결선 88">
            <a:extLst>
              <a:ext uri="{FF2B5EF4-FFF2-40B4-BE49-F238E27FC236}">
                <a16:creationId xmlns:a16="http://schemas.microsoft.com/office/drawing/2014/main" id="{755D9221-FE20-47DB-A02E-648A26F31597}"/>
              </a:ext>
            </a:extLst>
          </p:cNvPr>
          <p:cNvCxnSpPr>
            <a:cxnSpLocks/>
          </p:cNvCxnSpPr>
          <p:nvPr userDrawn="1"/>
        </p:nvCxnSpPr>
        <p:spPr>
          <a:xfrm>
            <a:off x="1479017" y="3875871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0" name="표 13">
            <a:extLst>
              <a:ext uri="{FF2B5EF4-FFF2-40B4-BE49-F238E27FC236}">
                <a16:creationId xmlns:a16="http://schemas.microsoft.com/office/drawing/2014/main" id="{47457B6D-376E-492A-9EDD-201F15630C8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169096460"/>
              </p:ext>
            </p:extLst>
          </p:nvPr>
        </p:nvGraphicFramePr>
        <p:xfrm>
          <a:off x="1479017" y="4262335"/>
          <a:ext cx="7317158" cy="27736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3636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2517886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2329732">
                  <a:extLst>
                    <a:ext uri="{9D8B030D-6E8A-4147-A177-3AD203B41FA5}">
                      <a16:colId xmlns:a16="http://schemas.microsoft.com/office/drawing/2014/main" val="2417053123"/>
                    </a:ext>
                  </a:extLst>
                </a:gridCol>
                <a:gridCol w="870472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785432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구매확정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취소완료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4933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반품완료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4277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교환완료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dirty="0"/>
                        <a:t>주문번호</a:t>
                      </a:r>
                      <a:r>
                        <a:rPr lang="en-US" altLang="ko-KR" sz="900" dirty="0"/>
                        <a:t>: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Me9-00929111</a:t>
                      </a:r>
                    </a:p>
                    <a:p>
                      <a:pPr algn="l" latinLnBrk="1"/>
                      <a:r>
                        <a:rPr lang="ko-KR" altLang="en-US" sz="900" b="1" dirty="0">
                          <a:solidFill>
                            <a:srgbClr val="FF0000"/>
                          </a:solidFill>
                        </a:rPr>
                        <a:t>  → </a:t>
                      </a:r>
                      <a:r>
                        <a:rPr lang="ko-KR" altLang="en-US" sz="900" dirty="0"/>
                        <a:t>교환 주문번호</a:t>
                      </a:r>
                      <a:r>
                        <a:rPr lang="en-US" altLang="ko-KR" sz="900" dirty="0"/>
                        <a:t>: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Me9-RE-00929111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900" b="1" dirty="0"/>
                        <a:t>1,000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5482761"/>
                  </a:ext>
                </a:extLst>
              </a:tr>
            </a:tbl>
          </a:graphicData>
        </a:graphic>
      </p:graphicFrame>
      <p:grpSp>
        <p:nvGrpSpPr>
          <p:cNvPr id="91" name="그룹 90">
            <a:extLst>
              <a:ext uri="{FF2B5EF4-FFF2-40B4-BE49-F238E27FC236}">
                <a16:creationId xmlns:a16="http://schemas.microsoft.com/office/drawing/2014/main" id="{5FBBA953-C8D1-44D7-886C-5080DFD07007}"/>
              </a:ext>
            </a:extLst>
          </p:cNvPr>
          <p:cNvGrpSpPr/>
          <p:nvPr userDrawn="1"/>
        </p:nvGrpSpPr>
        <p:grpSpPr>
          <a:xfrm>
            <a:off x="2417534" y="4575809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92" name="Border">
              <a:extLst>
                <a:ext uri="{FF2B5EF4-FFF2-40B4-BE49-F238E27FC236}">
                  <a16:creationId xmlns:a16="http://schemas.microsoft.com/office/drawing/2014/main" id="{BC624722-4190-4C24-87C7-4663653AC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3" name="Line 2">
              <a:extLst>
                <a:ext uri="{FF2B5EF4-FFF2-40B4-BE49-F238E27FC236}">
                  <a16:creationId xmlns:a16="http://schemas.microsoft.com/office/drawing/2014/main" id="{A9F20A3C-3309-453F-9F60-C178E2072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4" name="Line 1">
              <a:extLst>
                <a:ext uri="{FF2B5EF4-FFF2-40B4-BE49-F238E27FC236}">
                  <a16:creationId xmlns:a16="http://schemas.microsoft.com/office/drawing/2014/main" id="{4172DF93-2601-4EC1-AC48-4722F7426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7944D546-B557-44E9-9C1F-C462D9B5A925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EBE54292-B4E1-45B9-9025-5505D1CD7708}"/>
              </a:ext>
            </a:extLst>
          </p:cNvPr>
          <p:cNvSpPr/>
          <p:nvPr userDrawn="1"/>
        </p:nvSpPr>
        <p:spPr>
          <a:xfrm>
            <a:off x="3127963" y="4575809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B2AAA1DC-4E70-44C4-9B8F-65901164F7C7}"/>
              </a:ext>
            </a:extLst>
          </p:cNvPr>
          <p:cNvSpPr/>
          <p:nvPr userDrawn="1"/>
        </p:nvSpPr>
        <p:spPr>
          <a:xfrm>
            <a:off x="3124415" y="5223174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2  /  1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77666BAF-2D10-41CD-821C-5F6CF146ABDB}"/>
              </a:ext>
            </a:extLst>
          </p:cNvPr>
          <p:cNvGrpSpPr/>
          <p:nvPr userDrawn="1"/>
        </p:nvGrpSpPr>
        <p:grpSpPr>
          <a:xfrm>
            <a:off x="2413986" y="5198620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99" name="Border">
              <a:extLst>
                <a:ext uri="{FF2B5EF4-FFF2-40B4-BE49-F238E27FC236}">
                  <a16:creationId xmlns:a16="http://schemas.microsoft.com/office/drawing/2014/main" id="{FFCD9F83-C918-4681-BC2B-D0970A04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0" name="Line 2">
              <a:extLst>
                <a:ext uri="{FF2B5EF4-FFF2-40B4-BE49-F238E27FC236}">
                  <a16:creationId xmlns:a16="http://schemas.microsoft.com/office/drawing/2014/main" id="{66CA2729-1BA8-4D40-90F1-C401EE6EA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1" name="Line 1">
              <a:extLst>
                <a:ext uri="{FF2B5EF4-FFF2-40B4-BE49-F238E27FC236}">
                  <a16:creationId xmlns:a16="http://schemas.microsoft.com/office/drawing/2014/main" id="{07D8BF29-0962-463A-B190-D3436DE91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E03DEABC-239E-448F-A1BE-7B45C40D7AA6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1BD61D6D-16FD-4D3E-9DDF-B93A79460D7F}"/>
              </a:ext>
            </a:extLst>
          </p:cNvPr>
          <p:cNvSpPr txBox="1"/>
          <p:nvPr userDrawn="1"/>
        </p:nvSpPr>
        <p:spPr>
          <a:xfrm>
            <a:off x="1487410" y="3986860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구매 상품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290A3F66-5939-4C0B-8181-EFE658ED4306}"/>
              </a:ext>
            </a:extLst>
          </p:cNvPr>
          <p:cNvCxnSpPr>
            <a:cxnSpLocks/>
          </p:cNvCxnSpPr>
          <p:nvPr userDrawn="1"/>
        </p:nvCxnSpPr>
        <p:spPr>
          <a:xfrm>
            <a:off x="1479017" y="7688453"/>
            <a:ext cx="433338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8B3F93C1-DBD0-4BEF-B21D-481C9487CF11}"/>
              </a:ext>
            </a:extLst>
          </p:cNvPr>
          <p:cNvSpPr txBox="1"/>
          <p:nvPr userDrawn="1"/>
        </p:nvSpPr>
        <p:spPr>
          <a:xfrm>
            <a:off x="1487410" y="7783540"/>
            <a:ext cx="63190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결제 정보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20CC772A-D4B3-443D-BA35-1E2D4EBFF34C}"/>
              </a:ext>
            </a:extLst>
          </p:cNvPr>
          <p:cNvCxnSpPr>
            <a:cxnSpLocks/>
          </p:cNvCxnSpPr>
          <p:nvPr userDrawn="1"/>
        </p:nvCxnSpPr>
        <p:spPr>
          <a:xfrm>
            <a:off x="6096000" y="7688453"/>
            <a:ext cx="2698217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TextBox 109">
            <a:extLst>
              <a:ext uri="{FF2B5EF4-FFF2-40B4-BE49-F238E27FC236}">
                <a16:creationId xmlns:a16="http://schemas.microsoft.com/office/drawing/2014/main" id="{487609E8-D62B-47CC-995B-8B02FC8A5750}"/>
              </a:ext>
            </a:extLst>
          </p:cNvPr>
          <p:cNvSpPr txBox="1"/>
          <p:nvPr userDrawn="1"/>
        </p:nvSpPr>
        <p:spPr>
          <a:xfrm>
            <a:off x="6096000" y="7783540"/>
            <a:ext cx="107872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최종 결제금액</a:t>
            </a:r>
          </a:p>
        </p:txBody>
      </p:sp>
      <p:graphicFrame>
        <p:nvGraphicFramePr>
          <p:cNvPr id="116" name="표 115">
            <a:extLst>
              <a:ext uri="{FF2B5EF4-FFF2-40B4-BE49-F238E27FC236}">
                <a16:creationId xmlns:a16="http://schemas.microsoft.com/office/drawing/2014/main" id="{8F4E7DAD-7102-4FE0-BA0B-57E7CD87AB98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73143614"/>
              </p:ext>
            </p:extLst>
          </p:nvPr>
        </p:nvGraphicFramePr>
        <p:xfrm>
          <a:off x="1476367" y="8092875"/>
          <a:ext cx="4336035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37336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3098699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결제수단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카드결제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카드종류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현대카드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0792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카드번호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22030222-******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78049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적립포인트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+ 1000 point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892354"/>
                  </a:ext>
                </a:extLst>
              </a:tr>
            </a:tbl>
          </a:graphicData>
        </a:graphic>
      </p:graphicFrame>
      <p:graphicFrame>
        <p:nvGraphicFramePr>
          <p:cNvPr id="117" name="표 116">
            <a:extLst>
              <a:ext uri="{FF2B5EF4-FFF2-40B4-BE49-F238E27FC236}">
                <a16:creationId xmlns:a16="http://schemas.microsoft.com/office/drawing/2014/main" id="{5722B225-A59D-48D7-BEA3-F69579E9C976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853620301"/>
              </p:ext>
            </p:extLst>
          </p:nvPr>
        </p:nvGraphicFramePr>
        <p:xfrm>
          <a:off x="6096000" y="8083398"/>
          <a:ext cx="2687174" cy="91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56071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1431103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총 상품금액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3,000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배송비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+ 2,500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0792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포인트 사용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- 2,000 p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78049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최종 결제금액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2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4,500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원</a:t>
                      </a:r>
                      <a:endParaRPr lang="en-US" altLang="ko-KR" sz="800" b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892354"/>
                  </a:ext>
                </a:extLst>
              </a:tr>
            </a:tbl>
          </a:graphicData>
        </a:graphic>
      </p:graphicFrame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64B3EDA4-40E9-4CCB-A85F-7F71B78CB096}"/>
              </a:ext>
            </a:extLst>
          </p:cNvPr>
          <p:cNvSpPr/>
          <p:nvPr userDrawn="1"/>
        </p:nvSpPr>
        <p:spPr>
          <a:xfrm>
            <a:off x="3124415" y="5870247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2  /  1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0557F4B-6E6F-4FC0-86EA-8B0E17DC5F08}"/>
              </a:ext>
            </a:extLst>
          </p:cNvPr>
          <p:cNvGrpSpPr/>
          <p:nvPr userDrawn="1"/>
        </p:nvGrpSpPr>
        <p:grpSpPr>
          <a:xfrm>
            <a:off x="2413986" y="5845693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22" name="Border">
              <a:extLst>
                <a:ext uri="{FF2B5EF4-FFF2-40B4-BE49-F238E27FC236}">
                  <a16:creationId xmlns:a16="http://schemas.microsoft.com/office/drawing/2014/main" id="{DB165722-AB1A-4CE0-8B3E-C46B1785E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3" name="Line 2">
              <a:extLst>
                <a:ext uri="{FF2B5EF4-FFF2-40B4-BE49-F238E27FC236}">
                  <a16:creationId xmlns:a16="http://schemas.microsoft.com/office/drawing/2014/main" id="{A66316E2-313C-4816-8889-6B60472CC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4" name="Line 1">
              <a:extLst>
                <a:ext uri="{FF2B5EF4-FFF2-40B4-BE49-F238E27FC236}">
                  <a16:creationId xmlns:a16="http://schemas.microsoft.com/office/drawing/2014/main" id="{00A15704-0D3C-4A33-B5D6-0946E2721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9E7FB7C7-D743-47CF-B7EA-38CB25B01E2C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B3F77EC3-EDBD-4B9A-8AF6-4C69E1021A8A}"/>
              </a:ext>
            </a:extLst>
          </p:cNvPr>
          <p:cNvSpPr/>
          <p:nvPr userDrawn="1"/>
        </p:nvSpPr>
        <p:spPr>
          <a:xfrm>
            <a:off x="3124415" y="6520890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2  /  1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D42EF69C-A06B-4BAF-BF39-44FBC55B70FD}"/>
              </a:ext>
            </a:extLst>
          </p:cNvPr>
          <p:cNvGrpSpPr/>
          <p:nvPr userDrawn="1"/>
        </p:nvGrpSpPr>
        <p:grpSpPr>
          <a:xfrm>
            <a:off x="2413986" y="6496336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28" name="Border">
              <a:extLst>
                <a:ext uri="{FF2B5EF4-FFF2-40B4-BE49-F238E27FC236}">
                  <a16:creationId xmlns:a16="http://schemas.microsoft.com/office/drawing/2014/main" id="{AB532964-8806-4B4D-81AD-AB547EA85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9" name="Line 2">
              <a:extLst>
                <a:ext uri="{FF2B5EF4-FFF2-40B4-BE49-F238E27FC236}">
                  <a16:creationId xmlns:a16="http://schemas.microsoft.com/office/drawing/2014/main" id="{80354085-6C9E-430A-93AE-CA3C6AA43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0" name="Line 1">
              <a:extLst>
                <a:ext uri="{FF2B5EF4-FFF2-40B4-BE49-F238E27FC236}">
                  <a16:creationId xmlns:a16="http://schemas.microsoft.com/office/drawing/2014/main" id="{C5BDBF3E-E969-403A-BF5C-D9451956B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CA892C74-0DD2-4527-B4B2-56580D9C9032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2D536809-11BA-4420-ADE6-61CA01DE8BAF}"/>
              </a:ext>
            </a:extLst>
          </p:cNvPr>
          <p:cNvSpPr/>
          <p:nvPr userDrawn="1"/>
        </p:nvSpPr>
        <p:spPr>
          <a:xfrm>
            <a:off x="7957667" y="4679331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구매확정일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301BC44D-DEE9-4DD8-B80F-CB52F0A713AA}"/>
              </a:ext>
            </a:extLst>
          </p:cNvPr>
          <p:cNvSpPr/>
          <p:nvPr userDrawn="1"/>
        </p:nvSpPr>
        <p:spPr>
          <a:xfrm>
            <a:off x="7957667" y="6587222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교환완료일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C349AB8C-8C4E-4CD2-A21E-34D7476B887C}"/>
              </a:ext>
            </a:extLst>
          </p:cNvPr>
          <p:cNvSpPr/>
          <p:nvPr userDrawn="1"/>
        </p:nvSpPr>
        <p:spPr>
          <a:xfrm>
            <a:off x="7957667" y="5938094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반품완료일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8753AD12-3D38-45D4-8F94-92270E43B752}"/>
              </a:ext>
            </a:extLst>
          </p:cNvPr>
          <p:cNvSpPr/>
          <p:nvPr userDrawn="1"/>
        </p:nvSpPr>
        <p:spPr>
          <a:xfrm>
            <a:off x="7957667" y="5289506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취소완료일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DB24FBC9-1887-48A8-84A8-20AD2DDCC14C}"/>
              </a:ext>
            </a:extLst>
          </p:cNvPr>
          <p:cNvCxnSpPr>
            <a:cxnSpLocks/>
          </p:cNvCxnSpPr>
          <p:nvPr userDrawn="1"/>
        </p:nvCxnSpPr>
        <p:spPr>
          <a:xfrm>
            <a:off x="1487410" y="9531460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37" name="표 13">
            <a:extLst>
              <a:ext uri="{FF2B5EF4-FFF2-40B4-BE49-F238E27FC236}">
                <a16:creationId xmlns:a16="http://schemas.microsoft.com/office/drawing/2014/main" id="{47DE0E80-9E6A-421F-9D6E-8F8C1AA3D42B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188833953"/>
              </p:ext>
            </p:extLst>
          </p:nvPr>
        </p:nvGraphicFramePr>
        <p:xfrm>
          <a:off x="1487410" y="9917924"/>
          <a:ext cx="7317158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3636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2517886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2329732">
                  <a:extLst>
                    <a:ext uri="{9D8B030D-6E8A-4147-A177-3AD203B41FA5}">
                      <a16:colId xmlns:a16="http://schemas.microsoft.com/office/drawing/2014/main" val="2417053123"/>
                    </a:ext>
                  </a:extLst>
                </a:gridCol>
                <a:gridCol w="1430793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225111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취소완료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4933101"/>
                  </a:ext>
                </a:extLst>
              </a:tr>
            </a:tbl>
          </a:graphicData>
        </a:graphic>
      </p:graphicFrame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9D6EC13C-1352-49B5-B403-66C9E833312C}"/>
              </a:ext>
            </a:extLst>
          </p:cNvPr>
          <p:cNvGrpSpPr/>
          <p:nvPr userDrawn="1"/>
        </p:nvGrpSpPr>
        <p:grpSpPr>
          <a:xfrm>
            <a:off x="2425927" y="10231398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39" name="Border">
              <a:extLst>
                <a:ext uri="{FF2B5EF4-FFF2-40B4-BE49-F238E27FC236}">
                  <a16:creationId xmlns:a16="http://schemas.microsoft.com/office/drawing/2014/main" id="{6E120A0B-5D9C-4DE1-BB83-0E8898F51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0" name="Line 2">
              <a:extLst>
                <a:ext uri="{FF2B5EF4-FFF2-40B4-BE49-F238E27FC236}">
                  <a16:creationId xmlns:a16="http://schemas.microsoft.com/office/drawing/2014/main" id="{0D7149DD-BD20-40AC-8A21-C991FBF3F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1" name="Line 1">
              <a:extLst>
                <a:ext uri="{FF2B5EF4-FFF2-40B4-BE49-F238E27FC236}">
                  <a16:creationId xmlns:a16="http://schemas.microsoft.com/office/drawing/2014/main" id="{AC7647C6-50C8-4960-B83F-55A992D94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C5DBB6C4-E1C8-468F-ACEA-5410B6B1E5DD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3A81996F-FB44-4DD1-BF66-BDA02AF70C1E}"/>
              </a:ext>
            </a:extLst>
          </p:cNvPr>
          <p:cNvSpPr/>
          <p:nvPr userDrawn="1"/>
        </p:nvSpPr>
        <p:spPr>
          <a:xfrm>
            <a:off x="3136356" y="10231398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38437BD5-D757-426B-AE3D-F12C03E501B7}"/>
              </a:ext>
            </a:extLst>
          </p:cNvPr>
          <p:cNvSpPr txBox="1"/>
          <p:nvPr userDrawn="1"/>
        </p:nvSpPr>
        <p:spPr>
          <a:xfrm>
            <a:off x="1495803" y="9642449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취소 상품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46816881-3DB8-4516-8CE5-55755D61BBEB}"/>
              </a:ext>
            </a:extLst>
          </p:cNvPr>
          <p:cNvSpPr txBox="1"/>
          <p:nvPr userDrawn="1"/>
        </p:nvSpPr>
        <p:spPr>
          <a:xfrm>
            <a:off x="7033648" y="7069601"/>
            <a:ext cx="184803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( </a:t>
            </a:r>
            <a:r>
              <a:rPr lang="ko-KR" altLang="en-US" sz="800" dirty="0"/>
              <a:t>배송비 </a:t>
            </a:r>
            <a:r>
              <a:rPr lang="en-US" altLang="ko-KR" sz="800" dirty="0"/>
              <a:t>) 30,000</a:t>
            </a:r>
            <a:r>
              <a:rPr lang="ko-KR" altLang="en-US" sz="800" dirty="0"/>
              <a:t>원 미만 </a:t>
            </a:r>
            <a:r>
              <a:rPr lang="en-US" altLang="ko-KR" sz="800" dirty="0"/>
              <a:t>: 2,500 </a:t>
            </a:r>
            <a:r>
              <a:rPr lang="ko-KR" altLang="en-US" sz="800" dirty="0"/>
              <a:t>원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C7F7A66F-B808-41E2-B67A-0183F313C9ED}"/>
              </a:ext>
            </a:extLst>
          </p:cNvPr>
          <p:cNvSpPr txBox="1"/>
          <p:nvPr userDrawn="1"/>
        </p:nvSpPr>
        <p:spPr>
          <a:xfrm>
            <a:off x="7033648" y="10809071"/>
            <a:ext cx="184803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                        ( </a:t>
            </a:r>
            <a:r>
              <a:rPr lang="ko-KR" altLang="en-US" sz="800" dirty="0"/>
              <a:t>배송비 </a:t>
            </a:r>
            <a:r>
              <a:rPr lang="en-US" altLang="ko-KR" sz="800" dirty="0"/>
              <a:t>) </a:t>
            </a:r>
            <a:r>
              <a:rPr lang="ko-KR" altLang="en-US" sz="800" dirty="0"/>
              <a:t>무료</a:t>
            </a:r>
          </a:p>
        </p:txBody>
      </p:sp>
      <p:graphicFrame>
        <p:nvGraphicFramePr>
          <p:cNvPr id="171" name="표 170">
            <a:extLst>
              <a:ext uri="{FF2B5EF4-FFF2-40B4-BE49-F238E27FC236}">
                <a16:creationId xmlns:a16="http://schemas.microsoft.com/office/drawing/2014/main" id="{5CEE06D7-2B7A-4664-A13A-4BC589D422BF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715484778"/>
              </p:ext>
            </p:extLst>
          </p:nvPr>
        </p:nvGraphicFramePr>
        <p:xfrm>
          <a:off x="1476367" y="11167880"/>
          <a:ext cx="7306807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26910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5979897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취소 사유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단순 변심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</a:tbl>
          </a:graphicData>
        </a:graphic>
      </p:graphicFrame>
      <p:graphicFrame>
        <p:nvGraphicFramePr>
          <p:cNvPr id="172" name="표 171">
            <a:extLst>
              <a:ext uri="{FF2B5EF4-FFF2-40B4-BE49-F238E27FC236}">
                <a16:creationId xmlns:a16="http://schemas.microsoft.com/office/drawing/2014/main" id="{AEC854F9-FE1F-418B-9B55-D53039F334B3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75244680"/>
              </p:ext>
            </p:extLst>
          </p:nvPr>
        </p:nvGraphicFramePr>
        <p:xfrm>
          <a:off x="1476367" y="11426569"/>
          <a:ext cx="7306807" cy="426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26910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1391478">
                  <a:extLst>
                    <a:ext uri="{9D8B030D-6E8A-4147-A177-3AD203B41FA5}">
                      <a16:colId xmlns:a16="http://schemas.microsoft.com/office/drawing/2014/main" val="46953116"/>
                    </a:ext>
                  </a:extLst>
                </a:gridCol>
                <a:gridCol w="4588419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환불 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카드취소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 vMerge="1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카드종류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포인트 환불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200 point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079262"/>
                  </a:ext>
                </a:extLst>
              </a:tr>
            </a:tbl>
          </a:graphicData>
        </a:graphic>
      </p:graphicFrame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65C2D80A-DD47-41EB-B46C-34736B3BB83F}"/>
              </a:ext>
            </a:extLst>
          </p:cNvPr>
          <p:cNvCxnSpPr>
            <a:cxnSpLocks/>
          </p:cNvCxnSpPr>
          <p:nvPr userDrawn="1"/>
        </p:nvCxnSpPr>
        <p:spPr>
          <a:xfrm>
            <a:off x="1479017" y="12449423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4" name="표 13">
            <a:extLst>
              <a:ext uri="{FF2B5EF4-FFF2-40B4-BE49-F238E27FC236}">
                <a16:creationId xmlns:a16="http://schemas.microsoft.com/office/drawing/2014/main" id="{DDD96B12-85BE-4169-9242-4F64951763CE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603266615"/>
              </p:ext>
            </p:extLst>
          </p:nvPr>
        </p:nvGraphicFramePr>
        <p:xfrm>
          <a:off x="1479017" y="12835887"/>
          <a:ext cx="7317158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3636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2517886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2329732">
                  <a:extLst>
                    <a:ext uri="{9D8B030D-6E8A-4147-A177-3AD203B41FA5}">
                      <a16:colId xmlns:a16="http://schemas.microsoft.com/office/drawing/2014/main" val="2417053123"/>
                    </a:ext>
                  </a:extLst>
                </a:gridCol>
                <a:gridCol w="1430793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225111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반품완료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4933101"/>
                  </a:ext>
                </a:extLst>
              </a:tr>
            </a:tbl>
          </a:graphicData>
        </a:graphic>
      </p:graphicFrame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4E3DE552-F5B2-4B45-AAFE-5D83E7FA48A6}"/>
              </a:ext>
            </a:extLst>
          </p:cNvPr>
          <p:cNvGrpSpPr/>
          <p:nvPr userDrawn="1"/>
        </p:nvGrpSpPr>
        <p:grpSpPr>
          <a:xfrm>
            <a:off x="2417534" y="13149361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76" name="Border">
              <a:extLst>
                <a:ext uri="{FF2B5EF4-FFF2-40B4-BE49-F238E27FC236}">
                  <a16:creationId xmlns:a16="http://schemas.microsoft.com/office/drawing/2014/main" id="{4804E6B5-3D2E-4216-A701-B6F6E852F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7" name="Line 2">
              <a:extLst>
                <a:ext uri="{FF2B5EF4-FFF2-40B4-BE49-F238E27FC236}">
                  <a16:creationId xmlns:a16="http://schemas.microsoft.com/office/drawing/2014/main" id="{DF93B429-6EE6-4AA7-B993-8EA9EFA87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8" name="Line 1">
              <a:extLst>
                <a:ext uri="{FF2B5EF4-FFF2-40B4-BE49-F238E27FC236}">
                  <a16:creationId xmlns:a16="http://schemas.microsoft.com/office/drawing/2014/main" id="{FAF0A20A-1666-4114-AC46-02608CA05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E5854796-8160-44F5-AD61-F9044C4F8F48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E7E1DA2E-039C-4B25-9353-F145D8EEBDFD}"/>
              </a:ext>
            </a:extLst>
          </p:cNvPr>
          <p:cNvSpPr/>
          <p:nvPr userDrawn="1"/>
        </p:nvSpPr>
        <p:spPr>
          <a:xfrm>
            <a:off x="3127963" y="13149361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EC897D0F-1A91-4994-ACF1-C622CAA142D1}"/>
              </a:ext>
            </a:extLst>
          </p:cNvPr>
          <p:cNvSpPr txBox="1"/>
          <p:nvPr userDrawn="1"/>
        </p:nvSpPr>
        <p:spPr>
          <a:xfrm>
            <a:off x="1487410" y="12560412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반품 상품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DA6DEA30-39FF-41EF-B000-EF9FA4102073}"/>
              </a:ext>
            </a:extLst>
          </p:cNvPr>
          <p:cNvSpPr txBox="1"/>
          <p:nvPr userDrawn="1"/>
        </p:nvSpPr>
        <p:spPr>
          <a:xfrm>
            <a:off x="7025255" y="13727034"/>
            <a:ext cx="184803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                        ( </a:t>
            </a:r>
            <a:r>
              <a:rPr lang="ko-KR" altLang="en-US" sz="800" dirty="0"/>
              <a:t>배송비 </a:t>
            </a:r>
            <a:r>
              <a:rPr lang="en-US" altLang="ko-KR" sz="800" dirty="0"/>
              <a:t>) </a:t>
            </a:r>
            <a:r>
              <a:rPr lang="ko-KR" altLang="en-US" sz="800" dirty="0"/>
              <a:t>무료</a:t>
            </a:r>
          </a:p>
        </p:txBody>
      </p:sp>
      <p:graphicFrame>
        <p:nvGraphicFramePr>
          <p:cNvPr id="183" name="표 182">
            <a:extLst>
              <a:ext uri="{FF2B5EF4-FFF2-40B4-BE49-F238E27FC236}">
                <a16:creationId xmlns:a16="http://schemas.microsoft.com/office/drawing/2014/main" id="{E5F07996-71EE-49A3-8441-02B0A7F5073B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458832964"/>
              </p:ext>
            </p:extLst>
          </p:nvPr>
        </p:nvGraphicFramePr>
        <p:xfrm>
          <a:off x="1476367" y="14009358"/>
          <a:ext cx="7306807" cy="5486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26910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5979897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반품 사유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기타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처음 사려고 했던 상품이 상품표기 이상으로 구매를 잘 못 하였습니다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latinLnBrk="1"/>
                      <a:r>
                        <a:rPr lang="ko-KR" altLang="en-US" sz="800" dirty="0"/>
                        <a:t>그래서 반품을 신청합니다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8830366"/>
                  </a:ext>
                </a:extLst>
              </a:tr>
            </a:tbl>
          </a:graphicData>
        </a:graphic>
      </p:graphicFrame>
      <p:graphicFrame>
        <p:nvGraphicFramePr>
          <p:cNvPr id="184" name="표 183">
            <a:extLst>
              <a:ext uri="{FF2B5EF4-FFF2-40B4-BE49-F238E27FC236}">
                <a16:creationId xmlns:a16="http://schemas.microsoft.com/office/drawing/2014/main" id="{CD097DDF-6CFB-4762-A134-E6BC3CEA7C74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039817481"/>
              </p:ext>
            </p:extLst>
          </p:nvPr>
        </p:nvGraphicFramePr>
        <p:xfrm>
          <a:off x="1476367" y="14629997"/>
          <a:ext cx="7306807" cy="426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26910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1391478">
                  <a:extLst>
                    <a:ext uri="{9D8B030D-6E8A-4147-A177-3AD203B41FA5}">
                      <a16:colId xmlns:a16="http://schemas.microsoft.com/office/drawing/2014/main" val="46953116"/>
                    </a:ext>
                  </a:extLst>
                </a:gridCol>
                <a:gridCol w="4588419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환불 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무통장입금 환불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 vMerge="1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카드종류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포인트 환불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200 point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079262"/>
                  </a:ext>
                </a:extLst>
              </a:tr>
            </a:tbl>
          </a:graphicData>
        </a:graphic>
      </p:graphicFrame>
      <p:cxnSp>
        <p:nvCxnSpPr>
          <p:cNvPr id="185" name="직선 연결선 184">
            <a:extLst>
              <a:ext uri="{FF2B5EF4-FFF2-40B4-BE49-F238E27FC236}">
                <a16:creationId xmlns:a16="http://schemas.microsoft.com/office/drawing/2014/main" id="{A886ACA5-5083-412F-B195-B1509C2FF283}"/>
              </a:ext>
            </a:extLst>
          </p:cNvPr>
          <p:cNvCxnSpPr>
            <a:cxnSpLocks/>
          </p:cNvCxnSpPr>
          <p:nvPr userDrawn="1"/>
        </p:nvCxnSpPr>
        <p:spPr>
          <a:xfrm>
            <a:off x="1479017" y="15549282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86" name="표 13">
            <a:extLst>
              <a:ext uri="{FF2B5EF4-FFF2-40B4-BE49-F238E27FC236}">
                <a16:creationId xmlns:a16="http://schemas.microsoft.com/office/drawing/2014/main" id="{E771B1B5-1F4F-409E-81C7-1A1310881FB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143360250"/>
              </p:ext>
            </p:extLst>
          </p:nvPr>
        </p:nvGraphicFramePr>
        <p:xfrm>
          <a:off x="1490060" y="15907171"/>
          <a:ext cx="7317158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3636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2517886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2329732">
                  <a:extLst>
                    <a:ext uri="{9D8B030D-6E8A-4147-A177-3AD203B41FA5}">
                      <a16:colId xmlns:a16="http://schemas.microsoft.com/office/drawing/2014/main" val="2417053123"/>
                    </a:ext>
                  </a:extLst>
                </a:gridCol>
                <a:gridCol w="1430793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225111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교환완료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900" dirty="0"/>
                    </a:p>
                    <a:p>
                      <a:pPr algn="l" latinLnBrk="1"/>
                      <a:r>
                        <a:rPr lang="ko-KR" altLang="en-US" sz="900" dirty="0"/>
                        <a:t>주문번호</a:t>
                      </a:r>
                      <a:r>
                        <a:rPr lang="en-US" altLang="ko-KR" sz="900" dirty="0"/>
                        <a:t>: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Me9-00929111</a:t>
                      </a:r>
                    </a:p>
                    <a:p>
                      <a:pPr algn="l" latinLnBrk="1"/>
                      <a:r>
                        <a:rPr lang="ko-KR" altLang="en-US" sz="900" b="1" dirty="0">
                          <a:solidFill>
                            <a:srgbClr val="FF0000"/>
                          </a:solidFill>
                        </a:rPr>
                        <a:t>  → </a:t>
                      </a:r>
                      <a:r>
                        <a:rPr lang="ko-KR" altLang="en-US" sz="900" dirty="0"/>
                        <a:t>교환 주문번호</a:t>
                      </a:r>
                      <a:r>
                        <a:rPr lang="en-US" altLang="ko-KR" sz="900" dirty="0"/>
                        <a:t>: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Me9-RE-00929111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  <a:p>
                      <a:pPr algn="r" latinLnBrk="1"/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4933101"/>
                  </a:ext>
                </a:extLst>
              </a:tr>
            </a:tbl>
          </a:graphicData>
        </a:graphic>
      </p:graphicFrame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1889D06C-A4B9-48AF-B045-25BC779E35C3}"/>
              </a:ext>
            </a:extLst>
          </p:cNvPr>
          <p:cNvGrpSpPr/>
          <p:nvPr userDrawn="1"/>
        </p:nvGrpSpPr>
        <p:grpSpPr>
          <a:xfrm>
            <a:off x="2428577" y="16220645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88" name="Border">
              <a:extLst>
                <a:ext uri="{FF2B5EF4-FFF2-40B4-BE49-F238E27FC236}">
                  <a16:creationId xmlns:a16="http://schemas.microsoft.com/office/drawing/2014/main" id="{FD453337-EAC1-4BCA-ABAE-BAE1C971F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9" name="Line 2">
              <a:extLst>
                <a:ext uri="{FF2B5EF4-FFF2-40B4-BE49-F238E27FC236}">
                  <a16:creationId xmlns:a16="http://schemas.microsoft.com/office/drawing/2014/main" id="{134F7E67-0C73-4E93-816D-0CE44A500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0" name="Line 1">
              <a:extLst>
                <a:ext uri="{FF2B5EF4-FFF2-40B4-BE49-F238E27FC236}">
                  <a16:creationId xmlns:a16="http://schemas.microsoft.com/office/drawing/2014/main" id="{529C217D-A0A3-4D0E-BE83-4CE6991B0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6DDC8FF-DF3A-417E-B2B3-2CFE671DCFB3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3A1D5D71-747C-4094-A393-CA158589BF9B}"/>
              </a:ext>
            </a:extLst>
          </p:cNvPr>
          <p:cNvSpPr/>
          <p:nvPr userDrawn="1"/>
        </p:nvSpPr>
        <p:spPr>
          <a:xfrm>
            <a:off x="3139006" y="16220645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602EADAB-3EDB-4251-B59A-9D1A004DAC71}"/>
              </a:ext>
            </a:extLst>
          </p:cNvPr>
          <p:cNvSpPr txBox="1"/>
          <p:nvPr userDrawn="1"/>
        </p:nvSpPr>
        <p:spPr>
          <a:xfrm>
            <a:off x="1498453" y="15631696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교환 상품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EBF37350-8BAD-49C9-9B0B-59FF660921AE}"/>
              </a:ext>
            </a:extLst>
          </p:cNvPr>
          <p:cNvSpPr txBox="1"/>
          <p:nvPr userDrawn="1"/>
        </p:nvSpPr>
        <p:spPr>
          <a:xfrm>
            <a:off x="7036298" y="16798318"/>
            <a:ext cx="184803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                        ( </a:t>
            </a:r>
            <a:r>
              <a:rPr lang="ko-KR" altLang="en-US" sz="800" dirty="0"/>
              <a:t>배송비 </a:t>
            </a:r>
            <a:r>
              <a:rPr lang="en-US" altLang="ko-KR" sz="800" dirty="0"/>
              <a:t>) </a:t>
            </a:r>
            <a:r>
              <a:rPr lang="ko-KR" altLang="en-US" sz="800" dirty="0"/>
              <a:t>무료</a:t>
            </a:r>
          </a:p>
        </p:txBody>
      </p:sp>
      <p:graphicFrame>
        <p:nvGraphicFramePr>
          <p:cNvPr id="195" name="표 194">
            <a:extLst>
              <a:ext uri="{FF2B5EF4-FFF2-40B4-BE49-F238E27FC236}">
                <a16:creationId xmlns:a16="http://schemas.microsoft.com/office/drawing/2014/main" id="{34D0CDF4-8E9D-42BC-92A6-5B440BEDEEE2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00242081"/>
              </p:ext>
            </p:extLst>
          </p:nvPr>
        </p:nvGraphicFramePr>
        <p:xfrm>
          <a:off x="1487410" y="17080642"/>
          <a:ext cx="7306807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26910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5979897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교환 사유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다른 상품이 배송되었습니다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</a:tbl>
          </a:graphicData>
        </a:graphic>
      </p:graphicFrame>
      <p:graphicFrame>
        <p:nvGraphicFramePr>
          <p:cNvPr id="196" name="표 195">
            <a:extLst>
              <a:ext uri="{FF2B5EF4-FFF2-40B4-BE49-F238E27FC236}">
                <a16:creationId xmlns:a16="http://schemas.microsoft.com/office/drawing/2014/main" id="{D0BF4353-84C4-4FB1-818D-6607BC6F41D3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911768631"/>
              </p:ext>
            </p:extLst>
          </p:nvPr>
        </p:nvGraphicFramePr>
        <p:xfrm>
          <a:off x="1487410" y="17339331"/>
          <a:ext cx="7306807" cy="426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26910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1391478">
                  <a:extLst>
                    <a:ext uri="{9D8B030D-6E8A-4147-A177-3AD203B41FA5}">
                      <a16:colId xmlns:a16="http://schemas.microsoft.com/office/drawing/2014/main" val="46953116"/>
                    </a:ext>
                  </a:extLst>
                </a:gridCol>
                <a:gridCol w="4588419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환불 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택배비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착불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2,500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 vMerge="1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카드종류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포인트 환불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200 point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079262"/>
                  </a:ext>
                </a:extLst>
              </a:tr>
            </a:tbl>
          </a:graphicData>
        </a:graphic>
      </p:graphicFrame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0C530832-A72F-4FCC-8006-B10FA8CE8FE7}"/>
              </a:ext>
            </a:extLst>
          </p:cNvPr>
          <p:cNvSpPr/>
          <p:nvPr userDrawn="1"/>
        </p:nvSpPr>
        <p:spPr>
          <a:xfrm>
            <a:off x="4676341" y="18081829"/>
            <a:ext cx="920552" cy="297955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주문목록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451356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26" Type="http://schemas.openxmlformats.org/officeDocument/2006/relationships/slideLayout" Target="../slideLayouts/slideLayout37.xml"/><Relationship Id="rId39" Type="http://schemas.openxmlformats.org/officeDocument/2006/relationships/slideLayout" Target="../slideLayouts/slideLayout50.xml"/><Relationship Id="rId21" Type="http://schemas.openxmlformats.org/officeDocument/2006/relationships/slideLayout" Target="../slideLayouts/slideLayout32.xml"/><Relationship Id="rId34" Type="http://schemas.openxmlformats.org/officeDocument/2006/relationships/slideLayout" Target="../slideLayouts/slideLayout45.xml"/><Relationship Id="rId42" Type="http://schemas.openxmlformats.org/officeDocument/2006/relationships/slideLayout" Target="../slideLayouts/slideLayout53.xml"/><Relationship Id="rId47" Type="http://schemas.openxmlformats.org/officeDocument/2006/relationships/image" Target="../media/image2.png"/><Relationship Id="rId7" Type="http://schemas.openxmlformats.org/officeDocument/2006/relationships/slideLayout" Target="../slideLayouts/slideLayout18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9" Type="http://schemas.openxmlformats.org/officeDocument/2006/relationships/slideLayout" Target="../slideLayouts/slideLayout40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24" Type="http://schemas.openxmlformats.org/officeDocument/2006/relationships/slideLayout" Target="../slideLayouts/slideLayout35.xml"/><Relationship Id="rId32" Type="http://schemas.openxmlformats.org/officeDocument/2006/relationships/slideLayout" Target="../slideLayouts/slideLayout43.xml"/><Relationship Id="rId37" Type="http://schemas.openxmlformats.org/officeDocument/2006/relationships/slideLayout" Target="../slideLayouts/slideLayout48.xml"/><Relationship Id="rId40" Type="http://schemas.openxmlformats.org/officeDocument/2006/relationships/slideLayout" Target="../slideLayouts/slideLayout51.xml"/><Relationship Id="rId45" Type="http://schemas.openxmlformats.org/officeDocument/2006/relationships/slideLayout" Target="../slideLayouts/slideLayout56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23" Type="http://schemas.openxmlformats.org/officeDocument/2006/relationships/slideLayout" Target="../slideLayouts/slideLayout34.xml"/><Relationship Id="rId28" Type="http://schemas.openxmlformats.org/officeDocument/2006/relationships/slideLayout" Target="../slideLayouts/slideLayout39.xml"/><Relationship Id="rId36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31" Type="http://schemas.openxmlformats.org/officeDocument/2006/relationships/slideLayout" Target="../slideLayouts/slideLayout42.xml"/><Relationship Id="rId44" Type="http://schemas.openxmlformats.org/officeDocument/2006/relationships/slideLayout" Target="../slideLayouts/slideLayout55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Relationship Id="rId22" Type="http://schemas.openxmlformats.org/officeDocument/2006/relationships/slideLayout" Target="../slideLayouts/slideLayout33.xml"/><Relationship Id="rId27" Type="http://schemas.openxmlformats.org/officeDocument/2006/relationships/slideLayout" Target="../slideLayouts/slideLayout38.xml"/><Relationship Id="rId30" Type="http://schemas.openxmlformats.org/officeDocument/2006/relationships/slideLayout" Target="../slideLayouts/slideLayout41.xml"/><Relationship Id="rId35" Type="http://schemas.openxmlformats.org/officeDocument/2006/relationships/slideLayout" Target="../slideLayouts/slideLayout46.xml"/><Relationship Id="rId43" Type="http://schemas.openxmlformats.org/officeDocument/2006/relationships/slideLayout" Target="../slideLayouts/slideLayout54.xml"/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5" Type="http://schemas.openxmlformats.org/officeDocument/2006/relationships/slideLayout" Target="../slideLayouts/slideLayout36.xml"/><Relationship Id="rId33" Type="http://schemas.openxmlformats.org/officeDocument/2006/relationships/slideLayout" Target="../slideLayouts/slideLayout44.xml"/><Relationship Id="rId38" Type="http://schemas.openxmlformats.org/officeDocument/2006/relationships/slideLayout" Target="../slideLayouts/slideLayout49.xml"/><Relationship Id="rId46" Type="http://schemas.openxmlformats.org/officeDocument/2006/relationships/theme" Target="../theme/theme2.xml"/><Relationship Id="rId20" Type="http://schemas.openxmlformats.org/officeDocument/2006/relationships/slideLayout" Target="../slideLayouts/slideLayout31.xml"/><Relationship Id="rId41" Type="http://schemas.openxmlformats.org/officeDocument/2006/relationships/slideLayout" Target="../slideLayouts/slideLayout5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54066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3" r:id="rId4"/>
    <p:sldLayoutId id="2147483654" r:id="rId5"/>
    <p:sldLayoutId id="2147483659" r:id="rId6"/>
    <p:sldLayoutId id="2147483657" r:id="rId7"/>
    <p:sldLayoutId id="2147483658" r:id="rId8"/>
    <p:sldLayoutId id="2147483656" r:id="rId9"/>
    <p:sldLayoutId id="2147483655" r:id="rId10"/>
    <p:sldLayoutId id="2147483651" r:id="rId11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875E5D52-1313-89F8-4617-49CFDB0E4FE6}"/>
              </a:ext>
            </a:extLst>
          </p:cNvPr>
          <p:cNvCxnSpPr>
            <a:cxnSpLocks/>
          </p:cNvCxnSpPr>
          <p:nvPr userDrawn="1"/>
        </p:nvCxnSpPr>
        <p:spPr>
          <a:xfrm>
            <a:off x="-5644" y="6649155"/>
            <a:ext cx="1219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E1F1DAB9-60A5-DA47-1439-A51354E21981}"/>
              </a:ext>
            </a:extLst>
          </p:cNvPr>
          <p:cNvSpPr txBox="1"/>
          <p:nvPr userDrawn="1"/>
        </p:nvSpPr>
        <p:spPr>
          <a:xfrm>
            <a:off x="10368507" y="6642894"/>
            <a:ext cx="128015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1" dirty="0">
                <a:solidFill>
                  <a:schemeClr val="bg1">
                    <a:lumMod val="65000"/>
                  </a:schemeClr>
                </a:solidFill>
              </a:rPr>
              <a:t>Me9 Market</a:t>
            </a:r>
            <a:r>
              <a:rPr lang="ko-KR" altLang="en-US" sz="800" b="1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ko-KR" sz="800" b="1" dirty="0">
                <a:solidFill>
                  <a:schemeClr val="bg1">
                    <a:lumMod val="65000"/>
                  </a:schemeClr>
                </a:solidFill>
              </a:rPr>
              <a:t>Project</a:t>
            </a:r>
            <a:endParaRPr lang="ko-KR" altLang="en-US" sz="800" b="1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D93745FB-6A70-E72C-2E5C-BB0C748F796E}"/>
              </a:ext>
            </a:extLst>
          </p:cNvPr>
          <p:cNvCxnSpPr>
            <a:cxnSpLocks/>
          </p:cNvCxnSpPr>
          <p:nvPr userDrawn="1"/>
        </p:nvCxnSpPr>
        <p:spPr>
          <a:xfrm>
            <a:off x="11723601" y="6675842"/>
            <a:ext cx="0" cy="158348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5">
            <a:extLst>
              <a:ext uri="{FF2B5EF4-FFF2-40B4-BE49-F238E27FC236}">
                <a16:creationId xmlns:a16="http://schemas.microsoft.com/office/drawing/2014/main" id="{1D544D1C-F587-4219-A866-8D7F646D58F5}"/>
              </a:ext>
            </a:extLst>
          </p:cNvPr>
          <p:cNvPicPr>
            <a:picLocks noChangeAspect="1"/>
          </p:cNvPicPr>
          <p:nvPr userDrawn="1"/>
        </p:nvPicPr>
        <p:blipFill>
          <a:blip r:embed="rId47"/>
          <a:stretch>
            <a:fillRect/>
          </a:stretch>
        </p:blipFill>
        <p:spPr>
          <a:xfrm>
            <a:off x="132520" y="6685684"/>
            <a:ext cx="506688" cy="1361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25881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89" r:id="rId3"/>
    <p:sldLayoutId id="2147483690" r:id="rId4"/>
    <p:sldLayoutId id="2147483691" r:id="rId5"/>
    <p:sldLayoutId id="2147483727" r:id="rId6"/>
    <p:sldLayoutId id="2147483692" r:id="rId7"/>
    <p:sldLayoutId id="2147483693" r:id="rId8"/>
    <p:sldLayoutId id="2147483694" r:id="rId9"/>
    <p:sldLayoutId id="2147483695" r:id="rId10"/>
    <p:sldLayoutId id="2147483698" r:id="rId11"/>
    <p:sldLayoutId id="2147483699" r:id="rId12"/>
    <p:sldLayoutId id="2147483696" r:id="rId13"/>
    <p:sldLayoutId id="2147483697" r:id="rId14"/>
    <p:sldLayoutId id="2147483702" r:id="rId15"/>
    <p:sldLayoutId id="2147483729" r:id="rId16"/>
    <p:sldLayoutId id="2147483730" r:id="rId17"/>
    <p:sldLayoutId id="2147483731" r:id="rId18"/>
    <p:sldLayoutId id="2147483700" r:id="rId19"/>
    <p:sldLayoutId id="2147483703" r:id="rId20"/>
    <p:sldLayoutId id="2147483708" r:id="rId21"/>
    <p:sldLayoutId id="2147483704" r:id="rId22"/>
    <p:sldLayoutId id="2147483701" r:id="rId23"/>
    <p:sldLayoutId id="2147483705" r:id="rId24"/>
    <p:sldLayoutId id="2147483706" r:id="rId25"/>
    <p:sldLayoutId id="2147483707" r:id="rId26"/>
    <p:sldLayoutId id="2147483709" r:id="rId27"/>
    <p:sldLayoutId id="2147483728" r:id="rId28"/>
    <p:sldLayoutId id="2147483710" r:id="rId29"/>
    <p:sldLayoutId id="2147483711" r:id="rId30"/>
    <p:sldLayoutId id="2147483712" r:id="rId31"/>
    <p:sldLayoutId id="2147483713" r:id="rId32"/>
    <p:sldLayoutId id="2147483714" r:id="rId33"/>
    <p:sldLayoutId id="2147483726" r:id="rId34"/>
    <p:sldLayoutId id="2147483725" r:id="rId35"/>
    <p:sldLayoutId id="2147483715" r:id="rId36"/>
    <p:sldLayoutId id="2147483716" r:id="rId37"/>
    <p:sldLayoutId id="2147483717" r:id="rId38"/>
    <p:sldLayoutId id="2147483718" r:id="rId39"/>
    <p:sldLayoutId id="2147483719" r:id="rId40"/>
    <p:sldLayoutId id="2147483720" r:id="rId41"/>
    <p:sldLayoutId id="2147483721" r:id="rId42"/>
    <p:sldLayoutId id="2147483722" r:id="rId43"/>
    <p:sldLayoutId id="2147483723" r:id="rId44"/>
    <p:sldLayoutId id="2147483724" r:id="rId45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piocomm.com/" TargetMode="External"/><Relationship Id="rId2" Type="http://schemas.openxmlformats.org/officeDocument/2006/relationships/hyperlink" Target="https://www.setaprint.ch/en" TargetMode="External"/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19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19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19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hyperlink" Target="mailto:test1234@naver.com" TargetMode="External"/><Relationship Id="rId1" Type="http://schemas.openxmlformats.org/officeDocument/2006/relationships/slideLayout" Target="../slideLayouts/slideLayout1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2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.pn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35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36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3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38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38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38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38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NULL"/><Relationship Id="rId1" Type="http://schemas.openxmlformats.org/officeDocument/2006/relationships/slideLayout" Target="../slideLayouts/slideLayout38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38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NULL"/><Relationship Id="rId1" Type="http://schemas.openxmlformats.org/officeDocument/2006/relationships/slideLayout" Target="../slideLayouts/slideLayout38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NULL"/><Relationship Id="rId1" Type="http://schemas.openxmlformats.org/officeDocument/2006/relationships/slideLayout" Target="../slideLayouts/slideLayout38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30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30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34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34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34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3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31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33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33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43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44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hyperlink" Target="http://admin.replyer.co.kr/goods/manage/view/48" TargetMode="External"/><Relationship Id="rId2" Type="http://schemas.openxmlformats.org/officeDocument/2006/relationships/hyperlink" Target="http://admin.replyer.co.kr/goods/manage/view/49" TargetMode="Externa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20.png"/><Relationship Id="rId4" Type="http://schemas.openxmlformats.org/officeDocument/2006/relationships/hyperlink" Target="http://admin.replyer.co.kr/goods/manage/view/397" TargetMode="Externa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hyperlink" Target="http://admin.replyer.co.kr/goods/manage/view/48" TargetMode="External"/><Relationship Id="rId2" Type="http://schemas.openxmlformats.org/officeDocument/2006/relationships/hyperlink" Target="http://admin.replyer.co.kr/goods/manage/view/49" TargetMode="Externa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20.png"/><Relationship Id="rId4" Type="http://schemas.openxmlformats.org/officeDocument/2006/relationships/hyperlink" Target="http://admin.replyer.co.kr/goods/manage/view/397" TargetMode="Externa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hyperlink" Target="http://admin.replyer.co.kr/goods/manage/view/48" TargetMode="External"/><Relationship Id="rId2" Type="http://schemas.openxmlformats.org/officeDocument/2006/relationships/hyperlink" Target="http://admin.replyer.co.kr/goods/manage/view/49" TargetMode="Externa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20.png"/><Relationship Id="rId4" Type="http://schemas.openxmlformats.org/officeDocument/2006/relationships/hyperlink" Target="http://admin.replyer.co.kr/goods/manage/view/397" TargetMode="Externa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hyperlink" Target="http://admin.replyer.co.kr/goods/manage/view/48" TargetMode="External"/><Relationship Id="rId2" Type="http://schemas.openxmlformats.org/officeDocument/2006/relationships/hyperlink" Target="http://admin.replyer.co.kr/goods/manage/view/49" TargetMode="Externa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20.png"/><Relationship Id="rId4" Type="http://schemas.openxmlformats.org/officeDocument/2006/relationships/hyperlink" Target="http://admin.replyer.co.kr/goods/manage/view/397" TargetMode="Externa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9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8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.png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48.xml"/><Relationship Id="rId4" Type="http://schemas.openxmlformats.org/officeDocument/2006/relationships/image" Target="../media/image20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49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49.xml"/><Relationship Id="rId4" Type="http://schemas.openxmlformats.org/officeDocument/2006/relationships/image" Target="../media/image34.pn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49.xml"/><Relationship Id="rId4" Type="http://schemas.openxmlformats.org/officeDocument/2006/relationships/image" Target="../media/image35.pn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49.xml"/><Relationship Id="rId4" Type="http://schemas.openxmlformats.org/officeDocument/2006/relationships/image" Target="../media/image36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49.xml"/><Relationship Id="rId4" Type="http://schemas.openxmlformats.org/officeDocument/2006/relationships/image" Target="../media/image36.pn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49.xml"/><Relationship Id="rId4" Type="http://schemas.openxmlformats.org/officeDocument/2006/relationships/image" Target="../media/image36.pn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49.xml"/><Relationship Id="rId4" Type="http://schemas.openxmlformats.org/officeDocument/2006/relationships/image" Target="../media/image39.png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hyperlink" Target="mailto:abcde1234@naver.com" TargetMode="External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50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4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48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03AE9651-3F11-79D2-CBD0-ABD1AAA732C5}"/>
              </a:ext>
            </a:extLst>
          </p:cNvPr>
          <p:cNvSpPr txBox="1"/>
          <p:nvPr/>
        </p:nvSpPr>
        <p:spPr>
          <a:xfrm>
            <a:off x="8476404" y="2233718"/>
            <a:ext cx="346761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800" b="1" dirty="0">
                <a:latin typeface="굴림" panose="020B0600000101010101" pitchFamily="50" charset="-127"/>
                <a:ea typeface="굴림" panose="020B0600000101010101" pitchFamily="50" charset="-127"/>
              </a:rPr>
              <a:t>Me9 Market</a:t>
            </a:r>
            <a:r>
              <a:rPr lang="ko-KR" altLang="en-US" sz="2800" b="1" dirty="0">
                <a:latin typeface="굴림" panose="020B0600000101010101" pitchFamily="50" charset="-127"/>
                <a:ea typeface="굴림" panose="020B0600000101010101" pitchFamily="50" charset="-127"/>
              </a:rPr>
              <a:t> </a:t>
            </a:r>
            <a:r>
              <a:rPr lang="en-US" altLang="ko-KR" sz="2800" b="1" dirty="0">
                <a:latin typeface="굴림" panose="020B0600000101010101" pitchFamily="50" charset="-127"/>
                <a:ea typeface="굴림" panose="020B0600000101010101" pitchFamily="50" charset="-127"/>
              </a:rPr>
              <a:t>Project</a:t>
            </a:r>
            <a:endParaRPr lang="ko-KR" altLang="en-US" sz="2800" b="1" dirty="0">
              <a:latin typeface="굴림" panose="020B0600000101010101" pitchFamily="50" charset="-127"/>
              <a:ea typeface="굴림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5317473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2821899C-E94B-D241-E2D3-BC46663695B4}"/>
              </a:ext>
            </a:extLst>
          </p:cNvPr>
          <p:cNvSpPr/>
          <p:nvPr/>
        </p:nvSpPr>
        <p:spPr>
          <a:xfrm>
            <a:off x="0" y="2734176"/>
            <a:ext cx="12191999" cy="138964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3000" b="1" dirty="0">
                <a:solidFill>
                  <a:schemeClr val="bg1"/>
                </a:solidFill>
                <a:latin typeface="+mj-ea"/>
                <a:ea typeface="+mj-ea"/>
              </a:rPr>
              <a:t>홈페이지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495F045-31A7-2360-24E5-C9FA5ACF4735}"/>
              </a:ext>
            </a:extLst>
          </p:cNvPr>
          <p:cNvSpPr txBox="1"/>
          <p:nvPr/>
        </p:nvSpPr>
        <p:spPr>
          <a:xfrm>
            <a:off x="5733560" y="4211052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dirty="0"/>
              <a:t>RF-01</a:t>
            </a:r>
            <a:endParaRPr lang="ko-KR" altLang="en-US" sz="1600" dirty="0"/>
          </a:p>
        </p:txBody>
      </p:sp>
    </p:spTree>
    <p:extLst>
      <p:ext uri="{BB962C8B-B14F-4D97-AF65-F5344CB8AC3E}">
        <p14:creationId xmlns:p14="http://schemas.microsoft.com/office/powerpoint/2010/main" val="66143182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6">
            <a:extLst>
              <a:ext uri="{FF2B5EF4-FFF2-40B4-BE49-F238E27FC236}">
                <a16:creationId xmlns:a16="http://schemas.microsoft.com/office/drawing/2014/main" id="{864787EF-8514-4609-A813-6DEB4D7EBE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4805180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메인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서브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78624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B37D2383-0F14-6DBE-6967-E28592883C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2780566"/>
              </p:ext>
            </p:extLst>
          </p:nvPr>
        </p:nvGraphicFramePr>
        <p:xfrm>
          <a:off x="10171774" y="22159"/>
          <a:ext cx="1979018" cy="714859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6240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548849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P-01-001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홈페이지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/>
                        <a:t>메인화면</a:t>
                      </a:r>
                      <a:r>
                        <a:rPr lang="ko-KR" altLang="en-US" sz="800" dirty="0"/>
                        <a:t> 영역별 내용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</a:rPr>
                        <a:t>화면간의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</a:rPr>
                        <a:t>전환시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 액션요청</a:t>
                      </a:r>
                      <a:endParaRPr lang="en-US" altLang="ko-KR" sz="8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마우스 스크롤 다운으로 화면이 아래로 내려가는 형태는 맞으나 스크롤이 내려가면서 긴 화면이 내려가는 것이 아닌 한 화면에서 전환되는 효과를 요청합니다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예시 사이트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hlinkClick r:id="rId2"/>
                        </a:rPr>
                        <a:t>https://www.setaprint.ch/en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hlinkClick r:id="rId3"/>
                        </a:rPr>
                        <a:t>https://www.piocomm.com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1387450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헤더 영역</a:t>
                      </a:r>
                      <a:br>
                        <a:rPr lang="en-US" altLang="ko-KR" sz="800" b="1" dirty="0">
                          <a:solidFill>
                            <a:schemeClr val="tx1"/>
                          </a:solidFill>
                        </a:rPr>
                      </a:b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영역내에 요청 컨텐츠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1)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회사로고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2)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대메뉴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3)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이미지 </a:t>
                      </a: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</a:rPr>
                        <a:t>비쥬얼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 영역</a:t>
                      </a:r>
                      <a:endParaRPr lang="en-US" altLang="ko-KR" sz="800" b="1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대표이미지와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문자정보가 움직이는 영역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영역내에 요청 컨텐츠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1)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회사를 대표할 이미지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2)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회사를 대표할 내용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8702436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회사 소개 영역 </a:t>
                      </a:r>
                      <a:endParaRPr lang="en-US" altLang="ko-KR" sz="800" b="1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회사 아이덴티티를 소개하는 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영역내에 요청사항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내용을 기준으로 한 디자인요청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2562567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</a:rPr>
                        <a:t>Me9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 이용방법 설명영역</a:t>
                      </a:r>
                      <a:br>
                        <a:rPr lang="en-US" altLang="ko-KR" sz="800" b="1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마이페이지 및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샵채널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생성방법을 소개하는 영역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영역내에 요청사항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애니메이션 효과로 요청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1871921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dirty="0"/>
                        <a:t>공지사항 및 회사정보</a:t>
                      </a:r>
                      <a:endParaRPr lang="en-US" altLang="ko-KR" sz="800" b="1" dirty="0"/>
                    </a:p>
                    <a:p>
                      <a:pPr algn="l" latinLnBrk="1"/>
                      <a:r>
                        <a:rPr lang="en-US" altLang="ko-KR" sz="800" dirty="0"/>
                        <a:t>: </a:t>
                      </a:r>
                      <a:r>
                        <a:rPr lang="ko-KR" altLang="en-US" sz="800" dirty="0"/>
                        <a:t>공지사항 영역과 하단정보영역</a:t>
                      </a:r>
                      <a:endParaRPr lang="en-US" altLang="ko-KR" sz="800" dirty="0"/>
                    </a:p>
                    <a:p>
                      <a:pPr algn="l" latinLnBrk="1"/>
                      <a:endParaRPr lang="en-US" altLang="ko-KR" sz="800" dirty="0"/>
                    </a:p>
                    <a:p>
                      <a:pPr algn="l" latinLnBrk="1"/>
                      <a:r>
                        <a:rPr lang="ko-KR" altLang="en-US" sz="800" dirty="0"/>
                        <a:t>영역내에 요청사항</a:t>
                      </a:r>
                      <a:endParaRPr lang="en-US" altLang="ko-KR" sz="800" dirty="0"/>
                    </a:p>
                    <a:p>
                      <a:pPr algn="l" latinLnBrk="1"/>
                      <a:r>
                        <a:rPr lang="ko-KR" altLang="en-US" sz="800" dirty="0"/>
                        <a:t>공지사항 추출영역과 회사정보노출 영역</a:t>
                      </a:r>
                      <a:endParaRPr lang="en-US" altLang="ko-KR" sz="800" dirty="0"/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49658104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592A8A31-1D83-4D9F-9DAD-20008D00B7F0}"/>
              </a:ext>
            </a:extLst>
          </p:cNvPr>
          <p:cNvSpPr/>
          <p:nvPr/>
        </p:nvSpPr>
        <p:spPr>
          <a:xfrm>
            <a:off x="662726" y="182032"/>
            <a:ext cx="279400" cy="270934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C578299-9345-4CBC-BC21-BDE631225EA5}"/>
              </a:ext>
            </a:extLst>
          </p:cNvPr>
          <p:cNvSpPr/>
          <p:nvPr/>
        </p:nvSpPr>
        <p:spPr>
          <a:xfrm>
            <a:off x="662726" y="1895944"/>
            <a:ext cx="279400" cy="270934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A4658F1C-A76C-467F-970E-399844DE2BD0}"/>
              </a:ext>
            </a:extLst>
          </p:cNvPr>
          <p:cNvSpPr/>
          <p:nvPr/>
        </p:nvSpPr>
        <p:spPr>
          <a:xfrm>
            <a:off x="662726" y="4971755"/>
            <a:ext cx="279400" cy="270934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68569CD-A2B8-4D7C-A772-B5FC203B652A}"/>
              </a:ext>
            </a:extLst>
          </p:cNvPr>
          <p:cNvSpPr/>
          <p:nvPr/>
        </p:nvSpPr>
        <p:spPr>
          <a:xfrm>
            <a:off x="662726" y="8043334"/>
            <a:ext cx="279400" cy="270934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4F02087-F3A0-4756-91B3-E2CD516C9D4B}"/>
              </a:ext>
            </a:extLst>
          </p:cNvPr>
          <p:cNvSpPr/>
          <p:nvPr/>
        </p:nvSpPr>
        <p:spPr>
          <a:xfrm>
            <a:off x="662726" y="11256435"/>
            <a:ext cx="279400" cy="270934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6069032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53F4B41D-2576-4319-B174-DE94AF859B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7553393"/>
              </p:ext>
            </p:extLst>
          </p:nvPr>
        </p:nvGraphicFramePr>
        <p:xfrm>
          <a:off x="10171774" y="22159"/>
          <a:ext cx="1979018" cy="144883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6240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548849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P-02-001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서비스안내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서비스안내 </a:t>
                      </a:r>
                      <a:endParaRPr lang="en-US" altLang="ko-KR" sz="800" dirty="0"/>
                    </a:p>
                    <a:p>
                      <a:pPr algn="l" latinLnBrk="1"/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소개페이지 화면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자료를 기반으로 디자인 요청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13874503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11B42AD7-70B3-4B49-993E-9DCC5A4FC2D0}"/>
              </a:ext>
            </a:extLst>
          </p:cNvPr>
          <p:cNvGrpSpPr/>
          <p:nvPr/>
        </p:nvGrpSpPr>
        <p:grpSpPr>
          <a:xfrm>
            <a:off x="180487" y="1101065"/>
            <a:ext cx="9811301" cy="5402681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7" name="Border">
              <a:extLst>
                <a:ext uri="{FF2B5EF4-FFF2-40B4-BE49-F238E27FC236}">
                  <a16:creationId xmlns:a16="http://schemas.microsoft.com/office/drawing/2014/main" id="{BBA1DE3E-DE6D-4C7B-80A0-6743D4579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Line 2">
              <a:extLst>
                <a:ext uri="{FF2B5EF4-FFF2-40B4-BE49-F238E27FC236}">
                  <a16:creationId xmlns:a16="http://schemas.microsoft.com/office/drawing/2014/main" id="{A9717BC5-F164-4893-85F1-76D56D4DE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Line 1">
              <a:extLst>
                <a:ext uri="{FF2B5EF4-FFF2-40B4-BE49-F238E27FC236}">
                  <a16:creationId xmlns:a16="http://schemas.microsoft.com/office/drawing/2014/main" id="{972C7414-FA10-4FE4-9E0E-C17640518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330C3C79-4656-4B7C-8C3F-DC69A9B978E6}"/>
                </a:ext>
              </a:extLst>
            </p:cNvPr>
            <p:cNvSpPr txBox="1"/>
            <p:nvPr/>
          </p:nvSpPr>
          <p:spPr>
            <a:xfrm>
              <a:off x="3598424" y="2238210"/>
              <a:ext cx="160202" cy="3079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4336046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7614322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B18537C2-6281-430F-AF96-D2AFA52E77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5155210"/>
              </p:ext>
            </p:extLst>
          </p:nvPr>
        </p:nvGraphicFramePr>
        <p:xfrm>
          <a:off x="10171774" y="22159"/>
          <a:ext cx="1979018" cy="306427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6240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548849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P-04-001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회원영역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/>
                        <a:t>로그인화면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회원의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아이디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패스워드 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회원가입 버튼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8702436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간편회원 로그인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로그인 정보가 없는 경우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간편로그인이 진행되면서 간편회원가입으로 진행된다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-&gt; P-04-002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로 이동하여 추가정보와 가입동의를 진행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2562567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각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채널에서 구입한 주문을 확인할 수 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1871921"/>
                  </a:ext>
                </a:extLst>
              </a:tr>
            </a:tbl>
          </a:graphicData>
        </a:graphic>
      </p:graphicFrame>
      <p:sp>
        <p:nvSpPr>
          <p:cNvPr id="31" name="TextBox 30">
            <a:extLst>
              <a:ext uri="{FF2B5EF4-FFF2-40B4-BE49-F238E27FC236}">
                <a16:creationId xmlns:a16="http://schemas.microsoft.com/office/drawing/2014/main" id="{4089A41F-5039-45CB-879A-18B53E3C9CA3}"/>
              </a:ext>
            </a:extLst>
          </p:cNvPr>
          <p:cNvSpPr txBox="1"/>
          <p:nvPr/>
        </p:nvSpPr>
        <p:spPr>
          <a:xfrm>
            <a:off x="3216519" y="218584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47AFD6C-62DE-42EE-ABB9-1DDAC48DB36C}"/>
              </a:ext>
            </a:extLst>
          </p:cNvPr>
          <p:cNvSpPr txBox="1"/>
          <p:nvPr/>
        </p:nvSpPr>
        <p:spPr>
          <a:xfrm>
            <a:off x="3222687" y="3198168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BCE7F98-EAE2-4CC3-84A7-861F05CFAAC4}"/>
              </a:ext>
            </a:extLst>
          </p:cNvPr>
          <p:cNvSpPr txBox="1"/>
          <p:nvPr/>
        </p:nvSpPr>
        <p:spPr>
          <a:xfrm>
            <a:off x="3219249" y="4353529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451B6E2-7437-4843-837C-C62D93192CE3}"/>
              </a:ext>
            </a:extLst>
          </p:cNvPr>
          <p:cNvSpPr txBox="1"/>
          <p:nvPr/>
        </p:nvSpPr>
        <p:spPr>
          <a:xfrm>
            <a:off x="4822883" y="5288248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4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706835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460C859-359B-4B4E-B835-4C8D92FDABDC}"/>
              </a:ext>
            </a:extLst>
          </p:cNvPr>
          <p:cNvSpPr txBox="1"/>
          <p:nvPr/>
        </p:nvSpPr>
        <p:spPr>
          <a:xfrm>
            <a:off x="1672260" y="1323939"/>
            <a:ext cx="93968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ko-KR" altLang="en-US" sz="800" b="1" dirty="0"/>
              <a:t>회원정보입력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60ACEE9A-082F-4B39-89A2-1E63CE0619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1482222"/>
              </p:ext>
            </p:extLst>
          </p:nvPr>
        </p:nvGraphicFramePr>
        <p:xfrm>
          <a:off x="1752654" y="1579462"/>
          <a:ext cx="6768756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06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759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8333">
                  <a:extLst>
                    <a:ext uri="{9D8B030D-6E8A-4147-A177-3AD203B41FA5}">
                      <a16:colId xmlns:a16="http://schemas.microsoft.com/office/drawing/2014/main" val="1361845016"/>
                    </a:ext>
                  </a:extLst>
                </a:gridCol>
                <a:gridCol w="2323810">
                  <a:extLst>
                    <a:ext uri="{9D8B030D-6E8A-4147-A177-3AD203B41FA5}">
                      <a16:colId xmlns:a16="http://schemas.microsoft.com/office/drawing/2014/main" val="218124973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가입경로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Naver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회원번호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M9-09909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21092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abcde1234@naver.com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794B50D9-982A-4A33-AAE5-F62AE3F0006A}"/>
              </a:ext>
            </a:extLst>
          </p:cNvPr>
          <p:cNvSpPr/>
          <p:nvPr/>
        </p:nvSpPr>
        <p:spPr>
          <a:xfrm>
            <a:off x="1752657" y="2535477"/>
            <a:ext cx="6768752" cy="283535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2F5A85C-C11F-4982-875A-77F8AB48BA3E}"/>
              </a:ext>
            </a:extLst>
          </p:cNvPr>
          <p:cNvSpPr txBox="1"/>
          <p:nvPr/>
        </p:nvSpPr>
        <p:spPr>
          <a:xfrm>
            <a:off x="1672260" y="2318872"/>
            <a:ext cx="129234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>
                <a:latin typeface="맑은 고딕" panose="020B0503020000020004" pitchFamily="50" charset="-127"/>
              </a:rPr>
              <a:t>이용약관 동의 </a:t>
            </a:r>
            <a:r>
              <a:rPr lang="en-US" altLang="ko-KR" sz="800" b="1" dirty="0">
                <a:latin typeface="맑은 고딕" panose="020B0503020000020004" pitchFamily="50" charset="-127"/>
              </a:rPr>
              <a:t>(</a:t>
            </a:r>
            <a:r>
              <a:rPr lang="ko-KR" altLang="en-US" sz="800" b="1" dirty="0">
                <a:latin typeface="맑은 고딕" panose="020B0503020000020004" pitchFamily="50" charset="-127"/>
              </a:rPr>
              <a:t>필수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50315F5-F626-4BDF-8727-4AAA0804EEE8}"/>
              </a:ext>
            </a:extLst>
          </p:cNvPr>
          <p:cNvSpPr/>
          <p:nvPr/>
        </p:nvSpPr>
        <p:spPr>
          <a:xfrm>
            <a:off x="1752657" y="3035617"/>
            <a:ext cx="6768752" cy="283535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D0E5F4A1-4196-4E77-8F01-5F849F53CB10}"/>
              </a:ext>
            </a:extLst>
          </p:cNvPr>
          <p:cNvSpPr/>
          <p:nvPr/>
        </p:nvSpPr>
        <p:spPr>
          <a:xfrm>
            <a:off x="1752657" y="3547825"/>
            <a:ext cx="6768752" cy="283535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1EB3815-65C5-4416-8899-7C6A9580FDD8}"/>
              </a:ext>
            </a:extLst>
          </p:cNvPr>
          <p:cNvSpPr txBox="1"/>
          <p:nvPr/>
        </p:nvSpPr>
        <p:spPr>
          <a:xfrm>
            <a:off x="1695161" y="3331220"/>
            <a:ext cx="159370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>
                <a:latin typeface="맑은 고딕" panose="020B0503020000020004" pitchFamily="50" charset="-127"/>
              </a:rPr>
              <a:t>제</a:t>
            </a:r>
            <a:r>
              <a:rPr lang="en-US" altLang="ko-KR" sz="800" b="1" dirty="0">
                <a:latin typeface="맑은 고딕" panose="020B0503020000020004" pitchFamily="50" charset="-127"/>
              </a:rPr>
              <a:t>3</a:t>
            </a:r>
            <a:r>
              <a:rPr lang="ko-KR" altLang="en-US" sz="800" b="1" dirty="0">
                <a:latin typeface="맑은 고딕" panose="020B0503020000020004" pitchFamily="50" charset="-127"/>
              </a:rPr>
              <a:t>자 정보제공 동의</a:t>
            </a:r>
            <a:r>
              <a:rPr lang="en-US" altLang="ko-KR" sz="800" b="1" dirty="0">
                <a:latin typeface="맑은 고딕" panose="020B0503020000020004" pitchFamily="50" charset="-127"/>
              </a:rPr>
              <a:t> (</a:t>
            </a:r>
            <a:r>
              <a:rPr lang="ko-KR" altLang="en-US" sz="800" b="1" dirty="0">
                <a:latin typeface="맑은 고딕" panose="020B0503020000020004" pitchFamily="50" charset="-127"/>
              </a:rPr>
              <a:t>필수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EB93FDD-0C31-43EA-B69D-C60D4C081D83}"/>
              </a:ext>
            </a:extLst>
          </p:cNvPr>
          <p:cNvSpPr/>
          <p:nvPr/>
        </p:nvSpPr>
        <p:spPr>
          <a:xfrm>
            <a:off x="1752657" y="4052862"/>
            <a:ext cx="6768752" cy="283535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6D5A040-56D6-488B-8052-3689792A4E02}"/>
              </a:ext>
            </a:extLst>
          </p:cNvPr>
          <p:cNvSpPr txBox="1"/>
          <p:nvPr/>
        </p:nvSpPr>
        <p:spPr>
          <a:xfrm>
            <a:off x="1695161" y="3836257"/>
            <a:ext cx="139493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>
                <a:latin typeface="맑은 고딕" panose="020B0503020000020004" pitchFamily="50" charset="-127"/>
              </a:rPr>
              <a:t>마케팅 활용동의 </a:t>
            </a:r>
            <a:r>
              <a:rPr lang="en-US" altLang="ko-KR" sz="800" b="1" dirty="0">
                <a:latin typeface="맑은 고딕" panose="020B0503020000020004" pitchFamily="50" charset="-127"/>
              </a:rPr>
              <a:t>(</a:t>
            </a:r>
            <a:r>
              <a:rPr lang="ko-KR" altLang="en-US" sz="800" b="1" dirty="0">
                <a:latin typeface="맑은 고딕" panose="020B0503020000020004" pitchFamily="50" charset="-127"/>
              </a:rPr>
              <a:t>선택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33D1D7E4-2686-4FF3-8901-22FF286CDB2D}"/>
              </a:ext>
            </a:extLst>
          </p:cNvPr>
          <p:cNvSpPr/>
          <p:nvPr/>
        </p:nvSpPr>
        <p:spPr>
          <a:xfrm>
            <a:off x="1752657" y="4589390"/>
            <a:ext cx="6768752" cy="283535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D3DEC24-AD99-4202-B70F-7C0CD0B74EBA}"/>
              </a:ext>
            </a:extLst>
          </p:cNvPr>
          <p:cNvSpPr txBox="1"/>
          <p:nvPr/>
        </p:nvSpPr>
        <p:spPr>
          <a:xfrm>
            <a:off x="1695161" y="4372785"/>
            <a:ext cx="149752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 err="1">
                <a:latin typeface="맑은 고딕" panose="020B0503020000020004" pitchFamily="50" charset="-127"/>
              </a:rPr>
              <a:t>알림정보</a:t>
            </a:r>
            <a:r>
              <a:rPr lang="ko-KR" altLang="en-US" sz="800" b="1" dirty="0">
                <a:latin typeface="맑은 고딕" panose="020B0503020000020004" pitchFamily="50" charset="-127"/>
              </a:rPr>
              <a:t> 수신동의 </a:t>
            </a:r>
            <a:r>
              <a:rPr lang="en-US" altLang="ko-KR" sz="800" b="1" dirty="0">
                <a:latin typeface="맑은 고딕" panose="020B0503020000020004" pitchFamily="50" charset="-127"/>
              </a:rPr>
              <a:t>(</a:t>
            </a:r>
            <a:r>
              <a:rPr lang="ko-KR" altLang="en-US" sz="800" b="1" dirty="0">
                <a:latin typeface="맑은 고딕" panose="020B0503020000020004" pitchFamily="50" charset="-127"/>
              </a:rPr>
              <a:t>선택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DF6EB78-8E57-44CD-95DD-2DB00EE7CED8}"/>
              </a:ext>
            </a:extLst>
          </p:cNvPr>
          <p:cNvSpPr txBox="1"/>
          <p:nvPr/>
        </p:nvSpPr>
        <p:spPr>
          <a:xfrm>
            <a:off x="1695161" y="2820173"/>
            <a:ext cx="226055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/>
              <a:t>개인정보 수집 및 이용에 관한 안내</a:t>
            </a:r>
            <a:r>
              <a:rPr lang="en-US" altLang="ko-KR" sz="800" b="1" dirty="0">
                <a:latin typeface="맑은 고딕" panose="020B0503020000020004" pitchFamily="50" charset="-127"/>
              </a:rPr>
              <a:t> (</a:t>
            </a:r>
            <a:r>
              <a:rPr lang="ko-KR" altLang="en-US" sz="800" b="1" dirty="0">
                <a:latin typeface="맑은 고딕" panose="020B0503020000020004" pitchFamily="50" charset="-127"/>
              </a:rPr>
              <a:t>필수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B463542-1E07-44E9-A873-6F4186C36C08}"/>
              </a:ext>
            </a:extLst>
          </p:cNvPr>
          <p:cNvSpPr txBox="1"/>
          <p:nvPr/>
        </p:nvSpPr>
        <p:spPr>
          <a:xfrm>
            <a:off x="1672260" y="5018196"/>
            <a:ext cx="101341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>
                <a:latin typeface="맑은 고딕" panose="020B0503020000020004" pitchFamily="50" charset="-127"/>
              </a:rPr>
              <a:t>전체 약관 동의</a:t>
            </a:r>
            <a:endParaRPr lang="ko-KR" altLang="en-US" sz="800" b="1" dirty="0"/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1610472-9596-441F-91DD-216C8DB82A12}"/>
              </a:ext>
            </a:extLst>
          </p:cNvPr>
          <p:cNvSpPr/>
          <p:nvPr/>
        </p:nvSpPr>
        <p:spPr>
          <a:xfrm>
            <a:off x="4468599" y="5573795"/>
            <a:ext cx="1558215" cy="313683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>
                <a:solidFill>
                  <a:schemeClr val="bg1"/>
                </a:solidFill>
              </a:rPr>
              <a:t>가입완료</a:t>
            </a:r>
            <a:endParaRPr lang="ko-KR" altLang="en-US" sz="900" dirty="0">
              <a:solidFill>
                <a:schemeClr val="bg1"/>
              </a:solidFill>
            </a:endParaRP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E34AB073-7643-49D0-86DF-2E96433161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444841"/>
              </p:ext>
            </p:extLst>
          </p:nvPr>
        </p:nvGraphicFramePr>
        <p:xfrm>
          <a:off x="10171774" y="22159"/>
          <a:ext cx="1979018" cy="157075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6240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548849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P-04-002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회원영역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간편회원가입 후 추가정보 및 </a:t>
                      </a:r>
                      <a:r>
                        <a:rPr lang="ko-KR" altLang="en-US" sz="800" dirty="0" err="1"/>
                        <a:t>동의폼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이름을 추가적으로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입력받을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수 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8555497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460C859-359B-4B4E-B835-4C8D92FDABDC}"/>
              </a:ext>
            </a:extLst>
          </p:cNvPr>
          <p:cNvSpPr txBox="1"/>
          <p:nvPr/>
        </p:nvSpPr>
        <p:spPr>
          <a:xfrm>
            <a:off x="1672260" y="1313219"/>
            <a:ext cx="93968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ko-KR" altLang="en-US" sz="800" b="1" dirty="0"/>
              <a:t>회원정보입력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60ACEE9A-082F-4B39-89A2-1E63CE0619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9802689"/>
              </p:ext>
            </p:extLst>
          </p:nvPr>
        </p:nvGraphicFramePr>
        <p:xfrm>
          <a:off x="1752654" y="1545597"/>
          <a:ext cx="6768755" cy="134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39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28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아이디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           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lt"/>
                        </a:rPr>
                        <a:t>해당 아이디는 </a:t>
                      </a:r>
                      <a:r>
                        <a:rPr lang="ko-KR" altLang="en-US" sz="800" b="1" i="0" u="none" strike="noStrike" dirty="0" err="1">
                          <a:solidFill>
                            <a:srgbClr val="FF0000"/>
                          </a:solidFill>
                          <a:effectLst/>
                          <a:latin typeface="+mn-lt"/>
                        </a:rPr>
                        <a:t>사용중</a:t>
                      </a:r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lt"/>
                        </a:rPr>
                        <a:t> 입니다</a:t>
                      </a:r>
                      <a:r>
                        <a:rPr lang="en-US" altLang="ko-KR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lt"/>
                        </a:rPr>
                        <a:t>. 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en-US" altLang="ko-KR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ko-KR" altLang="en-US" sz="800" b="1" i="0" u="none" strike="noStrike" dirty="0"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해당 아이디는 사용가능 합니다</a:t>
                      </a:r>
                      <a:r>
                        <a:rPr lang="en-US" altLang="ko-KR" sz="800" b="1" i="0" u="none" strike="noStrike" dirty="0"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  <a:endParaRPr lang="ko-KR" altLang="en-US" sz="800" b="1" i="0" u="none" strike="noStrike" dirty="0">
                        <a:solidFill>
                          <a:schemeClr val="accent5">
                            <a:lumMod val="75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             @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비밀번호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비밀번호확인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비밀번호가 일치합니다</a:t>
                      </a:r>
                      <a:r>
                        <a:rPr lang="en-US" altLang="ko-KR" sz="800" b="1" i="0" u="none" strike="noStrike" dirty="0"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.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800" b="1" i="0" u="none" strike="noStrike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비밀번호가 일치하지 않습니다</a:t>
                      </a:r>
                      <a:r>
                        <a:rPr lang="en-US" altLang="ko-KR" sz="800" b="1" i="0" u="none" strike="noStrike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.</a:t>
                      </a:r>
                      <a:endParaRPr lang="ko-KR" altLang="en-US" sz="800" b="1" i="0" u="none" strike="noStrike" dirty="0">
                        <a:solidFill>
                          <a:srgbClr val="C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6914789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B033746-92CD-4126-84C3-D20DEC56A5BF}"/>
              </a:ext>
            </a:extLst>
          </p:cNvPr>
          <p:cNvSpPr/>
          <p:nvPr/>
        </p:nvSpPr>
        <p:spPr>
          <a:xfrm>
            <a:off x="3153051" y="1605605"/>
            <a:ext cx="3883589" cy="140563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7171502-D913-49B7-AD10-3CD8208B2542}"/>
              </a:ext>
            </a:extLst>
          </p:cNvPr>
          <p:cNvSpPr/>
          <p:nvPr/>
        </p:nvSpPr>
        <p:spPr>
          <a:xfrm>
            <a:off x="7089855" y="1605605"/>
            <a:ext cx="909631" cy="140567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중복확인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9295F2C-C351-499D-8574-CA144492DF73}"/>
              </a:ext>
            </a:extLst>
          </p:cNvPr>
          <p:cNvSpPr txBox="1"/>
          <p:nvPr/>
        </p:nvSpPr>
        <p:spPr>
          <a:xfrm>
            <a:off x="8079880" y="1560470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47F3960-012F-496D-8FB4-E2058FCBC3E1}"/>
              </a:ext>
            </a:extLst>
          </p:cNvPr>
          <p:cNvSpPr/>
          <p:nvPr/>
        </p:nvSpPr>
        <p:spPr>
          <a:xfrm>
            <a:off x="3153051" y="2031110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AE73DDD-ADCE-4367-BDDB-2D0A26A02A93}"/>
              </a:ext>
            </a:extLst>
          </p:cNvPr>
          <p:cNvSpPr/>
          <p:nvPr/>
        </p:nvSpPr>
        <p:spPr>
          <a:xfrm>
            <a:off x="4900741" y="2031110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A71E2CEC-59B5-4E23-BB76-AF747BD87B96}"/>
              </a:ext>
            </a:extLst>
          </p:cNvPr>
          <p:cNvSpPr/>
          <p:nvPr/>
        </p:nvSpPr>
        <p:spPr>
          <a:xfrm>
            <a:off x="6472186" y="2031110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직접입력                       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B04C18B-B0D3-4664-BFF2-CBA16423326F}"/>
              </a:ext>
            </a:extLst>
          </p:cNvPr>
          <p:cNvSpPr/>
          <p:nvPr/>
        </p:nvSpPr>
        <p:spPr>
          <a:xfrm>
            <a:off x="3153051" y="2251008"/>
            <a:ext cx="4857711" cy="140562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02D963F-E072-48F1-9316-1028DF3CC07E}"/>
              </a:ext>
            </a:extLst>
          </p:cNvPr>
          <p:cNvSpPr/>
          <p:nvPr/>
        </p:nvSpPr>
        <p:spPr>
          <a:xfrm>
            <a:off x="3153052" y="2490251"/>
            <a:ext cx="4857710" cy="140563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94B50D9-982A-4A33-AAE5-F62AE3F0006A}"/>
              </a:ext>
            </a:extLst>
          </p:cNvPr>
          <p:cNvSpPr/>
          <p:nvPr/>
        </p:nvSpPr>
        <p:spPr>
          <a:xfrm>
            <a:off x="1752657" y="3255467"/>
            <a:ext cx="6768752" cy="283535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2F5A85C-C11F-4982-875A-77F8AB48BA3E}"/>
              </a:ext>
            </a:extLst>
          </p:cNvPr>
          <p:cNvSpPr txBox="1"/>
          <p:nvPr/>
        </p:nvSpPr>
        <p:spPr>
          <a:xfrm>
            <a:off x="1672260" y="3038862"/>
            <a:ext cx="129234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>
                <a:latin typeface="맑은 고딕" panose="020B0503020000020004" pitchFamily="50" charset="-127"/>
              </a:rPr>
              <a:t>이용약관 동의 </a:t>
            </a:r>
            <a:r>
              <a:rPr lang="en-US" altLang="ko-KR" sz="800" b="1" dirty="0">
                <a:latin typeface="맑은 고딕" panose="020B0503020000020004" pitchFamily="50" charset="-127"/>
              </a:rPr>
              <a:t>(</a:t>
            </a:r>
            <a:r>
              <a:rPr lang="ko-KR" altLang="en-US" sz="800" b="1" dirty="0">
                <a:latin typeface="맑은 고딕" panose="020B0503020000020004" pitchFamily="50" charset="-127"/>
              </a:rPr>
              <a:t>필수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50315F5-F626-4BDF-8727-4AAA0804EEE8}"/>
              </a:ext>
            </a:extLst>
          </p:cNvPr>
          <p:cNvSpPr/>
          <p:nvPr/>
        </p:nvSpPr>
        <p:spPr>
          <a:xfrm>
            <a:off x="1752657" y="3755607"/>
            <a:ext cx="6768752" cy="283535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D0E5F4A1-4196-4E77-8F01-5F849F53CB10}"/>
              </a:ext>
            </a:extLst>
          </p:cNvPr>
          <p:cNvSpPr/>
          <p:nvPr/>
        </p:nvSpPr>
        <p:spPr>
          <a:xfrm>
            <a:off x="1752657" y="4267815"/>
            <a:ext cx="6768752" cy="283535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1EB3815-65C5-4416-8899-7C6A9580FDD8}"/>
              </a:ext>
            </a:extLst>
          </p:cNvPr>
          <p:cNvSpPr txBox="1"/>
          <p:nvPr/>
        </p:nvSpPr>
        <p:spPr>
          <a:xfrm>
            <a:off x="1695161" y="4051210"/>
            <a:ext cx="159370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>
                <a:latin typeface="맑은 고딕" panose="020B0503020000020004" pitchFamily="50" charset="-127"/>
              </a:rPr>
              <a:t>제</a:t>
            </a:r>
            <a:r>
              <a:rPr lang="en-US" altLang="ko-KR" sz="800" b="1" dirty="0">
                <a:latin typeface="맑은 고딕" panose="020B0503020000020004" pitchFamily="50" charset="-127"/>
              </a:rPr>
              <a:t>3</a:t>
            </a:r>
            <a:r>
              <a:rPr lang="ko-KR" altLang="en-US" sz="800" b="1" dirty="0">
                <a:latin typeface="맑은 고딕" panose="020B0503020000020004" pitchFamily="50" charset="-127"/>
              </a:rPr>
              <a:t>자 정보제공 동의</a:t>
            </a:r>
            <a:r>
              <a:rPr lang="en-US" altLang="ko-KR" sz="800" b="1" dirty="0">
                <a:latin typeface="맑은 고딕" panose="020B0503020000020004" pitchFamily="50" charset="-127"/>
              </a:rPr>
              <a:t> (</a:t>
            </a:r>
            <a:r>
              <a:rPr lang="ko-KR" altLang="en-US" sz="800" b="1" dirty="0">
                <a:latin typeface="맑은 고딕" panose="020B0503020000020004" pitchFamily="50" charset="-127"/>
              </a:rPr>
              <a:t>필수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EB93FDD-0C31-43EA-B69D-C60D4C081D83}"/>
              </a:ext>
            </a:extLst>
          </p:cNvPr>
          <p:cNvSpPr/>
          <p:nvPr/>
        </p:nvSpPr>
        <p:spPr>
          <a:xfrm>
            <a:off x="1752657" y="4772852"/>
            <a:ext cx="6768752" cy="283535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6D5A040-56D6-488B-8052-3689792A4E02}"/>
              </a:ext>
            </a:extLst>
          </p:cNvPr>
          <p:cNvSpPr txBox="1"/>
          <p:nvPr/>
        </p:nvSpPr>
        <p:spPr>
          <a:xfrm>
            <a:off x="1695161" y="4556247"/>
            <a:ext cx="139493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>
                <a:latin typeface="맑은 고딕" panose="020B0503020000020004" pitchFamily="50" charset="-127"/>
              </a:rPr>
              <a:t>마케팅 활용동의 </a:t>
            </a:r>
            <a:r>
              <a:rPr lang="en-US" altLang="ko-KR" sz="800" b="1" dirty="0">
                <a:latin typeface="맑은 고딕" panose="020B0503020000020004" pitchFamily="50" charset="-127"/>
              </a:rPr>
              <a:t>(</a:t>
            </a:r>
            <a:r>
              <a:rPr lang="ko-KR" altLang="en-US" sz="800" b="1" dirty="0">
                <a:latin typeface="맑은 고딕" panose="020B0503020000020004" pitchFamily="50" charset="-127"/>
              </a:rPr>
              <a:t>선택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33D1D7E4-2686-4FF3-8901-22FF286CDB2D}"/>
              </a:ext>
            </a:extLst>
          </p:cNvPr>
          <p:cNvSpPr/>
          <p:nvPr/>
        </p:nvSpPr>
        <p:spPr>
          <a:xfrm>
            <a:off x="1752657" y="5309380"/>
            <a:ext cx="6768752" cy="283535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D3DEC24-AD99-4202-B70F-7C0CD0B74EBA}"/>
              </a:ext>
            </a:extLst>
          </p:cNvPr>
          <p:cNvSpPr txBox="1"/>
          <p:nvPr/>
        </p:nvSpPr>
        <p:spPr>
          <a:xfrm>
            <a:off x="1695161" y="5092775"/>
            <a:ext cx="149752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 err="1">
                <a:latin typeface="맑은 고딕" panose="020B0503020000020004" pitchFamily="50" charset="-127"/>
              </a:rPr>
              <a:t>알림정보</a:t>
            </a:r>
            <a:r>
              <a:rPr lang="ko-KR" altLang="en-US" sz="800" b="1" dirty="0">
                <a:latin typeface="맑은 고딕" panose="020B0503020000020004" pitchFamily="50" charset="-127"/>
              </a:rPr>
              <a:t> 수신동의 </a:t>
            </a:r>
            <a:r>
              <a:rPr lang="en-US" altLang="ko-KR" sz="800" b="1" dirty="0">
                <a:latin typeface="맑은 고딕" panose="020B0503020000020004" pitchFamily="50" charset="-127"/>
              </a:rPr>
              <a:t>(</a:t>
            </a:r>
            <a:r>
              <a:rPr lang="ko-KR" altLang="en-US" sz="800" b="1" dirty="0">
                <a:latin typeface="맑은 고딕" panose="020B0503020000020004" pitchFamily="50" charset="-127"/>
              </a:rPr>
              <a:t>선택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DF6EB78-8E57-44CD-95DD-2DB00EE7CED8}"/>
              </a:ext>
            </a:extLst>
          </p:cNvPr>
          <p:cNvSpPr txBox="1"/>
          <p:nvPr/>
        </p:nvSpPr>
        <p:spPr>
          <a:xfrm>
            <a:off x="1695161" y="3540163"/>
            <a:ext cx="226055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/>
              <a:t>개인정보 수집 및 이용에 관한 안내</a:t>
            </a:r>
            <a:r>
              <a:rPr lang="en-US" altLang="ko-KR" sz="800" b="1" dirty="0">
                <a:latin typeface="맑은 고딕" panose="020B0503020000020004" pitchFamily="50" charset="-127"/>
              </a:rPr>
              <a:t> (</a:t>
            </a:r>
            <a:r>
              <a:rPr lang="ko-KR" altLang="en-US" sz="800" b="1" dirty="0">
                <a:latin typeface="맑은 고딕" panose="020B0503020000020004" pitchFamily="50" charset="-127"/>
              </a:rPr>
              <a:t>필수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B463542-1E07-44E9-A873-6F4186C36C08}"/>
              </a:ext>
            </a:extLst>
          </p:cNvPr>
          <p:cNvSpPr txBox="1"/>
          <p:nvPr/>
        </p:nvSpPr>
        <p:spPr>
          <a:xfrm>
            <a:off x="1672260" y="5738186"/>
            <a:ext cx="101341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>
                <a:latin typeface="맑은 고딕" panose="020B0503020000020004" pitchFamily="50" charset="-127"/>
              </a:rPr>
              <a:t>전체 약관 동의</a:t>
            </a:r>
            <a:endParaRPr lang="ko-KR" altLang="en-US" sz="800" b="1" dirty="0"/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1610472-9596-441F-91DD-216C8DB82A12}"/>
              </a:ext>
            </a:extLst>
          </p:cNvPr>
          <p:cNvSpPr/>
          <p:nvPr/>
        </p:nvSpPr>
        <p:spPr>
          <a:xfrm>
            <a:off x="4468599" y="6106059"/>
            <a:ext cx="1558215" cy="313683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>
                <a:solidFill>
                  <a:schemeClr val="bg1"/>
                </a:solidFill>
              </a:rPr>
              <a:t>가입완료</a:t>
            </a:r>
            <a:endParaRPr lang="ko-KR" altLang="en-US" sz="900" dirty="0">
              <a:solidFill>
                <a:schemeClr val="bg1"/>
              </a:solidFill>
            </a:endParaRPr>
          </a:p>
        </p:txBody>
      </p:sp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4A59895C-AC9E-4CB6-89A1-71363D603A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9749679"/>
              </p:ext>
            </p:extLst>
          </p:nvPr>
        </p:nvGraphicFramePr>
        <p:xfrm>
          <a:off x="10171774" y="22159"/>
          <a:ext cx="1979018" cy="202795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6240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548849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P-04-003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회원영역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일반회원 </a:t>
                      </a:r>
                      <a:r>
                        <a:rPr lang="ko-KR" altLang="en-US" sz="800" dirty="0" err="1"/>
                        <a:t>가입폼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간단한 정보입력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이메일을 받는 이유는 아이디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패스워드 찾기에 필요한 정보이기 때문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아이디 중복확인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8702436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8B04C1AF-DDCC-47D4-AD64-A633AAD90936}"/>
              </a:ext>
            </a:extLst>
          </p:cNvPr>
          <p:cNvSpPr txBox="1"/>
          <p:nvPr/>
        </p:nvSpPr>
        <p:spPr>
          <a:xfrm>
            <a:off x="1591866" y="144963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68235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TextBox 28">
            <a:extLst>
              <a:ext uri="{FF2B5EF4-FFF2-40B4-BE49-F238E27FC236}">
                <a16:creationId xmlns:a16="http://schemas.microsoft.com/office/drawing/2014/main" id="{214BDB20-38BB-4DB2-A59D-1001D9368270}"/>
              </a:ext>
            </a:extLst>
          </p:cNvPr>
          <p:cNvSpPr txBox="1"/>
          <p:nvPr/>
        </p:nvSpPr>
        <p:spPr>
          <a:xfrm>
            <a:off x="1805485" y="2959121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ko-KR" altLang="en-US" sz="800" b="1" dirty="0"/>
              <a:t>회원정보</a:t>
            </a: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3F28DBC6-22A3-403F-8E79-E115FB740C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3542626"/>
              </p:ext>
            </p:extLst>
          </p:nvPr>
        </p:nvGraphicFramePr>
        <p:xfrm>
          <a:off x="1885879" y="3174565"/>
          <a:ext cx="6768756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37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708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74792">
                  <a:extLst>
                    <a:ext uri="{9D8B030D-6E8A-4147-A177-3AD203B41FA5}">
                      <a16:colId xmlns:a16="http://schemas.microsoft.com/office/drawing/2014/main" val="3928038812"/>
                    </a:ext>
                  </a:extLst>
                </a:gridCol>
                <a:gridCol w="2199333">
                  <a:extLst>
                    <a:ext uri="{9D8B030D-6E8A-4147-A177-3AD203B41FA5}">
                      <a16:colId xmlns:a16="http://schemas.microsoft.com/office/drawing/2014/main" val="122199672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M9-99872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가입일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2024-10-01 12:21:12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아이디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abcde1234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비밀번호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1" name="직사각형 30">
            <a:extLst>
              <a:ext uri="{FF2B5EF4-FFF2-40B4-BE49-F238E27FC236}">
                <a16:creationId xmlns:a16="http://schemas.microsoft.com/office/drawing/2014/main" id="{6FFA145D-1A40-45B8-A7DF-0FCFAB4A4AE6}"/>
              </a:ext>
            </a:extLst>
          </p:cNvPr>
          <p:cNvSpPr/>
          <p:nvPr/>
        </p:nvSpPr>
        <p:spPr>
          <a:xfrm>
            <a:off x="6526682" y="3420268"/>
            <a:ext cx="909631" cy="140567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비밀번호변경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61A54EC-F790-415C-9513-73A589791498}"/>
              </a:ext>
            </a:extLst>
          </p:cNvPr>
          <p:cNvSpPr txBox="1"/>
          <p:nvPr/>
        </p:nvSpPr>
        <p:spPr>
          <a:xfrm>
            <a:off x="1805485" y="4010787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ko-KR" altLang="en-US" sz="800" b="1" dirty="0"/>
              <a:t>기본정보</a:t>
            </a:r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F72B5F69-18BD-42F9-984C-2FEA87B474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8120241"/>
              </p:ext>
            </p:extLst>
          </p:nvPr>
        </p:nvGraphicFramePr>
        <p:xfrm>
          <a:off x="1885879" y="4226231"/>
          <a:ext cx="6768756" cy="134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37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708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74792">
                  <a:extLst>
                    <a:ext uri="{9D8B030D-6E8A-4147-A177-3AD203B41FA5}">
                      <a16:colId xmlns:a16="http://schemas.microsoft.com/office/drawing/2014/main" val="3928038812"/>
                    </a:ext>
                  </a:extLst>
                </a:gridCol>
                <a:gridCol w="2199333">
                  <a:extLst>
                    <a:ext uri="{9D8B030D-6E8A-4147-A177-3AD203B41FA5}">
                      <a16:colId xmlns:a16="http://schemas.microsoft.com/office/drawing/2014/main" val="122199672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성별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남성  ○ 여성 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연락처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                                                                          </a:t>
                      </a:r>
                      <a:endParaRPr lang="ko-KR" altLang="en-US" sz="800" b="1" i="0" u="none" strike="noStrike" dirty="0">
                        <a:solidFill>
                          <a:srgbClr val="C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생년월일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                                         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@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32034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배송지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9819523"/>
                  </a:ext>
                </a:extLst>
              </a:tr>
            </a:tbl>
          </a:graphicData>
        </a:graphic>
      </p:graphicFrame>
      <p:sp>
        <p:nvSpPr>
          <p:cNvPr id="34" name="직사각형 33">
            <a:extLst>
              <a:ext uri="{FF2B5EF4-FFF2-40B4-BE49-F238E27FC236}">
                <a16:creationId xmlns:a16="http://schemas.microsoft.com/office/drawing/2014/main" id="{ED7D4BBE-98A0-43CC-A326-064B59CE2014}"/>
              </a:ext>
            </a:extLst>
          </p:cNvPr>
          <p:cNvSpPr/>
          <p:nvPr/>
        </p:nvSpPr>
        <p:spPr>
          <a:xfrm>
            <a:off x="3057873" y="4252964"/>
            <a:ext cx="2137858" cy="159952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아무개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1665523B-C58B-4CD6-AF9E-D252C7B98AFF}"/>
              </a:ext>
            </a:extLst>
          </p:cNvPr>
          <p:cNvGrpSpPr/>
          <p:nvPr/>
        </p:nvGrpSpPr>
        <p:grpSpPr>
          <a:xfrm>
            <a:off x="3057873" y="4412916"/>
            <a:ext cx="1789788" cy="230832"/>
            <a:chOff x="2924648" y="2579699"/>
            <a:chExt cx="1789788" cy="230832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82BDF1A8-3430-4EDA-8D5A-FBC10C27AE53}"/>
                </a:ext>
              </a:extLst>
            </p:cNvPr>
            <p:cNvSpPr/>
            <p:nvPr/>
          </p:nvSpPr>
          <p:spPr>
            <a:xfrm>
              <a:off x="2924648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010  </a:t>
              </a:r>
              <a:r>
                <a:rPr lang="ko-KR" altLang="en-US" sz="800" dirty="0">
                  <a:solidFill>
                    <a:schemeClr val="tx1"/>
                  </a:solidFill>
                </a:rPr>
                <a:t>▼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2BF555F7-47B7-4330-84AE-236864FA9DBC}"/>
                </a:ext>
              </a:extLst>
            </p:cNvPr>
            <p:cNvSpPr/>
            <p:nvPr/>
          </p:nvSpPr>
          <p:spPr>
            <a:xfrm>
              <a:off x="3542442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1511E6E6-C51E-4AB8-AD86-857964759E24}"/>
                </a:ext>
              </a:extLst>
            </p:cNvPr>
            <p:cNvSpPr/>
            <p:nvPr/>
          </p:nvSpPr>
          <p:spPr>
            <a:xfrm>
              <a:off x="4160236" y="2633078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B8B9359-48E5-4ECE-83E8-0C991DAEE270}"/>
                </a:ext>
              </a:extLst>
            </p:cNvPr>
            <p:cNvSpPr txBox="1"/>
            <p:nvPr/>
          </p:nvSpPr>
          <p:spPr>
            <a:xfrm>
              <a:off x="3394267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4FEE3E75-1B6F-4C2C-8A41-6ACB5D2E0CF6}"/>
                </a:ext>
              </a:extLst>
            </p:cNvPr>
            <p:cNvSpPr txBox="1"/>
            <p:nvPr/>
          </p:nvSpPr>
          <p:spPr>
            <a:xfrm>
              <a:off x="4012061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D6F9C37-DBF1-4879-9BDC-687A5547DF0A}"/>
              </a:ext>
            </a:extLst>
          </p:cNvPr>
          <p:cNvSpPr/>
          <p:nvPr/>
        </p:nvSpPr>
        <p:spPr>
          <a:xfrm>
            <a:off x="4911255" y="4468408"/>
            <a:ext cx="909631" cy="15348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본인인증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AB0BE26-033D-4951-B900-CD01FCF9CA6C}"/>
              </a:ext>
            </a:extLst>
          </p:cNvPr>
          <p:cNvSpPr/>
          <p:nvPr/>
        </p:nvSpPr>
        <p:spPr>
          <a:xfrm>
            <a:off x="3958823" y="4921349"/>
            <a:ext cx="968906" cy="162090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bg1"/>
                </a:solidFill>
              </a:rPr>
              <a:t>우편번호찾기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4A191C7-95E1-4D7C-B6C3-5383991B4153}"/>
              </a:ext>
            </a:extLst>
          </p:cNvPr>
          <p:cNvSpPr/>
          <p:nvPr/>
        </p:nvSpPr>
        <p:spPr>
          <a:xfrm>
            <a:off x="3057873" y="4928325"/>
            <a:ext cx="854065" cy="14813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우편번호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DB237072-9EDC-4BD6-AAB8-1DA0B65B781C}"/>
              </a:ext>
            </a:extLst>
          </p:cNvPr>
          <p:cNvSpPr/>
          <p:nvPr/>
        </p:nvSpPr>
        <p:spPr>
          <a:xfrm>
            <a:off x="3057873" y="5136793"/>
            <a:ext cx="5474510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주소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B0FA64B-F457-4767-8F9B-C1257EFFBEEA}"/>
              </a:ext>
            </a:extLst>
          </p:cNvPr>
          <p:cNvSpPr/>
          <p:nvPr/>
        </p:nvSpPr>
        <p:spPr>
          <a:xfrm>
            <a:off x="3057873" y="5337997"/>
            <a:ext cx="5474510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상세 주소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A49911E-36DF-44E6-AF49-722AB30E08EC}"/>
              </a:ext>
            </a:extLst>
          </p:cNvPr>
          <p:cNvSpPr/>
          <p:nvPr/>
        </p:nvSpPr>
        <p:spPr>
          <a:xfrm>
            <a:off x="3056164" y="4693170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abcde1234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96DE935-A63C-4E76-A33E-243FC2BF1F24}"/>
              </a:ext>
            </a:extLst>
          </p:cNvPr>
          <p:cNvSpPr/>
          <p:nvPr/>
        </p:nvSpPr>
        <p:spPr>
          <a:xfrm>
            <a:off x="4767518" y="4693170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naver.com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8227231-CE52-411A-8804-852660C35A99}"/>
              </a:ext>
            </a:extLst>
          </p:cNvPr>
          <p:cNvSpPr/>
          <p:nvPr/>
        </p:nvSpPr>
        <p:spPr>
          <a:xfrm>
            <a:off x="6338963" y="4693170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직접입력                       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47BF8F5-8A50-4A67-BE32-4B17C9E00332}"/>
              </a:ext>
            </a:extLst>
          </p:cNvPr>
          <p:cNvSpPr/>
          <p:nvPr/>
        </p:nvSpPr>
        <p:spPr>
          <a:xfrm>
            <a:off x="2864313" y="2517015"/>
            <a:ext cx="4572000" cy="246221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defRPr/>
            </a:pPr>
            <a:r>
              <a:rPr lang="ko-KR" altLang="en-US" sz="1000" dirty="0"/>
              <a:t>플랫폼</a:t>
            </a:r>
            <a:r>
              <a:rPr lang="en-US" altLang="ko-KR" sz="1000" dirty="0"/>
              <a:t>(</a:t>
            </a:r>
            <a:r>
              <a:rPr lang="ko-KR" altLang="en-US" sz="1000" dirty="0"/>
              <a:t>사이트</a:t>
            </a:r>
            <a:r>
              <a:rPr lang="en-US" altLang="ko-KR" sz="1000" dirty="0"/>
              <a:t>)</a:t>
            </a:r>
            <a:r>
              <a:rPr lang="ko-KR" altLang="en-US" sz="1000" dirty="0"/>
              <a:t> 및 </a:t>
            </a:r>
            <a:r>
              <a:rPr lang="en-US" altLang="ko-KR" sz="1000" dirty="0"/>
              <a:t>Shop </a:t>
            </a:r>
            <a:r>
              <a:rPr lang="ko-KR" altLang="en-US" sz="1000" dirty="0"/>
              <a:t>채널을 이용할 수 있는 단계</a:t>
            </a:r>
            <a:endParaRPr lang="en-US" altLang="ko-KR" sz="1000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1931A15B-DA8C-4A8C-802A-78BF9FE804AC}"/>
              </a:ext>
            </a:extLst>
          </p:cNvPr>
          <p:cNvSpPr txBox="1"/>
          <p:nvPr/>
        </p:nvSpPr>
        <p:spPr>
          <a:xfrm>
            <a:off x="1885879" y="5905524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약관동의</a:t>
            </a:r>
            <a:endParaRPr lang="ko-KR" altLang="en-US" sz="800" b="1" dirty="0"/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0B7B8BB4-2CBC-49EF-B57D-7D0236B339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2763185"/>
              </p:ext>
            </p:extLst>
          </p:nvPr>
        </p:nvGraphicFramePr>
        <p:xfrm>
          <a:off x="1885879" y="6130703"/>
          <a:ext cx="6768756" cy="12343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687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3436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9819523"/>
                  </a:ext>
                </a:extLst>
              </a:tr>
            </a:tbl>
          </a:graphicData>
        </a:graphic>
      </p:graphicFrame>
      <p:pic>
        <p:nvPicPr>
          <p:cNvPr id="53" name="그림 52">
            <a:extLst>
              <a:ext uri="{FF2B5EF4-FFF2-40B4-BE49-F238E27FC236}">
                <a16:creationId xmlns:a16="http://schemas.microsoft.com/office/drawing/2014/main" id="{D1FF904C-E1D5-4829-9CD7-4E81343B3CE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29" t="3196" r="3195" b="2954"/>
          <a:stretch/>
        </p:blipFill>
        <p:spPr>
          <a:xfrm>
            <a:off x="1990933" y="6233543"/>
            <a:ext cx="144015" cy="146633"/>
          </a:xfrm>
          <a:prstGeom prst="rect">
            <a:avLst/>
          </a:prstGeom>
        </p:spPr>
      </p:pic>
      <p:sp>
        <p:nvSpPr>
          <p:cNvPr id="54" name="직사각형 53">
            <a:extLst>
              <a:ext uri="{FF2B5EF4-FFF2-40B4-BE49-F238E27FC236}">
                <a16:creationId xmlns:a16="http://schemas.microsoft.com/office/drawing/2014/main" id="{AF834778-5E48-4641-9843-EFB8D71DAF09}"/>
              </a:ext>
            </a:extLst>
          </p:cNvPr>
          <p:cNvSpPr/>
          <p:nvPr/>
        </p:nvSpPr>
        <p:spPr>
          <a:xfrm>
            <a:off x="2092042" y="6193822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dirty="0"/>
              <a:t>이용약관 동의 </a:t>
            </a:r>
            <a:r>
              <a:rPr lang="en-US" altLang="ko-KR" sz="800" dirty="0"/>
              <a:t>(</a:t>
            </a:r>
            <a:r>
              <a:rPr lang="ko-KR" altLang="en-US" sz="800" dirty="0"/>
              <a:t>필수</a:t>
            </a:r>
            <a:r>
              <a:rPr lang="en-US" altLang="ko-KR" sz="800" dirty="0"/>
              <a:t>)</a:t>
            </a:r>
          </a:p>
        </p:txBody>
      </p:sp>
      <p:pic>
        <p:nvPicPr>
          <p:cNvPr id="55" name="그림 54">
            <a:extLst>
              <a:ext uri="{FF2B5EF4-FFF2-40B4-BE49-F238E27FC236}">
                <a16:creationId xmlns:a16="http://schemas.microsoft.com/office/drawing/2014/main" id="{7245CCEE-2693-45B1-B4EB-91F44E01BA8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29" t="3196" r="3195" b="2954"/>
          <a:stretch/>
        </p:blipFill>
        <p:spPr>
          <a:xfrm>
            <a:off x="1990933" y="6419897"/>
            <a:ext cx="144015" cy="146633"/>
          </a:xfrm>
          <a:prstGeom prst="rect">
            <a:avLst/>
          </a:prstGeom>
        </p:spPr>
      </p:pic>
      <p:sp>
        <p:nvSpPr>
          <p:cNvPr id="56" name="직사각형 55">
            <a:extLst>
              <a:ext uri="{FF2B5EF4-FFF2-40B4-BE49-F238E27FC236}">
                <a16:creationId xmlns:a16="http://schemas.microsoft.com/office/drawing/2014/main" id="{CEA6F74E-CA6E-4B55-880B-103FEE42132A}"/>
              </a:ext>
            </a:extLst>
          </p:cNvPr>
          <p:cNvSpPr/>
          <p:nvPr/>
        </p:nvSpPr>
        <p:spPr>
          <a:xfrm>
            <a:off x="2092042" y="6380176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dirty="0"/>
              <a:t>개인정보 수집 및 이용에 관한 안내 </a:t>
            </a:r>
            <a:r>
              <a:rPr lang="en-US" altLang="ko-KR" sz="800" dirty="0"/>
              <a:t>(</a:t>
            </a:r>
            <a:r>
              <a:rPr lang="ko-KR" altLang="en-US" sz="800" dirty="0"/>
              <a:t>필수</a:t>
            </a:r>
            <a:r>
              <a:rPr lang="en-US" altLang="ko-KR" sz="800" dirty="0"/>
              <a:t>)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CECE26E-3709-4479-B503-A14D72CC2E87}"/>
              </a:ext>
            </a:extLst>
          </p:cNvPr>
          <p:cNvSpPr/>
          <p:nvPr/>
        </p:nvSpPr>
        <p:spPr>
          <a:xfrm>
            <a:off x="7904422" y="6230636"/>
            <a:ext cx="627961" cy="1620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전문보기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F28E858-7D2F-4385-AAA6-E773AE215348}"/>
              </a:ext>
            </a:extLst>
          </p:cNvPr>
          <p:cNvSpPr/>
          <p:nvPr/>
        </p:nvSpPr>
        <p:spPr>
          <a:xfrm>
            <a:off x="7904422" y="6428756"/>
            <a:ext cx="627961" cy="1620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전문보기</a:t>
            </a:r>
          </a:p>
        </p:txBody>
      </p:sp>
      <p:pic>
        <p:nvPicPr>
          <p:cNvPr id="59" name="그림 58">
            <a:extLst>
              <a:ext uri="{FF2B5EF4-FFF2-40B4-BE49-F238E27FC236}">
                <a16:creationId xmlns:a16="http://schemas.microsoft.com/office/drawing/2014/main" id="{391FAB6C-CF03-40AA-A82D-B69E227C105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29" t="3196" r="3195" b="2954"/>
          <a:stretch/>
        </p:blipFill>
        <p:spPr>
          <a:xfrm>
            <a:off x="1990933" y="6619314"/>
            <a:ext cx="144015" cy="146633"/>
          </a:xfrm>
          <a:prstGeom prst="rect">
            <a:avLst/>
          </a:prstGeom>
        </p:spPr>
      </p:pic>
      <p:sp>
        <p:nvSpPr>
          <p:cNvPr id="60" name="직사각형 59">
            <a:extLst>
              <a:ext uri="{FF2B5EF4-FFF2-40B4-BE49-F238E27FC236}">
                <a16:creationId xmlns:a16="http://schemas.microsoft.com/office/drawing/2014/main" id="{2B4480EA-63E8-4B65-B026-F5164ACA01E3}"/>
              </a:ext>
            </a:extLst>
          </p:cNvPr>
          <p:cNvSpPr/>
          <p:nvPr/>
        </p:nvSpPr>
        <p:spPr>
          <a:xfrm>
            <a:off x="2092042" y="6579593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dirty="0"/>
              <a:t>제</a:t>
            </a:r>
            <a:r>
              <a:rPr lang="en-US" altLang="ko-KR" sz="800" dirty="0"/>
              <a:t>3</a:t>
            </a:r>
            <a:r>
              <a:rPr lang="ko-KR" altLang="en-US" sz="800" dirty="0"/>
              <a:t>자 정보제공 동의 </a:t>
            </a:r>
            <a:r>
              <a:rPr lang="en-US" altLang="ko-KR" sz="800" dirty="0"/>
              <a:t>(</a:t>
            </a:r>
            <a:r>
              <a:rPr lang="ko-KR" altLang="en-US" sz="800" dirty="0"/>
              <a:t>필수</a:t>
            </a:r>
            <a:r>
              <a:rPr lang="en-US" altLang="ko-KR" sz="800" dirty="0"/>
              <a:t>)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C86F29E3-6202-4228-B376-ABC6341ACDB0}"/>
              </a:ext>
            </a:extLst>
          </p:cNvPr>
          <p:cNvSpPr/>
          <p:nvPr/>
        </p:nvSpPr>
        <p:spPr>
          <a:xfrm>
            <a:off x="2092042" y="6782816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dirty="0"/>
              <a:t>마케팅활용동의 </a:t>
            </a:r>
            <a:r>
              <a:rPr lang="en-US" altLang="ko-KR" sz="800" dirty="0"/>
              <a:t>(</a:t>
            </a:r>
            <a:r>
              <a:rPr lang="ko-KR" altLang="en-US" sz="800" dirty="0"/>
              <a:t>선택</a:t>
            </a:r>
            <a:r>
              <a:rPr lang="en-US" altLang="ko-KR" sz="800" dirty="0"/>
              <a:t>)</a:t>
            </a: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466EC8A6-6087-4383-BB1D-7996FED4BC38}"/>
              </a:ext>
            </a:extLst>
          </p:cNvPr>
          <p:cNvSpPr/>
          <p:nvPr/>
        </p:nvSpPr>
        <p:spPr>
          <a:xfrm>
            <a:off x="1990933" y="6827557"/>
            <a:ext cx="125386" cy="119095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1B20B55-95BC-4BF9-8A14-B3130855100D}"/>
              </a:ext>
            </a:extLst>
          </p:cNvPr>
          <p:cNvSpPr/>
          <p:nvPr/>
        </p:nvSpPr>
        <p:spPr>
          <a:xfrm>
            <a:off x="2092042" y="6968375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dirty="0" err="1"/>
              <a:t>알림정보수신동의</a:t>
            </a:r>
            <a:r>
              <a:rPr lang="ko-KR" altLang="en-US" sz="800" dirty="0"/>
              <a:t> </a:t>
            </a:r>
            <a:r>
              <a:rPr lang="en-US" altLang="ko-KR" sz="800" dirty="0"/>
              <a:t>(</a:t>
            </a:r>
            <a:r>
              <a:rPr lang="ko-KR" altLang="en-US" sz="800" dirty="0"/>
              <a:t>선택</a:t>
            </a:r>
            <a:r>
              <a:rPr lang="en-US" altLang="ko-KR" sz="800" dirty="0"/>
              <a:t>)</a:t>
            </a: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FC5EB03A-687B-4263-99CE-8806B8D23D72}"/>
              </a:ext>
            </a:extLst>
          </p:cNvPr>
          <p:cNvSpPr/>
          <p:nvPr/>
        </p:nvSpPr>
        <p:spPr>
          <a:xfrm>
            <a:off x="1990933" y="7013116"/>
            <a:ext cx="125386" cy="119095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E776545D-FE00-463B-9877-5500AF81CA7D}"/>
              </a:ext>
            </a:extLst>
          </p:cNvPr>
          <p:cNvSpPr/>
          <p:nvPr/>
        </p:nvSpPr>
        <p:spPr>
          <a:xfrm>
            <a:off x="7904422" y="6625489"/>
            <a:ext cx="627961" cy="1620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전문보기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0B8BEAB9-69BF-435C-9243-68707FC93D59}"/>
              </a:ext>
            </a:extLst>
          </p:cNvPr>
          <p:cNvSpPr/>
          <p:nvPr/>
        </p:nvSpPr>
        <p:spPr>
          <a:xfrm>
            <a:off x="7904422" y="6823609"/>
            <a:ext cx="627961" cy="1620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전문보기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2DB8CBE7-D6FC-4B1E-AEBD-8C25D30043F0}"/>
              </a:ext>
            </a:extLst>
          </p:cNvPr>
          <p:cNvSpPr/>
          <p:nvPr/>
        </p:nvSpPr>
        <p:spPr>
          <a:xfrm>
            <a:off x="7904422" y="7021729"/>
            <a:ext cx="627961" cy="1620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전문보기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0ECE1649-E2C6-4C48-ADBF-5C1371DE84A7}"/>
              </a:ext>
            </a:extLst>
          </p:cNvPr>
          <p:cNvSpPr/>
          <p:nvPr/>
        </p:nvSpPr>
        <p:spPr>
          <a:xfrm>
            <a:off x="4582569" y="7770159"/>
            <a:ext cx="1233215" cy="288032"/>
          </a:xfrm>
          <a:prstGeom prst="rect">
            <a:avLst/>
          </a:prstGeom>
          <a:solidFill>
            <a:srgbClr val="FF000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1182A458-D18C-4719-9A1D-9E911796DECE}"/>
              </a:ext>
            </a:extLst>
          </p:cNvPr>
          <p:cNvSpPr/>
          <p:nvPr/>
        </p:nvSpPr>
        <p:spPr>
          <a:xfrm>
            <a:off x="3231218" y="7770159"/>
            <a:ext cx="1233215" cy="288032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34BF2598-983C-404D-9424-E9570FAC6101}"/>
              </a:ext>
            </a:extLst>
          </p:cNvPr>
          <p:cNvSpPr/>
          <p:nvPr/>
        </p:nvSpPr>
        <p:spPr>
          <a:xfrm>
            <a:off x="5933920" y="7770159"/>
            <a:ext cx="1669278" cy="288032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bg1"/>
                </a:solidFill>
              </a:rPr>
              <a:t>Step2 </a:t>
            </a:r>
            <a:r>
              <a:rPr lang="ko-KR" altLang="en-US" sz="900" dirty="0">
                <a:solidFill>
                  <a:schemeClr val="bg1"/>
                </a:solidFill>
              </a:rPr>
              <a:t>회원사 등록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27BD3884-B30E-43B7-8650-0F5309B3E341}"/>
              </a:ext>
            </a:extLst>
          </p:cNvPr>
          <p:cNvSpPr/>
          <p:nvPr/>
        </p:nvSpPr>
        <p:spPr>
          <a:xfrm>
            <a:off x="2608207" y="1171216"/>
            <a:ext cx="1059735" cy="106904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8442B1C-F01A-4DAF-91AB-F7CC95F433CE}"/>
              </a:ext>
            </a:extLst>
          </p:cNvPr>
          <p:cNvSpPr txBox="1"/>
          <p:nvPr/>
        </p:nvSpPr>
        <p:spPr>
          <a:xfrm>
            <a:off x="2854972" y="1302198"/>
            <a:ext cx="60026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입력완료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03BE4388-292C-44A4-B4D4-679A4496959B}"/>
              </a:ext>
            </a:extLst>
          </p:cNvPr>
          <p:cNvSpPr txBox="1"/>
          <p:nvPr/>
        </p:nvSpPr>
        <p:spPr>
          <a:xfrm>
            <a:off x="2880093" y="1500606"/>
            <a:ext cx="6002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1000" b="1" dirty="0">
                <a:solidFill>
                  <a:schemeClr val="bg1"/>
                </a:solidFill>
              </a:rPr>
              <a:t>Step 1</a:t>
            </a:r>
            <a:endParaRPr lang="ko-KR" altLang="en-US" sz="1000" b="1" dirty="0">
              <a:solidFill>
                <a:schemeClr val="bg1"/>
              </a:solidFill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7D65A327-D507-40E7-ABB5-D6619580BCA9}"/>
              </a:ext>
            </a:extLst>
          </p:cNvPr>
          <p:cNvSpPr txBox="1"/>
          <p:nvPr/>
        </p:nvSpPr>
        <p:spPr>
          <a:xfrm>
            <a:off x="2745071" y="1740450"/>
            <a:ext cx="87030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200" b="1" dirty="0">
                <a:solidFill>
                  <a:schemeClr val="bg1"/>
                </a:solidFill>
              </a:rPr>
              <a:t>기본정보</a:t>
            </a: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7E3AA089-6516-47ED-8BEB-D3E55AD4779E}"/>
              </a:ext>
            </a:extLst>
          </p:cNvPr>
          <p:cNvSpPr/>
          <p:nvPr/>
        </p:nvSpPr>
        <p:spPr>
          <a:xfrm>
            <a:off x="4723019" y="1171419"/>
            <a:ext cx="1059735" cy="1069042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81F3F31-070B-47B9-9E1A-E03B299B34B2}"/>
              </a:ext>
            </a:extLst>
          </p:cNvPr>
          <p:cNvSpPr txBox="1"/>
          <p:nvPr/>
        </p:nvSpPr>
        <p:spPr>
          <a:xfrm>
            <a:off x="4969784" y="1302401"/>
            <a:ext cx="60026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</a:rPr>
              <a:t>미입력</a:t>
            </a:r>
            <a:endParaRPr lang="ko-KR" altLang="en-US" sz="800" b="1" dirty="0">
              <a:solidFill>
                <a:schemeClr val="bg1"/>
              </a:solidFill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6E0F49B4-B2B5-40DB-9EED-749667DF8D99}"/>
              </a:ext>
            </a:extLst>
          </p:cNvPr>
          <p:cNvSpPr txBox="1"/>
          <p:nvPr/>
        </p:nvSpPr>
        <p:spPr>
          <a:xfrm>
            <a:off x="4994905" y="1500809"/>
            <a:ext cx="6002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1000" b="1" dirty="0">
                <a:solidFill>
                  <a:schemeClr val="bg1"/>
                </a:solidFill>
              </a:rPr>
              <a:t>Step 2</a:t>
            </a:r>
            <a:endParaRPr lang="ko-KR" altLang="en-US" sz="1000" b="1" dirty="0">
              <a:solidFill>
                <a:schemeClr val="bg1"/>
              </a:solidFill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9FDD879-688A-43A7-927C-A096D38B0790}"/>
              </a:ext>
            </a:extLst>
          </p:cNvPr>
          <p:cNvSpPr txBox="1"/>
          <p:nvPr/>
        </p:nvSpPr>
        <p:spPr>
          <a:xfrm>
            <a:off x="4788579" y="1740450"/>
            <a:ext cx="96267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200" b="1">
                <a:solidFill>
                  <a:schemeClr val="bg1"/>
                </a:solidFill>
              </a:rPr>
              <a:t>회원사권한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776B1E25-38B2-4C35-9050-5B3BCF13F269}"/>
              </a:ext>
            </a:extLst>
          </p:cNvPr>
          <p:cNvSpPr/>
          <p:nvPr/>
        </p:nvSpPr>
        <p:spPr>
          <a:xfrm>
            <a:off x="6837831" y="1171216"/>
            <a:ext cx="1059735" cy="1069042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66BD8A6D-D4D9-4DC0-8A05-7EDD830961A5}"/>
              </a:ext>
            </a:extLst>
          </p:cNvPr>
          <p:cNvSpPr txBox="1"/>
          <p:nvPr/>
        </p:nvSpPr>
        <p:spPr>
          <a:xfrm>
            <a:off x="7084596" y="1302198"/>
            <a:ext cx="60026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</a:rPr>
              <a:t>미입력</a:t>
            </a:r>
            <a:endParaRPr lang="ko-KR" altLang="en-US" sz="800" b="1" dirty="0">
              <a:solidFill>
                <a:schemeClr val="bg1"/>
              </a:solidFill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06618A3B-5B7F-45A0-9B81-C681399F5984}"/>
              </a:ext>
            </a:extLst>
          </p:cNvPr>
          <p:cNvSpPr txBox="1"/>
          <p:nvPr/>
        </p:nvSpPr>
        <p:spPr>
          <a:xfrm>
            <a:off x="7109717" y="1500606"/>
            <a:ext cx="6002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1000" b="1" dirty="0">
                <a:solidFill>
                  <a:schemeClr val="bg1"/>
                </a:solidFill>
              </a:rPr>
              <a:t>Step 3</a:t>
            </a:r>
            <a:endParaRPr lang="ko-KR" altLang="en-US" sz="1000" b="1" dirty="0">
              <a:solidFill>
                <a:schemeClr val="bg1"/>
              </a:solidFill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CF56E428-E6CC-4BDD-917B-8F883F6663A5}"/>
              </a:ext>
            </a:extLst>
          </p:cNvPr>
          <p:cNvSpPr txBox="1"/>
          <p:nvPr/>
        </p:nvSpPr>
        <p:spPr>
          <a:xfrm>
            <a:off x="6906263" y="1740450"/>
            <a:ext cx="100717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200" b="1">
                <a:solidFill>
                  <a:schemeClr val="bg1"/>
                </a:solidFill>
              </a:rPr>
              <a:t>판매자권한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6A0210A1-C992-4940-AC0F-355592DD4608}"/>
              </a:ext>
            </a:extLst>
          </p:cNvPr>
          <p:cNvCxnSpPr>
            <a:stCxn id="2" idx="6"/>
            <a:endCxn id="75" idx="2"/>
          </p:cNvCxnSpPr>
          <p:nvPr/>
        </p:nvCxnSpPr>
        <p:spPr>
          <a:xfrm>
            <a:off x="3667942" y="1705737"/>
            <a:ext cx="1055077" cy="203"/>
          </a:xfrm>
          <a:prstGeom prst="line">
            <a:avLst/>
          </a:prstGeom>
          <a:ln w="190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2970E752-3FF8-46B0-B9AC-1B848AB7FB92}"/>
              </a:ext>
            </a:extLst>
          </p:cNvPr>
          <p:cNvCxnSpPr>
            <a:cxnSpLocks/>
            <a:stCxn id="75" idx="6"/>
            <a:endCxn id="79" idx="2"/>
          </p:cNvCxnSpPr>
          <p:nvPr/>
        </p:nvCxnSpPr>
        <p:spPr>
          <a:xfrm flipV="1">
            <a:off x="5782754" y="1705737"/>
            <a:ext cx="1055077" cy="203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9867861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Box 16">
            <a:extLst>
              <a:ext uri="{FF2B5EF4-FFF2-40B4-BE49-F238E27FC236}">
                <a16:creationId xmlns:a16="http://schemas.microsoft.com/office/drawing/2014/main" id="{77CB91F8-A7B7-46E8-A70F-472977AE41E7}"/>
              </a:ext>
            </a:extLst>
          </p:cNvPr>
          <p:cNvSpPr txBox="1"/>
          <p:nvPr/>
        </p:nvSpPr>
        <p:spPr>
          <a:xfrm>
            <a:off x="1805485" y="3049951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ko-KR" altLang="en-US" sz="800" b="1" dirty="0"/>
              <a:t>회원정보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CEFF497C-1618-46A8-ACA3-36832DC847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417180"/>
              </p:ext>
            </p:extLst>
          </p:nvPr>
        </p:nvGraphicFramePr>
        <p:xfrm>
          <a:off x="1885879" y="3265395"/>
          <a:ext cx="6768756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37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708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74792">
                  <a:extLst>
                    <a:ext uri="{9D8B030D-6E8A-4147-A177-3AD203B41FA5}">
                      <a16:colId xmlns:a16="http://schemas.microsoft.com/office/drawing/2014/main" val="3928038812"/>
                    </a:ext>
                  </a:extLst>
                </a:gridCol>
                <a:gridCol w="2199333">
                  <a:extLst>
                    <a:ext uri="{9D8B030D-6E8A-4147-A177-3AD203B41FA5}">
                      <a16:colId xmlns:a16="http://schemas.microsoft.com/office/drawing/2014/main" val="122199672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M9-99872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가입일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2024-10-01 12:21:12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아이디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abcde1234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비밀번호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95A37579-EAC6-4695-A23C-FC938E1B4C4E}"/>
              </a:ext>
            </a:extLst>
          </p:cNvPr>
          <p:cNvSpPr/>
          <p:nvPr/>
        </p:nvSpPr>
        <p:spPr>
          <a:xfrm>
            <a:off x="6526682" y="3511098"/>
            <a:ext cx="909631" cy="140567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비밀번호변경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94EC7FA-EE5C-4FB9-82C3-37962C3C0A08}"/>
              </a:ext>
            </a:extLst>
          </p:cNvPr>
          <p:cNvSpPr/>
          <p:nvPr/>
        </p:nvSpPr>
        <p:spPr>
          <a:xfrm>
            <a:off x="2864313" y="2607845"/>
            <a:ext cx="4572000" cy="246221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defRPr/>
            </a:pPr>
            <a:r>
              <a:rPr lang="ko-KR" altLang="en-US" sz="1000" dirty="0"/>
              <a:t>자사상품을 등록할 수 있으며</a:t>
            </a:r>
            <a:r>
              <a:rPr lang="en-US" altLang="ko-KR" sz="1000" dirty="0"/>
              <a:t>, Shop </a:t>
            </a:r>
            <a:r>
              <a:rPr lang="ko-KR" altLang="en-US" sz="1000" dirty="0"/>
              <a:t>채널에서 판매를 할 수 있는 단계</a:t>
            </a:r>
            <a:endParaRPr lang="en-US" altLang="ko-KR" sz="1000" dirty="0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A082804B-3094-4636-A326-FB821B56F561}"/>
              </a:ext>
            </a:extLst>
          </p:cNvPr>
          <p:cNvSpPr/>
          <p:nvPr/>
        </p:nvSpPr>
        <p:spPr>
          <a:xfrm>
            <a:off x="4650051" y="8389108"/>
            <a:ext cx="1233215" cy="288032"/>
          </a:xfrm>
          <a:prstGeom prst="rect">
            <a:avLst/>
          </a:prstGeom>
          <a:solidFill>
            <a:srgbClr val="FF000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6DE3A71-8B7B-4728-A581-80E61DA4E0A2}"/>
              </a:ext>
            </a:extLst>
          </p:cNvPr>
          <p:cNvSpPr/>
          <p:nvPr/>
        </p:nvSpPr>
        <p:spPr>
          <a:xfrm>
            <a:off x="2856834" y="8389108"/>
            <a:ext cx="1675081" cy="288032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bg1"/>
                </a:solidFill>
              </a:rPr>
              <a:t>Step1 </a:t>
            </a:r>
            <a:r>
              <a:rPr lang="ko-KR" altLang="en-US" sz="900" dirty="0">
                <a:solidFill>
                  <a:schemeClr val="bg1"/>
                </a:solidFill>
              </a:rPr>
              <a:t>기본정보 신청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8D1F0621-DB0F-466C-A94B-CB9A451AD0E9}"/>
              </a:ext>
            </a:extLst>
          </p:cNvPr>
          <p:cNvSpPr/>
          <p:nvPr/>
        </p:nvSpPr>
        <p:spPr>
          <a:xfrm>
            <a:off x="6001402" y="8389108"/>
            <a:ext cx="1669278" cy="288032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bg1"/>
                </a:solidFill>
              </a:rPr>
              <a:t>Step3 </a:t>
            </a:r>
            <a:r>
              <a:rPr lang="ko-KR" altLang="en-US" sz="900" dirty="0">
                <a:solidFill>
                  <a:schemeClr val="bg1"/>
                </a:solidFill>
              </a:rPr>
              <a:t>판매권한 신청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C050159-4AE3-4BCD-A610-9613AAFC70D8}"/>
              </a:ext>
            </a:extLst>
          </p:cNvPr>
          <p:cNvSpPr txBox="1"/>
          <p:nvPr/>
        </p:nvSpPr>
        <p:spPr>
          <a:xfrm>
            <a:off x="1805485" y="4321840"/>
            <a:ext cx="87395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회원사 </a:t>
            </a:r>
            <a:r>
              <a:rPr lang="ko-KR" altLang="en-US" sz="800" b="1" dirty="0"/>
              <a:t>정보</a:t>
            </a: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96A86728-FA4C-4756-AA43-D1B5EC4679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1867016"/>
              </p:ext>
            </p:extLst>
          </p:nvPr>
        </p:nvGraphicFramePr>
        <p:xfrm>
          <a:off x="1885879" y="4537284"/>
          <a:ext cx="6768756" cy="1981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37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585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1012">
                  <a:extLst>
                    <a:ext uri="{9D8B030D-6E8A-4147-A177-3AD203B41FA5}">
                      <a16:colId xmlns:a16="http://schemas.microsoft.com/office/drawing/2014/main" val="4123994656"/>
                    </a:ext>
                  </a:extLst>
                </a:gridCol>
                <a:gridCol w="2205389">
                  <a:extLst>
                    <a:ext uri="{9D8B030D-6E8A-4147-A177-3AD203B41FA5}">
                      <a16:colId xmlns:a16="http://schemas.microsoft.com/office/drawing/2014/main" val="114562644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회원사 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사업자구분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개인판매   ○ 개인사업자   ○ 법인사업자 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사업자등록번호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rgbClr val="C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대표연락처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58815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대표이메일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                                         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@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2034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회원사 주소지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9819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정산용 계좌번호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788243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정산용 통장사본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13651622"/>
                  </a:ext>
                </a:extLst>
              </a:tr>
            </a:tbl>
          </a:graphicData>
        </a:graphic>
      </p:graphicFrame>
      <p:sp>
        <p:nvSpPr>
          <p:cNvPr id="60" name="직사각형 59">
            <a:extLst>
              <a:ext uri="{FF2B5EF4-FFF2-40B4-BE49-F238E27FC236}">
                <a16:creationId xmlns:a16="http://schemas.microsoft.com/office/drawing/2014/main" id="{B97E7EC9-704F-4875-BC65-634D04252836}"/>
              </a:ext>
            </a:extLst>
          </p:cNvPr>
          <p:cNvSpPr/>
          <p:nvPr/>
        </p:nvSpPr>
        <p:spPr>
          <a:xfrm>
            <a:off x="3057873" y="4564017"/>
            <a:ext cx="5474510" cy="148514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회원사 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3FF9485-8AE9-4C7E-AB99-A8471DC226F1}"/>
              </a:ext>
            </a:extLst>
          </p:cNvPr>
          <p:cNvSpPr/>
          <p:nvPr/>
        </p:nvSpPr>
        <p:spPr>
          <a:xfrm>
            <a:off x="3958823" y="5452974"/>
            <a:ext cx="968906" cy="162090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bg1"/>
                </a:solidFill>
              </a:rPr>
              <a:t>우편번호찾기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648D8FB-8735-4393-BDDA-F3D41A2B604F}"/>
              </a:ext>
            </a:extLst>
          </p:cNvPr>
          <p:cNvSpPr/>
          <p:nvPr/>
        </p:nvSpPr>
        <p:spPr>
          <a:xfrm>
            <a:off x="3057873" y="5459950"/>
            <a:ext cx="854065" cy="14813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우편번호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0B592B73-0303-4DB2-8E27-E65D9E8539D6}"/>
              </a:ext>
            </a:extLst>
          </p:cNvPr>
          <p:cNvSpPr/>
          <p:nvPr/>
        </p:nvSpPr>
        <p:spPr>
          <a:xfrm>
            <a:off x="3057873" y="5668418"/>
            <a:ext cx="5474510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주소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5E5E10BE-D640-4BF2-9237-8A463417C868}"/>
              </a:ext>
            </a:extLst>
          </p:cNvPr>
          <p:cNvSpPr/>
          <p:nvPr/>
        </p:nvSpPr>
        <p:spPr>
          <a:xfrm>
            <a:off x="3057873" y="5869622"/>
            <a:ext cx="5474510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상세 주소 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40F8913-ABB5-4167-8959-A36F9A4DDFFF}"/>
              </a:ext>
            </a:extLst>
          </p:cNvPr>
          <p:cNvSpPr/>
          <p:nvPr/>
        </p:nvSpPr>
        <p:spPr>
          <a:xfrm>
            <a:off x="3056164" y="5208537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E7E0567-E4CE-4F6D-ADCA-25144DF7271C}"/>
              </a:ext>
            </a:extLst>
          </p:cNvPr>
          <p:cNvSpPr/>
          <p:nvPr/>
        </p:nvSpPr>
        <p:spPr>
          <a:xfrm>
            <a:off x="4767518" y="5208537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2FA5DB1-8761-4178-AD20-178589B2F9F8}"/>
              </a:ext>
            </a:extLst>
          </p:cNvPr>
          <p:cNvSpPr/>
          <p:nvPr/>
        </p:nvSpPr>
        <p:spPr>
          <a:xfrm>
            <a:off x="6338963" y="5208537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직접입력                       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90BE7D68-8524-40B1-9AFC-6C5938F914CD}"/>
              </a:ext>
            </a:extLst>
          </p:cNvPr>
          <p:cNvGrpSpPr/>
          <p:nvPr/>
        </p:nvGrpSpPr>
        <p:grpSpPr>
          <a:xfrm>
            <a:off x="6526682" y="4721920"/>
            <a:ext cx="1426444" cy="230832"/>
            <a:chOff x="308616" y="753079"/>
            <a:chExt cx="1426444" cy="230832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8A71556C-D76B-493A-AF2A-107FC02C6DA9}"/>
                </a:ext>
              </a:extLst>
            </p:cNvPr>
            <p:cNvSpPr/>
            <p:nvPr/>
          </p:nvSpPr>
          <p:spPr>
            <a:xfrm>
              <a:off x="308616" y="808571"/>
              <a:ext cx="393733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010  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DDCCD058-A776-4C55-A0CF-B69EB148790B}"/>
                </a:ext>
              </a:extLst>
            </p:cNvPr>
            <p:cNvSpPr/>
            <p:nvPr/>
          </p:nvSpPr>
          <p:spPr>
            <a:xfrm>
              <a:off x="787127" y="808571"/>
              <a:ext cx="321444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FC62DA5C-BB2E-4B71-AFC5-F9D464097EBC}"/>
                </a:ext>
              </a:extLst>
            </p:cNvPr>
            <p:cNvSpPr/>
            <p:nvPr/>
          </p:nvSpPr>
          <p:spPr>
            <a:xfrm>
              <a:off x="1180860" y="806458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00000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4D23C3C2-16BD-49BD-9014-1B1EA4FD1970}"/>
                </a:ext>
              </a:extLst>
            </p:cNvPr>
            <p:cNvSpPr txBox="1"/>
            <p:nvPr/>
          </p:nvSpPr>
          <p:spPr>
            <a:xfrm>
              <a:off x="638952" y="75307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38DA867-B3F1-40EF-89A2-D7216BF2DCC3}"/>
                </a:ext>
              </a:extLst>
            </p:cNvPr>
            <p:cNvSpPr txBox="1"/>
            <p:nvPr/>
          </p:nvSpPr>
          <p:spPr>
            <a:xfrm>
              <a:off x="1032685" y="75307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623D37D4-6BB5-4446-A989-C0DA2D6CFFC0}"/>
              </a:ext>
            </a:extLst>
          </p:cNvPr>
          <p:cNvGrpSpPr/>
          <p:nvPr/>
        </p:nvGrpSpPr>
        <p:grpSpPr>
          <a:xfrm>
            <a:off x="3060934" y="4924351"/>
            <a:ext cx="1789788" cy="230832"/>
            <a:chOff x="2924648" y="2579699"/>
            <a:chExt cx="1789788" cy="230832"/>
          </a:xfrm>
        </p:grpSpPr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7664D561-F8B1-4676-AEDF-F5D2F137F9C6}"/>
                </a:ext>
              </a:extLst>
            </p:cNvPr>
            <p:cNvSpPr/>
            <p:nvPr/>
          </p:nvSpPr>
          <p:spPr>
            <a:xfrm>
              <a:off x="2924648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010  </a:t>
              </a:r>
              <a:r>
                <a:rPr lang="ko-KR" altLang="en-US" sz="800" dirty="0">
                  <a:solidFill>
                    <a:schemeClr val="tx1"/>
                  </a:solidFill>
                </a:rPr>
                <a:t>▼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D06E3BCB-1A11-4F44-8E50-C21FEBAC6414}"/>
                </a:ext>
              </a:extLst>
            </p:cNvPr>
            <p:cNvSpPr/>
            <p:nvPr/>
          </p:nvSpPr>
          <p:spPr>
            <a:xfrm>
              <a:off x="3542442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27D15093-7426-4E53-862E-9054ADD7DDAF}"/>
                </a:ext>
              </a:extLst>
            </p:cNvPr>
            <p:cNvSpPr/>
            <p:nvPr/>
          </p:nvSpPr>
          <p:spPr>
            <a:xfrm>
              <a:off x="4160236" y="2633078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DB7B2527-0174-406B-8209-6E0005D55B21}"/>
                </a:ext>
              </a:extLst>
            </p:cNvPr>
            <p:cNvSpPr txBox="1"/>
            <p:nvPr/>
          </p:nvSpPr>
          <p:spPr>
            <a:xfrm>
              <a:off x="3394267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3E6644D1-D77C-43E0-8528-7E8365C7CCAB}"/>
                </a:ext>
              </a:extLst>
            </p:cNvPr>
            <p:cNvSpPr txBox="1"/>
            <p:nvPr/>
          </p:nvSpPr>
          <p:spPr>
            <a:xfrm>
              <a:off x="4012061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</p:grp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05B6E8E7-376F-47CF-B4AC-997A190489AA}"/>
              </a:ext>
            </a:extLst>
          </p:cNvPr>
          <p:cNvSpPr/>
          <p:nvPr/>
        </p:nvSpPr>
        <p:spPr>
          <a:xfrm>
            <a:off x="3056164" y="6113883"/>
            <a:ext cx="968906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은행선택  ▼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23BE0A2-53AA-4F5F-9B0F-94E34DDA12B9}"/>
              </a:ext>
            </a:extLst>
          </p:cNvPr>
          <p:cNvSpPr/>
          <p:nvPr/>
        </p:nvSpPr>
        <p:spPr>
          <a:xfrm>
            <a:off x="4070316" y="6113883"/>
            <a:ext cx="1949807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계좌번호 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(‘-’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없이 숫자만 입력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)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C8C85516-B681-488A-9C70-93BAF7F94658}"/>
              </a:ext>
            </a:extLst>
          </p:cNvPr>
          <p:cNvSpPr/>
          <p:nvPr/>
        </p:nvSpPr>
        <p:spPr>
          <a:xfrm>
            <a:off x="6056280" y="6113883"/>
            <a:ext cx="1188246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예금주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BC54759-93E1-4548-8D51-E24468575777}"/>
              </a:ext>
            </a:extLst>
          </p:cNvPr>
          <p:cNvSpPr/>
          <p:nvPr/>
        </p:nvSpPr>
        <p:spPr>
          <a:xfrm>
            <a:off x="5051218" y="6335791"/>
            <a:ext cx="968906" cy="162090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찾아보기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939941F1-6904-43D3-AB05-91FFBEF33A7E}"/>
              </a:ext>
            </a:extLst>
          </p:cNvPr>
          <p:cNvSpPr/>
          <p:nvPr/>
        </p:nvSpPr>
        <p:spPr>
          <a:xfrm>
            <a:off x="3064476" y="6335791"/>
            <a:ext cx="1949807" cy="15705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입력한 계좌번호와 동일한 통장첨부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A5FB3320-E241-4586-BA6C-C495E1D90553}"/>
              </a:ext>
            </a:extLst>
          </p:cNvPr>
          <p:cNvSpPr/>
          <p:nvPr/>
        </p:nvSpPr>
        <p:spPr>
          <a:xfrm>
            <a:off x="2608207" y="1171216"/>
            <a:ext cx="1059735" cy="1069042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B1C037A6-A12D-4FD7-A9AC-7020F464F2B7}"/>
              </a:ext>
            </a:extLst>
          </p:cNvPr>
          <p:cNvSpPr txBox="1"/>
          <p:nvPr/>
        </p:nvSpPr>
        <p:spPr>
          <a:xfrm>
            <a:off x="2854972" y="1302198"/>
            <a:ext cx="60026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입력완료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7741EEB4-272C-4C5D-B4B0-D938AC83BA91}"/>
              </a:ext>
            </a:extLst>
          </p:cNvPr>
          <p:cNvSpPr txBox="1"/>
          <p:nvPr/>
        </p:nvSpPr>
        <p:spPr>
          <a:xfrm>
            <a:off x="2880093" y="1500606"/>
            <a:ext cx="6002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1000" b="1" dirty="0">
                <a:solidFill>
                  <a:schemeClr val="bg1"/>
                </a:solidFill>
              </a:rPr>
              <a:t>Step 1</a:t>
            </a:r>
            <a:endParaRPr lang="ko-KR" altLang="en-US" sz="1000" b="1" dirty="0">
              <a:solidFill>
                <a:schemeClr val="bg1"/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D97853D3-FB4F-437C-9C74-83D6A60F5722}"/>
              </a:ext>
            </a:extLst>
          </p:cNvPr>
          <p:cNvSpPr txBox="1"/>
          <p:nvPr/>
        </p:nvSpPr>
        <p:spPr>
          <a:xfrm>
            <a:off x="2745071" y="1740450"/>
            <a:ext cx="87030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200" b="1" dirty="0">
                <a:solidFill>
                  <a:schemeClr val="bg1"/>
                </a:solidFill>
              </a:rPr>
              <a:t>기본정보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124E5F3E-238E-4CE2-B3AD-C204F0AE9E13}"/>
              </a:ext>
            </a:extLst>
          </p:cNvPr>
          <p:cNvSpPr/>
          <p:nvPr/>
        </p:nvSpPr>
        <p:spPr>
          <a:xfrm>
            <a:off x="4723019" y="1171419"/>
            <a:ext cx="1059735" cy="1069042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C70148F5-A9B1-461A-8AE5-E86A75D57145}"/>
              </a:ext>
            </a:extLst>
          </p:cNvPr>
          <p:cNvSpPr txBox="1"/>
          <p:nvPr/>
        </p:nvSpPr>
        <p:spPr>
          <a:xfrm>
            <a:off x="4969784" y="1302401"/>
            <a:ext cx="60026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</a:rPr>
              <a:t>미입력</a:t>
            </a:r>
            <a:endParaRPr lang="ko-KR" altLang="en-US" sz="800" b="1" dirty="0">
              <a:solidFill>
                <a:schemeClr val="bg1"/>
              </a:solidFill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69393AE3-94C1-40FB-BA0B-20197774DBD7}"/>
              </a:ext>
            </a:extLst>
          </p:cNvPr>
          <p:cNvSpPr txBox="1"/>
          <p:nvPr/>
        </p:nvSpPr>
        <p:spPr>
          <a:xfrm>
            <a:off x="4994905" y="1500809"/>
            <a:ext cx="6002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1000" b="1" dirty="0">
                <a:solidFill>
                  <a:schemeClr val="bg1"/>
                </a:solidFill>
              </a:rPr>
              <a:t>Step 2</a:t>
            </a:r>
            <a:endParaRPr lang="ko-KR" altLang="en-US" sz="1000" b="1" dirty="0">
              <a:solidFill>
                <a:schemeClr val="bg1"/>
              </a:solidFill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881F2741-CA77-4DFF-BA8C-3C57920386A8}"/>
              </a:ext>
            </a:extLst>
          </p:cNvPr>
          <p:cNvSpPr txBox="1"/>
          <p:nvPr/>
        </p:nvSpPr>
        <p:spPr>
          <a:xfrm>
            <a:off x="4788579" y="1740450"/>
            <a:ext cx="96267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200" b="1">
                <a:solidFill>
                  <a:schemeClr val="bg1"/>
                </a:solidFill>
              </a:rPr>
              <a:t>회원사권한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58751D4E-0316-436A-8920-6AD76BDE0B4D}"/>
              </a:ext>
            </a:extLst>
          </p:cNvPr>
          <p:cNvSpPr/>
          <p:nvPr/>
        </p:nvSpPr>
        <p:spPr>
          <a:xfrm>
            <a:off x="6837831" y="1171216"/>
            <a:ext cx="1059735" cy="1069042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AE78436-CC94-42EF-B4D2-B89989674CE0}"/>
              </a:ext>
            </a:extLst>
          </p:cNvPr>
          <p:cNvSpPr txBox="1"/>
          <p:nvPr/>
        </p:nvSpPr>
        <p:spPr>
          <a:xfrm>
            <a:off x="7084596" y="1302198"/>
            <a:ext cx="60026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</a:rPr>
              <a:t>미입력</a:t>
            </a:r>
            <a:endParaRPr lang="ko-KR" altLang="en-US" sz="800" b="1" dirty="0">
              <a:solidFill>
                <a:schemeClr val="bg1"/>
              </a:solidFill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276D19E1-12E2-40AF-96F3-CBAF3D11B561}"/>
              </a:ext>
            </a:extLst>
          </p:cNvPr>
          <p:cNvSpPr txBox="1"/>
          <p:nvPr/>
        </p:nvSpPr>
        <p:spPr>
          <a:xfrm>
            <a:off x="7109717" y="1500606"/>
            <a:ext cx="6002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1000" b="1" dirty="0">
                <a:solidFill>
                  <a:schemeClr val="bg1"/>
                </a:solidFill>
              </a:rPr>
              <a:t>Step 3</a:t>
            </a:r>
            <a:endParaRPr lang="ko-KR" altLang="en-US" sz="1000" b="1" dirty="0">
              <a:solidFill>
                <a:schemeClr val="bg1"/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2D9C7313-7477-460F-B896-BFAFA6E74504}"/>
              </a:ext>
            </a:extLst>
          </p:cNvPr>
          <p:cNvSpPr txBox="1"/>
          <p:nvPr/>
        </p:nvSpPr>
        <p:spPr>
          <a:xfrm>
            <a:off x="6906263" y="1740450"/>
            <a:ext cx="100717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200" b="1">
                <a:solidFill>
                  <a:schemeClr val="bg1"/>
                </a:solidFill>
              </a:rPr>
              <a:t>판매자권한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500D2CC3-BF45-49B6-8973-AFF9AD14A19C}"/>
              </a:ext>
            </a:extLst>
          </p:cNvPr>
          <p:cNvCxnSpPr>
            <a:stCxn id="51" idx="6"/>
            <a:endCxn id="80" idx="2"/>
          </p:cNvCxnSpPr>
          <p:nvPr/>
        </p:nvCxnSpPr>
        <p:spPr>
          <a:xfrm>
            <a:off x="3667942" y="1705737"/>
            <a:ext cx="1055077" cy="203"/>
          </a:xfrm>
          <a:prstGeom prst="line">
            <a:avLst/>
          </a:prstGeom>
          <a:ln w="190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97AB5714-B40F-4BD9-8879-9C31556511EA}"/>
              </a:ext>
            </a:extLst>
          </p:cNvPr>
          <p:cNvCxnSpPr>
            <a:cxnSpLocks/>
            <a:stCxn id="80" idx="6"/>
            <a:endCxn id="89" idx="2"/>
          </p:cNvCxnSpPr>
          <p:nvPr/>
        </p:nvCxnSpPr>
        <p:spPr>
          <a:xfrm flipV="1">
            <a:off x="5782754" y="1705737"/>
            <a:ext cx="1055077" cy="203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TextBox 94">
            <a:extLst>
              <a:ext uri="{FF2B5EF4-FFF2-40B4-BE49-F238E27FC236}">
                <a16:creationId xmlns:a16="http://schemas.microsoft.com/office/drawing/2014/main" id="{8FAA9DDA-FA87-4C3E-B8C1-2138F900B272}"/>
              </a:ext>
            </a:extLst>
          </p:cNvPr>
          <p:cNvSpPr txBox="1"/>
          <p:nvPr/>
        </p:nvSpPr>
        <p:spPr>
          <a:xfrm>
            <a:off x="1805486" y="7147048"/>
            <a:ext cx="112402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</a:t>
            </a:r>
            <a:r>
              <a:rPr lang="ko-KR" altLang="en-US" sz="800" dirty="0">
                <a:latin typeface="맑은 고딕" panose="020B0503020000020004" pitchFamily="50" charset="-127"/>
              </a:rPr>
              <a:t> </a:t>
            </a:r>
            <a:r>
              <a:rPr lang="ko-KR" altLang="en-US" sz="800" b="1" dirty="0">
                <a:latin typeface="맑은 고딕" panose="020B0503020000020004" pitchFamily="50" charset="-127"/>
              </a:rPr>
              <a:t>약관 동의 </a:t>
            </a:r>
            <a:r>
              <a:rPr lang="en-US" altLang="ko-KR" sz="800" b="1" dirty="0">
                <a:latin typeface="맑은 고딕" panose="020B0503020000020004" pitchFamily="50" charset="-127"/>
              </a:rPr>
              <a:t>(</a:t>
            </a:r>
            <a:r>
              <a:rPr lang="ko-KR" altLang="en-US" sz="800" b="1" dirty="0">
                <a:latin typeface="맑은 고딕" panose="020B0503020000020004" pitchFamily="50" charset="-127"/>
              </a:rPr>
              <a:t>필수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80C02DA0-5E12-433B-9E55-2B404A165F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3128970"/>
              </p:ext>
            </p:extLst>
          </p:nvPr>
        </p:nvGraphicFramePr>
        <p:xfrm>
          <a:off x="1885879" y="7384726"/>
          <a:ext cx="6768756" cy="3802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687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80221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9819523"/>
                  </a:ext>
                </a:extLst>
              </a:tr>
            </a:tbl>
          </a:graphicData>
        </a:graphic>
      </p:graphicFrame>
      <p:pic>
        <p:nvPicPr>
          <p:cNvPr id="97" name="그림 96">
            <a:extLst>
              <a:ext uri="{FF2B5EF4-FFF2-40B4-BE49-F238E27FC236}">
                <a16:creationId xmlns:a16="http://schemas.microsoft.com/office/drawing/2014/main" id="{BA7288FB-F217-4306-9A71-BB516A6A644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29" t="3196" r="3195" b="2954"/>
          <a:stretch/>
        </p:blipFill>
        <p:spPr>
          <a:xfrm>
            <a:off x="1990933" y="7487566"/>
            <a:ext cx="144015" cy="146633"/>
          </a:xfrm>
          <a:prstGeom prst="rect">
            <a:avLst/>
          </a:prstGeom>
        </p:spPr>
      </p:pic>
      <p:sp>
        <p:nvSpPr>
          <p:cNvPr id="98" name="직사각형 97">
            <a:extLst>
              <a:ext uri="{FF2B5EF4-FFF2-40B4-BE49-F238E27FC236}">
                <a16:creationId xmlns:a16="http://schemas.microsoft.com/office/drawing/2014/main" id="{58F21CC1-FB20-488A-88B6-2E641514CAD9}"/>
              </a:ext>
            </a:extLst>
          </p:cNvPr>
          <p:cNvSpPr/>
          <p:nvPr/>
        </p:nvSpPr>
        <p:spPr>
          <a:xfrm>
            <a:off x="2092042" y="7447845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맑은 고딕" panose="020B0503020000020004" pitchFamily="50" charset="-127"/>
              </a:rPr>
              <a:t>상품 </a:t>
            </a:r>
            <a:r>
              <a:rPr lang="ko-KR" altLang="en-US" sz="800" b="1" dirty="0" err="1">
                <a:latin typeface="맑은 고딕" panose="020B0503020000020004" pitchFamily="50" charset="-127"/>
              </a:rPr>
              <a:t>판매시</a:t>
            </a:r>
            <a:r>
              <a:rPr lang="ko-KR" altLang="en-US" sz="800" b="1" dirty="0">
                <a:latin typeface="맑은 고딕" panose="020B0503020000020004" pitchFamily="50" charset="-127"/>
              </a:rPr>
              <a:t> 약관 동의 </a:t>
            </a:r>
            <a:r>
              <a:rPr lang="en-US" altLang="ko-KR" sz="800" dirty="0"/>
              <a:t>(</a:t>
            </a:r>
            <a:r>
              <a:rPr lang="ko-KR" altLang="en-US" sz="800" dirty="0"/>
              <a:t>필수</a:t>
            </a:r>
            <a:r>
              <a:rPr lang="en-US" altLang="ko-KR" sz="800" dirty="0"/>
              <a:t>)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A9D0FFD-4D91-477D-978B-8CE630AB40AF}"/>
              </a:ext>
            </a:extLst>
          </p:cNvPr>
          <p:cNvSpPr/>
          <p:nvPr/>
        </p:nvSpPr>
        <p:spPr>
          <a:xfrm>
            <a:off x="7904422" y="7484659"/>
            <a:ext cx="627961" cy="1620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전문보기</a:t>
            </a:r>
          </a:p>
        </p:txBody>
      </p:sp>
    </p:spTree>
    <p:extLst>
      <p:ext uri="{BB962C8B-B14F-4D97-AF65-F5344CB8AC3E}">
        <p14:creationId xmlns:p14="http://schemas.microsoft.com/office/powerpoint/2010/main" val="35049725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Box 16">
            <a:extLst>
              <a:ext uri="{FF2B5EF4-FFF2-40B4-BE49-F238E27FC236}">
                <a16:creationId xmlns:a16="http://schemas.microsoft.com/office/drawing/2014/main" id="{2BE711EF-860C-4A81-ADFC-A29AA69A7E9D}"/>
              </a:ext>
            </a:extLst>
          </p:cNvPr>
          <p:cNvSpPr txBox="1"/>
          <p:nvPr/>
        </p:nvSpPr>
        <p:spPr>
          <a:xfrm>
            <a:off x="1805485" y="2916734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ko-KR" altLang="en-US" sz="800" b="1" dirty="0"/>
              <a:t>회원정보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BAABFEE-E110-458A-9DEC-9CB241820C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0805895"/>
              </p:ext>
            </p:extLst>
          </p:nvPr>
        </p:nvGraphicFramePr>
        <p:xfrm>
          <a:off x="1885879" y="3132178"/>
          <a:ext cx="6768756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37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708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74792">
                  <a:extLst>
                    <a:ext uri="{9D8B030D-6E8A-4147-A177-3AD203B41FA5}">
                      <a16:colId xmlns:a16="http://schemas.microsoft.com/office/drawing/2014/main" val="3928038812"/>
                    </a:ext>
                  </a:extLst>
                </a:gridCol>
                <a:gridCol w="2199333">
                  <a:extLst>
                    <a:ext uri="{9D8B030D-6E8A-4147-A177-3AD203B41FA5}">
                      <a16:colId xmlns:a16="http://schemas.microsoft.com/office/drawing/2014/main" val="122199672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M9-99872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가입일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2024-10-01 12:21:12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아이디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abcde1234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비밀번호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AAA931C5-2302-4462-A6FF-6AE677BD8017}"/>
              </a:ext>
            </a:extLst>
          </p:cNvPr>
          <p:cNvSpPr/>
          <p:nvPr/>
        </p:nvSpPr>
        <p:spPr>
          <a:xfrm>
            <a:off x="6526682" y="3377881"/>
            <a:ext cx="909631" cy="140567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비밀번호변경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68DBABC-885B-4A66-822C-9565C0E4656D}"/>
              </a:ext>
            </a:extLst>
          </p:cNvPr>
          <p:cNvSpPr/>
          <p:nvPr/>
        </p:nvSpPr>
        <p:spPr>
          <a:xfrm>
            <a:off x="2864313" y="2474628"/>
            <a:ext cx="4572000" cy="246221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defRPr/>
            </a:pPr>
            <a:r>
              <a:rPr lang="ko-KR" altLang="en-US" sz="1000" dirty="0"/>
              <a:t>플랫폼</a:t>
            </a:r>
            <a:r>
              <a:rPr lang="en-US" altLang="ko-KR" sz="1000" dirty="0"/>
              <a:t>(</a:t>
            </a:r>
            <a:r>
              <a:rPr lang="ko-KR" altLang="en-US" sz="1000" dirty="0"/>
              <a:t>사이트</a:t>
            </a:r>
            <a:r>
              <a:rPr lang="en-US" altLang="ko-KR" sz="1000" dirty="0"/>
              <a:t>)</a:t>
            </a:r>
            <a:r>
              <a:rPr lang="ko-KR" altLang="en-US" sz="1000" dirty="0"/>
              <a:t> 및 </a:t>
            </a:r>
            <a:r>
              <a:rPr lang="en-US" altLang="ko-KR" sz="1000" dirty="0"/>
              <a:t>Shop </a:t>
            </a:r>
            <a:r>
              <a:rPr lang="ko-KR" altLang="en-US" sz="1000" dirty="0"/>
              <a:t>채널을 이용할 수 있는 단계</a:t>
            </a:r>
            <a:endParaRPr lang="en-US" altLang="ko-KR" sz="1000" dirty="0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7324D11-48B8-4495-83EA-8E01C74C31BD}"/>
              </a:ext>
            </a:extLst>
          </p:cNvPr>
          <p:cNvSpPr/>
          <p:nvPr/>
        </p:nvSpPr>
        <p:spPr>
          <a:xfrm>
            <a:off x="6374422" y="7024772"/>
            <a:ext cx="1233215" cy="288032"/>
          </a:xfrm>
          <a:prstGeom prst="rect">
            <a:avLst/>
          </a:prstGeom>
          <a:solidFill>
            <a:srgbClr val="FF000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4AE335A-8208-4851-9AA8-30E6D2406862}"/>
              </a:ext>
            </a:extLst>
          </p:cNvPr>
          <p:cNvSpPr/>
          <p:nvPr/>
        </p:nvSpPr>
        <p:spPr>
          <a:xfrm>
            <a:off x="4581205" y="7024772"/>
            <a:ext cx="1675081" cy="288032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bg1"/>
                </a:solidFill>
              </a:rPr>
              <a:t>Step2 </a:t>
            </a:r>
            <a:r>
              <a:rPr lang="ko-KR" altLang="en-US" sz="900" dirty="0">
                <a:solidFill>
                  <a:schemeClr val="bg1"/>
                </a:solidFill>
              </a:rPr>
              <a:t>회원사권한 신청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5AA30D1-3F4B-4F7D-A795-5C7063980278}"/>
              </a:ext>
            </a:extLst>
          </p:cNvPr>
          <p:cNvSpPr txBox="1"/>
          <p:nvPr/>
        </p:nvSpPr>
        <p:spPr>
          <a:xfrm>
            <a:off x="1811625" y="3958840"/>
            <a:ext cx="54361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회원사 판매권한 </a:t>
            </a:r>
            <a:r>
              <a:rPr lang="ko-KR" altLang="en-US" sz="800" b="1" dirty="0"/>
              <a:t>정보 </a:t>
            </a:r>
            <a:r>
              <a:rPr lang="en-US" altLang="ko-KR" sz="800" dirty="0">
                <a:solidFill>
                  <a:srgbClr val="FF0000"/>
                </a:solidFill>
              </a:rPr>
              <a:t>( M9</a:t>
            </a:r>
            <a:r>
              <a:rPr lang="ko-KR" altLang="en-US" sz="800" dirty="0">
                <a:solidFill>
                  <a:srgbClr val="FF0000"/>
                </a:solidFill>
              </a:rPr>
              <a:t> </a:t>
            </a:r>
            <a:r>
              <a:rPr lang="en-US" altLang="ko-KR" sz="800" dirty="0">
                <a:solidFill>
                  <a:srgbClr val="FF0000"/>
                </a:solidFill>
              </a:rPr>
              <a:t>Market </a:t>
            </a:r>
            <a:r>
              <a:rPr lang="ko-KR" altLang="en-US" sz="800" dirty="0">
                <a:solidFill>
                  <a:srgbClr val="FF0000"/>
                </a:solidFill>
              </a:rPr>
              <a:t>의 </a:t>
            </a:r>
            <a:r>
              <a:rPr lang="en-US" altLang="ko-KR" sz="800" dirty="0">
                <a:solidFill>
                  <a:srgbClr val="FF0000"/>
                </a:solidFill>
              </a:rPr>
              <a:t>Shop </a:t>
            </a:r>
            <a:r>
              <a:rPr lang="ko-KR" altLang="en-US" sz="800" dirty="0">
                <a:solidFill>
                  <a:srgbClr val="FF0000"/>
                </a:solidFill>
              </a:rPr>
              <a:t>채널에서 자사물건을 판매하기 위해서는 판매인증이 필요합니다</a:t>
            </a:r>
            <a:r>
              <a:rPr lang="en-US" altLang="ko-KR" sz="800" dirty="0">
                <a:solidFill>
                  <a:srgbClr val="FF0000"/>
                </a:solidFill>
              </a:rPr>
              <a:t>. )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113D2458-0979-49D9-88DE-ED9D5A525B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6299138"/>
              </p:ext>
            </p:extLst>
          </p:nvPr>
        </p:nvGraphicFramePr>
        <p:xfrm>
          <a:off x="1885879" y="4174284"/>
          <a:ext cx="6774896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8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95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7199">
                  <a:extLst>
                    <a:ext uri="{9D8B030D-6E8A-4147-A177-3AD203B41FA5}">
                      <a16:colId xmlns:a16="http://schemas.microsoft.com/office/drawing/2014/main" val="238911611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판매인증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 err="1">
                          <a:solidFill>
                            <a:srgbClr val="FF0000"/>
                          </a:solidFill>
                          <a:effectLst/>
                          <a:latin typeface="+mn-lt"/>
                        </a:rPr>
                        <a:t>미인증</a:t>
                      </a:r>
                      <a:endParaRPr lang="ko-KR" altLang="en-US" sz="800" b="1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사업자등록증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사업자 명의 계좌번호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정산용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8815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사업자 명의 통장사본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2034566"/>
                  </a:ext>
                </a:extLst>
              </a:tr>
            </a:tbl>
          </a:graphicData>
        </a:graphic>
      </p:graphicFrame>
      <p:sp>
        <p:nvSpPr>
          <p:cNvPr id="58" name="직사각형 57">
            <a:extLst>
              <a:ext uri="{FF2B5EF4-FFF2-40B4-BE49-F238E27FC236}">
                <a16:creationId xmlns:a16="http://schemas.microsoft.com/office/drawing/2014/main" id="{24CC2D9D-7DD2-4B51-A041-9231FDD05C6B}"/>
              </a:ext>
            </a:extLst>
          </p:cNvPr>
          <p:cNvSpPr/>
          <p:nvPr/>
        </p:nvSpPr>
        <p:spPr>
          <a:xfrm>
            <a:off x="5574256" y="4417145"/>
            <a:ext cx="968906" cy="162090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찾아보기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A1F1F72-AF64-40DD-B861-F5AB4CC59799}"/>
              </a:ext>
            </a:extLst>
          </p:cNvPr>
          <p:cNvSpPr/>
          <p:nvPr/>
        </p:nvSpPr>
        <p:spPr>
          <a:xfrm>
            <a:off x="3579202" y="4627869"/>
            <a:ext cx="968906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은행선택  ▼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6273120E-B79C-40CB-8192-CD2EB81C24D0}"/>
              </a:ext>
            </a:extLst>
          </p:cNvPr>
          <p:cNvSpPr/>
          <p:nvPr/>
        </p:nvSpPr>
        <p:spPr>
          <a:xfrm>
            <a:off x="4593354" y="4627869"/>
            <a:ext cx="1949807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계좌번호 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(‘-’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없이 숫자만 입력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)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3A09BF26-B95F-44C9-AF6B-C3B4C60791FD}"/>
              </a:ext>
            </a:extLst>
          </p:cNvPr>
          <p:cNvSpPr/>
          <p:nvPr/>
        </p:nvSpPr>
        <p:spPr>
          <a:xfrm>
            <a:off x="6579318" y="4627869"/>
            <a:ext cx="1188246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예금주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0F0E99B-3827-4E6F-877C-030715BE98D8}"/>
              </a:ext>
            </a:extLst>
          </p:cNvPr>
          <p:cNvSpPr/>
          <p:nvPr/>
        </p:nvSpPr>
        <p:spPr>
          <a:xfrm>
            <a:off x="5574256" y="4849777"/>
            <a:ext cx="968906" cy="162090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찾아보기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15ED422-5CE5-472F-9294-181C99225512}"/>
              </a:ext>
            </a:extLst>
          </p:cNvPr>
          <p:cNvSpPr/>
          <p:nvPr/>
        </p:nvSpPr>
        <p:spPr>
          <a:xfrm>
            <a:off x="3587514" y="4849777"/>
            <a:ext cx="1949807" cy="15705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입력한 계좌번호와 동일한 통장첨부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7DD23B1-F9B3-47BE-AE73-D75C305BED47}"/>
              </a:ext>
            </a:extLst>
          </p:cNvPr>
          <p:cNvSpPr/>
          <p:nvPr/>
        </p:nvSpPr>
        <p:spPr>
          <a:xfrm>
            <a:off x="3587514" y="4417145"/>
            <a:ext cx="1949807" cy="14813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입력한 계좌번호와 동일한 통장첨부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2CC98F2-0962-4B39-AE5D-23FEFF8B19E7}"/>
              </a:ext>
            </a:extLst>
          </p:cNvPr>
          <p:cNvSpPr/>
          <p:nvPr/>
        </p:nvSpPr>
        <p:spPr>
          <a:xfrm>
            <a:off x="8024717" y="4327143"/>
            <a:ext cx="505097" cy="547721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</a:rPr>
              <a:t>인증</a:t>
            </a:r>
            <a:endParaRPr lang="en-US" altLang="ko-KR" sz="900" dirty="0">
              <a:solidFill>
                <a:schemeClr val="bg1"/>
              </a:solidFill>
            </a:endParaRPr>
          </a:p>
          <a:p>
            <a:pPr algn="ctr"/>
            <a:r>
              <a:rPr lang="ko-KR" altLang="en-US" sz="900" dirty="0">
                <a:solidFill>
                  <a:schemeClr val="bg1"/>
                </a:solidFill>
              </a:rPr>
              <a:t>요청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6C0E5ACC-9DC1-4249-9B92-ACBD64D247E5}"/>
              </a:ext>
            </a:extLst>
          </p:cNvPr>
          <p:cNvSpPr/>
          <p:nvPr/>
        </p:nvSpPr>
        <p:spPr>
          <a:xfrm>
            <a:off x="2787988" y="7024772"/>
            <a:ext cx="1675081" cy="288032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bg1"/>
                </a:solidFill>
              </a:rPr>
              <a:t>Step1 </a:t>
            </a:r>
            <a:r>
              <a:rPr lang="ko-KR" altLang="en-US" sz="900" dirty="0">
                <a:solidFill>
                  <a:schemeClr val="bg1"/>
                </a:solidFill>
              </a:rPr>
              <a:t>기본정보 신청</a:t>
            </a: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7F834330-C85A-4FA2-8FAC-B03C2FA5E0B8}"/>
              </a:ext>
            </a:extLst>
          </p:cNvPr>
          <p:cNvSpPr/>
          <p:nvPr/>
        </p:nvSpPr>
        <p:spPr>
          <a:xfrm>
            <a:off x="2608207" y="1171216"/>
            <a:ext cx="1059735" cy="1069042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D18073A-149F-4785-A61D-A17B7E77D703}"/>
              </a:ext>
            </a:extLst>
          </p:cNvPr>
          <p:cNvSpPr txBox="1"/>
          <p:nvPr/>
        </p:nvSpPr>
        <p:spPr>
          <a:xfrm>
            <a:off x="2854972" y="1302198"/>
            <a:ext cx="60026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입력완료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09AC78CB-EF21-4003-88E5-CF91B0B833DA}"/>
              </a:ext>
            </a:extLst>
          </p:cNvPr>
          <p:cNvSpPr txBox="1"/>
          <p:nvPr/>
        </p:nvSpPr>
        <p:spPr>
          <a:xfrm>
            <a:off x="2880093" y="1500606"/>
            <a:ext cx="6002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1000" b="1" dirty="0">
                <a:solidFill>
                  <a:schemeClr val="bg1"/>
                </a:solidFill>
              </a:rPr>
              <a:t>Step 1</a:t>
            </a:r>
            <a:endParaRPr lang="ko-KR" altLang="en-US" sz="1000" b="1" dirty="0">
              <a:solidFill>
                <a:schemeClr val="bg1"/>
              </a:solidFill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DCF6D2EB-F4A1-44FD-84CE-7D586B3146F6}"/>
              </a:ext>
            </a:extLst>
          </p:cNvPr>
          <p:cNvSpPr txBox="1"/>
          <p:nvPr/>
        </p:nvSpPr>
        <p:spPr>
          <a:xfrm>
            <a:off x="2745071" y="1740450"/>
            <a:ext cx="87030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200" b="1" dirty="0">
                <a:solidFill>
                  <a:schemeClr val="bg1"/>
                </a:solidFill>
              </a:rPr>
              <a:t>기본정보</a:t>
            </a: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4D37AE48-79B0-4C51-9FC5-26BD7429D150}"/>
              </a:ext>
            </a:extLst>
          </p:cNvPr>
          <p:cNvSpPr/>
          <p:nvPr/>
        </p:nvSpPr>
        <p:spPr>
          <a:xfrm>
            <a:off x="4723019" y="1171419"/>
            <a:ext cx="1059735" cy="1069042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9601033B-65D2-4AE9-B3D3-3760D934B20F}"/>
              </a:ext>
            </a:extLst>
          </p:cNvPr>
          <p:cNvSpPr txBox="1"/>
          <p:nvPr/>
        </p:nvSpPr>
        <p:spPr>
          <a:xfrm>
            <a:off x="4969784" y="1302401"/>
            <a:ext cx="60026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입력완료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2EADC8B-B7EE-43F2-8C96-9C4DF827E627}"/>
              </a:ext>
            </a:extLst>
          </p:cNvPr>
          <p:cNvSpPr txBox="1"/>
          <p:nvPr/>
        </p:nvSpPr>
        <p:spPr>
          <a:xfrm>
            <a:off x="4994905" y="1500809"/>
            <a:ext cx="6002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1000" b="1" dirty="0">
                <a:solidFill>
                  <a:schemeClr val="bg1"/>
                </a:solidFill>
              </a:rPr>
              <a:t>Step 2</a:t>
            </a:r>
            <a:endParaRPr lang="ko-KR" altLang="en-US" sz="1000" b="1" dirty="0">
              <a:solidFill>
                <a:schemeClr val="bg1"/>
              </a:solidFill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6E9A8-7E40-470A-81B1-C8BFBC6A5083}"/>
              </a:ext>
            </a:extLst>
          </p:cNvPr>
          <p:cNvSpPr txBox="1"/>
          <p:nvPr/>
        </p:nvSpPr>
        <p:spPr>
          <a:xfrm>
            <a:off x="4788579" y="1740450"/>
            <a:ext cx="96267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200" b="1">
                <a:solidFill>
                  <a:schemeClr val="bg1"/>
                </a:solidFill>
              </a:rPr>
              <a:t>회원사권한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6B0480A3-B41A-4C3B-A565-EA20B36AFCDD}"/>
              </a:ext>
            </a:extLst>
          </p:cNvPr>
          <p:cNvSpPr/>
          <p:nvPr/>
        </p:nvSpPr>
        <p:spPr>
          <a:xfrm>
            <a:off x="6837831" y="1171216"/>
            <a:ext cx="1059735" cy="1069042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797AEE4E-CEFB-40CD-84C0-570F3E1D7932}"/>
              </a:ext>
            </a:extLst>
          </p:cNvPr>
          <p:cNvSpPr txBox="1"/>
          <p:nvPr/>
        </p:nvSpPr>
        <p:spPr>
          <a:xfrm>
            <a:off x="7084596" y="1302198"/>
            <a:ext cx="60026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</a:rPr>
              <a:t>미입력</a:t>
            </a:r>
            <a:endParaRPr lang="ko-KR" altLang="en-US" sz="800" b="1" dirty="0">
              <a:solidFill>
                <a:schemeClr val="bg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AAE224C-B2CA-47BF-9472-574873FE6557}"/>
              </a:ext>
            </a:extLst>
          </p:cNvPr>
          <p:cNvSpPr txBox="1"/>
          <p:nvPr/>
        </p:nvSpPr>
        <p:spPr>
          <a:xfrm>
            <a:off x="7109717" y="1500606"/>
            <a:ext cx="6002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1000" b="1" dirty="0">
                <a:solidFill>
                  <a:schemeClr val="bg1"/>
                </a:solidFill>
              </a:rPr>
              <a:t>Step 3</a:t>
            </a:r>
            <a:endParaRPr lang="ko-KR" altLang="en-US" sz="1000" b="1" dirty="0">
              <a:solidFill>
                <a:schemeClr val="bg1"/>
              </a:solidFill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839E9DE7-6B0F-4D7C-8A0E-D2AC4F6731AC}"/>
              </a:ext>
            </a:extLst>
          </p:cNvPr>
          <p:cNvSpPr txBox="1"/>
          <p:nvPr/>
        </p:nvSpPr>
        <p:spPr>
          <a:xfrm>
            <a:off x="6906263" y="1740450"/>
            <a:ext cx="100717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200" b="1">
                <a:solidFill>
                  <a:schemeClr val="bg1"/>
                </a:solidFill>
              </a:rPr>
              <a:t>판매자권한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8EB11946-7C41-4DC7-969A-AFC6D98E357C}"/>
              </a:ext>
            </a:extLst>
          </p:cNvPr>
          <p:cNvCxnSpPr>
            <a:stCxn id="36" idx="6"/>
            <a:endCxn id="40" idx="2"/>
          </p:cNvCxnSpPr>
          <p:nvPr/>
        </p:nvCxnSpPr>
        <p:spPr>
          <a:xfrm>
            <a:off x="3667942" y="1705737"/>
            <a:ext cx="1055077" cy="203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786FF70F-38F2-4873-B9CA-503984730B9E}"/>
              </a:ext>
            </a:extLst>
          </p:cNvPr>
          <p:cNvCxnSpPr>
            <a:cxnSpLocks/>
            <a:stCxn id="40" idx="6"/>
            <a:endCxn id="44" idx="2"/>
          </p:cNvCxnSpPr>
          <p:nvPr/>
        </p:nvCxnSpPr>
        <p:spPr>
          <a:xfrm flipV="1">
            <a:off x="5782754" y="1705737"/>
            <a:ext cx="1055077" cy="203"/>
          </a:xfrm>
          <a:prstGeom prst="line">
            <a:avLst/>
          </a:prstGeom>
          <a:ln w="19050">
            <a:solidFill>
              <a:schemeClr val="accent5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FE5D372B-D1AB-43B5-8CD2-B1F1E6B0E767}"/>
              </a:ext>
            </a:extLst>
          </p:cNvPr>
          <p:cNvSpPr txBox="1"/>
          <p:nvPr/>
        </p:nvSpPr>
        <p:spPr>
          <a:xfrm>
            <a:off x="1805486" y="5402068"/>
            <a:ext cx="112402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</a:t>
            </a:r>
            <a:r>
              <a:rPr lang="ko-KR" altLang="en-US" sz="800" dirty="0">
                <a:latin typeface="맑은 고딕" panose="020B0503020000020004" pitchFamily="50" charset="-127"/>
              </a:rPr>
              <a:t> </a:t>
            </a:r>
            <a:r>
              <a:rPr lang="ko-KR" altLang="en-US" sz="800" b="1" dirty="0">
                <a:latin typeface="맑은 고딕" panose="020B0503020000020004" pitchFamily="50" charset="-127"/>
              </a:rPr>
              <a:t>약관 동의 </a:t>
            </a:r>
            <a:r>
              <a:rPr lang="en-US" altLang="ko-KR" sz="800" b="1" dirty="0">
                <a:latin typeface="맑은 고딕" panose="020B0503020000020004" pitchFamily="50" charset="-127"/>
              </a:rPr>
              <a:t>(</a:t>
            </a:r>
            <a:r>
              <a:rPr lang="ko-KR" altLang="en-US" sz="800" b="1" dirty="0">
                <a:latin typeface="맑은 고딕" panose="020B0503020000020004" pitchFamily="50" charset="-127"/>
              </a:rPr>
              <a:t>필수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EAD65BBF-A29F-47F8-AD96-62AA5C7D1C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7399100"/>
              </p:ext>
            </p:extLst>
          </p:nvPr>
        </p:nvGraphicFramePr>
        <p:xfrm>
          <a:off x="1885879" y="5639746"/>
          <a:ext cx="6768756" cy="3802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687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80221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9819523"/>
                  </a:ext>
                </a:extLst>
              </a:tr>
            </a:tbl>
          </a:graphicData>
        </a:graphic>
      </p:graphicFrame>
      <p:pic>
        <p:nvPicPr>
          <p:cNvPr id="51" name="그림 50">
            <a:extLst>
              <a:ext uri="{FF2B5EF4-FFF2-40B4-BE49-F238E27FC236}">
                <a16:creationId xmlns:a16="http://schemas.microsoft.com/office/drawing/2014/main" id="{A9857EB6-F9FE-49BB-8DB5-B389A78DE64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29" t="3196" r="3195" b="2954"/>
          <a:stretch/>
        </p:blipFill>
        <p:spPr>
          <a:xfrm>
            <a:off x="1990933" y="5742586"/>
            <a:ext cx="144015" cy="146633"/>
          </a:xfrm>
          <a:prstGeom prst="rect">
            <a:avLst/>
          </a:prstGeom>
        </p:spPr>
      </p:pic>
      <p:sp>
        <p:nvSpPr>
          <p:cNvPr id="52" name="직사각형 51">
            <a:extLst>
              <a:ext uri="{FF2B5EF4-FFF2-40B4-BE49-F238E27FC236}">
                <a16:creationId xmlns:a16="http://schemas.microsoft.com/office/drawing/2014/main" id="{929B6553-13D1-472B-891D-8B2B5329E51E}"/>
              </a:ext>
            </a:extLst>
          </p:cNvPr>
          <p:cNvSpPr/>
          <p:nvPr/>
        </p:nvSpPr>
        <p:spPr>
          <a:xfrm>
            <a:off x="2092042" y="5702865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b="1" dirty="0">
                <a:latin typeface="맑은 고딕" panose="020B0503020000020004" pitchFamily="50" charset="-127"/>
              </a:rPr>
              <a:t>판매권한 약관 동의 </a:t>
            </a:r>
            <a:r>
              <a:rPr lang="en-US" altLang="ko-KR" sz="800" dirty="0"/>
              <a:t>(</a:t>
            </a:r>
            <a:r>
              <a:rPr lang="ko-KR" altLang="en-US" sz="800" dirty="0"/>
              <a:t>필수</a:t>
            </a:r>
            <a:r>
              <a:rPr lang="en-US" altLang="ko-KR" sz="800" dirty="0"/>
              <a:t>)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8C5FA9F-216F-4F97-ADB9-F272188546AB}"/>
              </a:ext>
            </a:extLst>
          </p:cNvPr>
          <p:cNvSpPr/>
          <p:nvPr/>
        </p:nvSpPr>
        <p:spPr>
          <a:xfrm>
            <a:off x="7904422" y="5739679"/>
            <a:ext cx="627961" cy="1620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전문보기</a:t>
            </a:r>
          </a:p>
        </p:txBody>
      </p:sp>
    </p:spTree>
    <p:extLst>
      <p:ext uri="{BB962C8B-B14F-4D97-AF65-F5344CB8AC3E}">
        <p14:creationId xmlns:p14="http://schemas.microsoft.com/office/powerpoint/2010/main" val="327261326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CBFCAB15-AA38-4178-8BAA-E6BE6602CF9A}"/>
              </a:ext>
            </a:extLst>
          </p:cNvPr>
          <p:cNvSpPr/>
          <p:nvPr/>
        </p:nvSpPr>
        <p:spPr>
          <a:xfrm>
            <a:off x="1888066" y="1926166"/>
            <a:ext cx="3225800" cy="3005667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726BE6E-69E5-4EC4-AE54-64FF0CC7B56A}"/>
              </a:ext>
            </a:extLst>
          </p:cNvPr>
          <p:cNvSpPr/>
          <p:nvPr/>
        </p:nvSpPr>
        <p:spPr>
          <a:xfrm>
            <a:off x="5113866" y="1926165"/>
            <a:ext cx="3225800" cy="3005667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781A81A-EC16-4568-A2B1-AD135F83A1A3}"/>
              </a:ext>
            </a:extLst>
          </p:cNvPr>
          <p:cNvSpPr txBox="1"/>
          <p:nvPr/>
        </p:nvSpPr>
        <p:spPr>
          <a:xfrm>
            <a:off x="2087072" y="2690213"/>
            <a:ext cx="87395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아이디 찾기</a:t>
            </a:r>
            <a:endParaRPr lang="ko-KR" altLang="en-US" sz="800" b="1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206B34E-7366-49C4-8251-A4BCE914C1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3244628"/>
              </p:ext>
            </p:extLst>
          </p:nvPr>
        </p:nvGraphicFramePr>
        <p:xfrm>
          <a:off x="2152649" y="2973390"/>
          <a:ext cx="2696635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5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711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대표이메일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945E1315-83A4-4536-AF37-49A56A76C050}"/>
              </a:ext>
            </a:extLst>
          </p:cNvPr>
          <p:cNvSpPr/>
          <p:nvPr/>
        </p:nvSpPr>
        <p:spPr>
          <a:xfrm>
            <a:off x="2152649" y="3520524"/>
            <a:ext cx="2696635" cy="23867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아이디 찾기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21BD66D6-0E95-42CD-A7D1-F6BEE23E5F92}"/>
              </a:ext>
            </a:extLst>
          </p:cNvPr>
          <p:cNvSpPr/>
          <p:nvPr/>
        </p:nvSpPr>
        <p:spPr>
          <a:xfrm>
            <a:off x="3040869" y="3010828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M9-00989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68DE4A7-4D8F-4533-9418-6225CE537D85}"/>
              </a:ext>
            </a:extLst>
          </p:cNvPr>
          <p:cNvSpPr/>
          <p:nvPr/>
        </p:nvSpPr>
        <p:spPr>
          <a:xfrm>
            <a:off x="3040869" y="3217219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abcde1234@naver.com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F997F85-4747-4C17-A03A-6ED1082938A8}"/>
              </a:ext>
            </a:extLst>
          </p:cNvPr>
          <p:cNvSpPr txBox="1"/>
          <p:nvPr/>
        </p:nvSpPr>
        <p:spPr>
          <a:xfrm>
            <a:off x="5280083" y="2690213"/>
            <a:ext cx="97654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비밀번호 찾기</a:t>
            </a:r>
            <a:endParaRPr lang="ko-KR" altLang="en-US" sz="800" b="1" dirty="0"/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6E2C076-4403-4A8E-B878-4023573626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6405520"/>
              </p:ext>
            </p:extLst>
          </p:nvPr>
        </p:nvGraphicFramePr>
        <p:xfrm>
          <a:off x="5345660" y="2973390"/>
          <a:ext cx="2696635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5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711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아이디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대표이메일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0D7D9939-3E82-48E5-ACFD-8A64CAFC05B7}"/>
              </a:ext>
            </a:extLst>
          </p:cNvPr>
          <p:cNvSpPr/>
          <p:nvPr/>
        </p:nvSpPr>
        <p:spPr>
          <a:xfrm>
            <a:off x="5345660" y="3520524"/>
            <a:ext cx="2696635" cy="23867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비밀번호 찾기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B5C1776-DD15-4679-8A50-607E17123CC6}"/>
              </a:ext>
            </a:extLst>
          </p:cNvPr>
          <p:cNvSpPr/>
          <p:nvPr/>
        </p:nvSpPr>
        <p:spPr>
          <a:xfrm>
            <a:off x="6233880" y="3010828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id1234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869721F-20F0-40EB-A130-F751E06B40FF}"/>
              </a:ext>
            </a:extLst>
          </p:cNvPr>
          <p:cNvSpPr/>
          <p:nvPr/>
        </p:nvSpPr>
        <p:spPr>
          <a:xfrm>
            <a:off x="6233880" y="3217219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abcde1234@naver.com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768A09C-AFD0-4D38-8820-144E32D4A399}"/>
              </a:ext>
            </a:extLst>
          </p:cNvPr>
          <p:cNvSpPr txBox="1"/>
          <p:nvPr/>
        </p:nvSpPr>
        <p:spPr>
          <a:xfrm>
            <a:off x="2298554" y="3937828"/>
            <a:ext cx="240482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00" b="1" dirty="0"/>
              <a:t>찾으시는 아이디는  </a:t>
            </a:r>
            <a:r>
              <a:rPr lang="en-US" altLang="ko-KR" sz="1400" b="1" dirty="0">
                <a:solidFill>
                  <a:srgbClr val="FF0000"/>
                </a:solidFill>
              </a:rPr>
              <a:t>id1234 </a:t>
            </a:r>
            <a:r>
              <a:rPr lang="ko-KR" altLang="en-US" sz="1000" b="1" dirty="0"/>
              <a:t>입니다</a:t>
            </a:r>
            <a:r>
              <a:rPr lang="en-US" altLang="ko-KR" sz="1000" b="1" dirty="0"/>
              <a:t>.</a:t>
            </a:r>
            <a:endParaRPr lang="ko-KR" altLang="en-US" sz="1000" b="1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1E0D948-EC41-486C-B8BD-E4A1AB7A09F8}"/>
              </a:ext>
            </a:extLst>
          </p:cNvPr>
          <p:cNvSpPr txBox="1"/>
          <p:nvPr/>
        </p:nvSpPr>
        <p:spPr>
          <a:xfrm>
            <a:off x="2644003" y="4293445"/>
            <a:ext cx="17139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00" b="1" dirty="0"/>
              <a:t>일치하는 정보가 없습니다</a:t>
            </a:r>
            <a:r>
              <a:rPr lang="en-US" altLang="ko-KR" sz="1000" b="1" dirty="0"/>
              <a:t>.</a:t>
            </a:r>
            <a:endParaRPr lang="ko-KR" altLang="en-US" sz="1000" b="1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5E09C3A-5325-4495-908D-071E3BC1382A}"/>
              </a:ext>
            </a:extLst>
          </p:cNvPr>
          <p:cNvSpPr txBox="1"/>
          <p:nvPr/>
        </p:nvSpPr>
        <p:spPr>
          <a:xfrm>
            <a:off x="2087072" y="3999268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725A105-44A0-449D-B69F-FFC3A2409C46}"/>
              </a:ext>
            </a:extLst>
          </p:cNvPr>
          <p:cNvSpPr txBox="1"/>
          <p:nvPr/>
        </p:nvSpPr>
        <p:spPr>
          <a:xfrm>
            <a:off x="2412209" y="4301139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A74F79B6-EEEF-4C5C-9D30-A92FBFFBA5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618463"/>
              </p:ext>
            </p:extLst>
          </p:nvPr>
        </p:nvGraphicFramePr>
        <p:xfrm>
          <a:off x="10171774" y="22159"/>
          <a:ext cx="1979018" cy="272899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6240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548849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P-04-005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회원영역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아이디 </a:t>
                      </a:r>
                      <a:r>
                        <a:rPr lang="en-US" altLang="ko-KR" sz="800" dirty="0"/>
                        <a:t>&amp; </a:t>
                      </a:r>
                      <a:r>
                        <a:rPr lang="ko-KR" altLang="en-US" sz="800" dirty="0"/>
                        <a:t>비밀번호 찾기 폼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정보가 맞으면 하단으로 아이디가 표시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정보가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맞지않으면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하단으로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일치하는 정보가 없습니다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”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의 메시지가 표시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8702436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비밀번호의 정보가 맞으면 비밀번호를 발송했다는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alert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 뜨며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대표이메일로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변경한 비밀번호를 발송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-&gt; P-04-006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의 메일폼이 발송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256256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12971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70EF5A-793E-4336-AEA2-D226E5BCE051}"/>
              </a:ext>
            </a:extLst>
          </p:cNvPr>
          <p:cNvSpPr/>
          <p:nvPr/>
        </p:nvSpPr>
        <p:spPr>
          <a:xfrm>
            <a:off x="1665453" y="449364"/>
            <a:ext cx="6912768" cy="5775289"/>
          </a:xfrm>
          <a:prstGeom prst="rect">
            <a:avLst/>
          </a:prstGeom>
          <a:noFill/>
          <a:ln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0EB78B72-D67F-4E28-A5D3-EEC599D2370A}"/>
              </a:ext>
            </a:extLst>
          </p:cNvPr>
          <p:cNvGrpSpPr/>
          <p:nvPr/>
        </p:nvGrpSpPr>
        <p:grpSpPr>
          <a:xfrm>
            <a:off x="4468175" y="1187399"/>
            <a:ext cx="1444298" cy="576593"/>
            <a:chOff x="848861" y="2032430"/>
            <a:chExt cx="5806457" cy="579075"/>
          </a:xfrm>
        </p:grpSpPr>
        <p:grpSp>
          <p:nvGrpSpPr>
            <p:cNvPr id="21" name="Image">
              <a:extLst>
                <a:ext uri="{FF2B5EF4-FFF2-40B4-BE49-F238E27FC236}">
                  <a16:creationId xmlns:a16="http://schemas.microsoft.com/office/drawing/2014/main" id="{1E2D6747-C893-46D3-A3D4-9055C6963F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8861" y="2032430"/>
              <a:ext cx="5806457" cy="579075"/>
              <a:chOff x="508000" y="1397000"/>
              <a:chExt cx="1008112" cy="1008112"/>
            </a:xfrm>
          </p:grpSpPr>
          <p:sp>
            <p:nvSpPr>
              <p:cNvPr id="23" name="Border">
                <a:extLst>
                  <a:ext uri="{FF2B5EF4-FFF2-40B4-BE49-F238E27FC236}">
                    <a16:creationId xmlns:a16="http://schemas.microsoft.com/office/drawing/2014/main" id="{2079A3EF-A501-49CF-ABEF-52D2622E0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" name="Line 2">
                <a:extLst>
                  <a:ext uri="{FF2B5EF4-FFF2-40B4-BE49-F238E27FC236}">
                    <a16:creationId xmlns:a16="http://schemas.microsoft.com/office/drawing/2014/main" id="{CA77854B-70A5-4C72-B5A8-4BCE72842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" name="Line 1">
                <a:extLst>
                  <a:ext uri="{FF2B5EF4-FFF2-40B4-BE49-F238E27FC236}">
                    <a16:creationId xmlns:a16="http://schemas.microsoft.com/office/drawing/2014/main" id="{F9C4B2A7-5A7B-43D1-8334-78C8D4489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6C559381-79F9-41C4-80CA-23887AFE0D29}"/>
                </a:ext>
              </a:extLst>
            </p:cNvPr>
            <p:cNvSpPr/>
            <p:nvPr/>
          </p:nvSpPr>
          <p:spPr>
            <a:xfrm>
              <a:off x="2259543" y="2198326"/>
              <a:ext cx="2985089" cy="247281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000" dirty="0">
                  <a:solidFill>
                    <a:srgbClr val="FF0000"/>
                  </a:solidFill>
                </a:rPr>
                <a:t>Me9</a:t>
              </a:r>
              <a:r>
                <a:rPr lang="ko-KR" altLang="en-US" sz="1000" dirty="0">
                  <a:solidFill>
                    <a:srgbClr val="FF0000"/>
                  </a:solidFill>
                </a:rPr>
                <a:t> 로고</a:t>
              </a:r>
              <a:endParaRPr lang="ko-KR" altLang="en-US" sz="1000" dirty="0"/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C4798E47-2074-40A1-BC54-8F3E275992C9}"/>
              </a:ext>
            </a:extLst>
          </p:cNvPr>
          <p:cNvSpPr txBox="1"/>
          <p:nvPr/>
        </p:nvSpPr>
        <p:spPr>
          <a:xfrm>
            <a:off x="3493025" y="2375069"/>
            <a:ext cx="3257623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50" b="1" dirty="0"/>
              <a:t>Me9 Market</a:t>
            </a:r>
            <a:r>
              <a:rPr lang="ko-KR" altLang="en-US" sz="1050" b="1" dirty="0"/>
              <a:t>에서 임시비밀번호가 발급되었습니다</a:t>
            </a:r>
            <a:r>
              <a:rPr lang="en-US" altLang="ko-KR" sz="1050" b="1" dirty="0"/>
              <a:t>.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DC7FC5A1-25A8-434A-929E-C5F9A4D760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3780083"/>
              </p:ext>
            </p:extLst>
          </p:nvPr>
        </p:nvGraphicFramePr>
        <p:xfrm>
          <a:off x="2715837" y="2912285"/>
          <a:ext cx="4968555" cy="5040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18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866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0405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dirty="0">
                          <a:solidFill>
                            <a:schemeClr val="tx1"/>
                          </a:solidFill>
                        </a:rPr>
                        <a:t>임시비밀번호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aaabbbccc</a:t>
                      </a:r>
                      <a:r>
                        <a:rPr lang="en-US" altLang="ko-KR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@#$</a:t>
                      </a:r>
                      <a:endParaRPr lang="ko-KR" altLang="en-US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65B3DEBB-645A-4146-A1F1-9E4ACF46F49E}"/>
              </a:ext>
            </a:extLst>
          </p:cNvPr>
          <p:cNvSpPr/>
          <p:nvPr/>
        </p:nvSpPr>
        <p:spPr>
          <a:xfrm>
            <a:off x="3641900" y="4568469"/>
            <a:ext cx="3116430" cy="432048"/>
          </a:xfrm>
          <a:prstGeom prst="rect">
            <a:avLst/>
          </a:prstGeom>
          <a:solidFill>
            <a:schemeClr val="tx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/>
              <a:t>Me9market </a:t>
            </a:r>
            <a:r>
              <a:rPr lang="ko-KR" altLang="en-US" sz="1000" dirty="0"/>
              <a:t>로그인 </a:t>
            </a:r>
            <a:r>
              <a:rPr lang="ko-KR" altLang="en-US" sz="1000" dirty="0" err="1"/>
              <a:t>바로가기</a:t>
            </a:r>
            <a:endParaRPr lang="ko-KR" altLang="en-US" sz="1000" dirty="0"/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85447D07-D28D-421E-90F4-8D13381BF8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7702395"/>
              </p:ext>
            </p:extLst>
          </p:nvPr>
        </p:nvGraphicFramePr>
        <p:xfrm>
          <a:off x="10171774" y="22159"/>
          <a:ext cx="1979018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5089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P-04-006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회원영역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새 비밀번호 </a:t>
                      </a:r>
                      <a:r>
                        <a:rPr lang="ko-KR" altLang="en-US" sz="800" dirty="0" err="1"/>
                        <a:t>메일폼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543090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F962B266-CA80-47FC-B245-1485F955A36B}"/>
              </a:ext>
            </a:extLst>
          </p:cNvPr>
          <p:cNvGraphicFramePr>
            <a:graphicFrameLocks noGrp="1"/>
          </p:cNvGraphicFramePr>
          <p:nvPr/>
        </p:nvGraphicFramePr>
        <p:xfrm>
          <a:off x="10171774" y="22159"/>
          <a:ext cx="1979018" cy="397867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6240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548849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P-05-002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마이페이지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마이페이지 </a:t>
                      </a:r>
                      <a:endParaRPr lang="en-US" altLang="ko-KR" sz="800" dirty="0"/>
                    </a:p>
                    <a:p>
                      <a:pPr algn="l" latinLnBrk="1"/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회원정보수정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기본 회원가입시 등록되는 정보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회원사 명과 사업자구분만 입력하면 채널관리자로 로그인 할 수 있는 권한을 획득한다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다만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자사상품을 등록할 수 없다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8702436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 인증이 처리되면 채널관리자에서 자사상품을 등록할 수 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2562567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등급에 따라 내용이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닫혀있다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기본정보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일반회원일 경우 열림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판매회원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단계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단계 회원일 경우 열림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판매회원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단계 포함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1871921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판매회원 인증되기전 권한 정보 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41801396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판매회원 인증 후의 권한 정보 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8588622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91038C14-C115-407C-B579-AB00DEBC547B}"/>
              </a:ext>
            </a:extLst>
          </p:cNvPr>
          <p:cNvSpPr txBox="1"/>
          <p:nvPr/>
        </p:nvSpPr>
        <p:spPr>
          <a:xfrm>
            <a:off x="4663850" y="1973979"/>
            <a:ext cx="80021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주문조회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13C9A6D-BE65-47B9-A356-1DCFB91B4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993508"/>
              </p:ext>
            </p:extLst>
          </p:nvPr>
        </p:nvGraphicFramePr>
        <p:xfrm>
          <a:off x="2579683" y="3015112"/>
          <a:ext cx="4968555" cy="55399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18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866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699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주문코드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699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주문자 연락처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907011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503F23FA-F421-4377-9105-D46DEDCB393D}"/>
              </a:ext>
            </a:extLst>
          </p:cNvPr>
          <p:cNvSpPr/>
          <p:nvPr/>
        </p:nvSpPr>
        <p:spPr>
          <a:xfrm>
            <a:off x="4284102" y="4077080"/>
            <a:ext cx="1929717" cy="266447"/>
          </a:xfrm>
          <a:prstGeom prst="rect">
            <a:avLst/>
          </a:prstGeom>
          <a:solidFill>
            <a:schemeClr val="tx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/>
              <a:t>주문조회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42F51251-7627-46DC-A39C-72F0E455C7CB}"/>
              </a:ext>
            </a:extLst>
          </p:cNvPr>
          <p:cNvSpPr/>
          <p:nvPr/>
        </p:nvSpPr>
        <p:spPr>
          <a:xfrm>
            <a:off x="3811193" y="3058880"/>
            <a:ext cx="3616133" cy="196148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Me9-009098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886F343E-B795-4C37-AEC5-F45AAD93BF51}"/>
              </a:ext>
            </a:extLst>
          </p:cNvPr>
          <p:cNvGrpSpPr/>
          <p:nvPr/>
        </p:nvGrpSpPr>
        <p:grpSpPr>
          <a:xfrm>
            <a:off x="3829471" y="3292111"/>
            <a:ext cx="1789788" cy="230832"/>
            <a:chOff x="2924648" y="2579699"/>
            <a:chExt cx="1789788" cy="230832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08623D02-F725-4942-B75F-61571761EF02}"/>
                </a:ext>
              </a:extLst>
            </p:cNvPr>
            <p:cNvSpPr/>
            <p:nvPr/>
          </p:nvSpPr>
          <p:spPr>
            <a:xfrm>
              <a:off x="2924648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010  </a:t>
              </a:r>
              <a:r>
                <a:rPr lang="ko-KR" altLang="en-US" sz="800" dirty="0">
                  <a:solidFill>
                    <a:schemeClr val="tx1"/>
                  </a:solidFill>
                </a:rPr>
                <a:t>▼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2CCF1239-8DEE-4011-AED7-E53BA98D4513}"/>
                </a:ext>
              </a:extLst>
            </p:cNvPr>
            <p:cNvSpPr/>
            <p:nvPr/>
          </p:nvSpPr>
          <p:spPr>
            <a:xfrm>
              <a:off x="3542442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06A2DE20-92ED-4917-B864-B06B461BDCF8}"/>
                </a:ext>
              </a:extLst>
            </p:cNvPr>
            <p:cNvSpPr/>
            <p:nvPr/>
          </p:nvSpPr>
          <p:spPr>
            <a:xfrm>
              <a:off x="4160236" y="2633078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2D1108E5-7734-4804-B013-48AD58F5192A}"/>
                </a:ext>
              </a:extLst>
            </p:cNvPr>
            <p:cNvSpPr txBox="1"/>
            <p:nvPr/>
          </p:nvSpPr>
          <p:spPr>
            <a:xfrm>
              <a:off x="3394267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C71ECE70-6138-403F-BAC2-7CCE1862DF34}"/>
                </a:ext>
              </a:extLst>
            </p:cNvPr>
            <p:cNvSpPr txBox="1"/>
            <p:nvPr/>
          </p:nvSpPr>
          <p:spPr>
            <a:xfrm>
              <a:off x="4012061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</p:grpSp>
    </p:spTree>
    <p:extLst>
      <p:ext uri="{BB962C8B-B14F-4D97-AF65-F5344CB8AC3E}">
        <p14:creationId xmlns:p14="http://schemas.microsoft.com/office/powerpoint/2010/main" val="91210142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AAB4805C-DCC2-40B1-BD09-8F72A75047A5}"/>
              </a:ext>
            </a:extLst>
          </p:cNvPr>
          <p:cNvSpPr txBox="1"/>
          <p:nvPr/>
        </p:nvSpPr>
        <p:spPr>
          <a:xfrm>
            <a:off x="4631022" y="871059"/>
            <a:ext cx="85472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주문 상세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BE72026-EC5E-4A06-9F11-F5520B97E61A}"/>
              </a:ext>
            </a:extLst>
          </p:cNvPr>
          <p:cNvCxnSpPr>
            <a:cxnSpLocks/>
          </p:cNvCxnSpPr>
          <p:nvPr/>
        </p:nvCxnSpPr>
        <p:spPr>
          <a:xfrm>
            <a:off x="1481667" y="1314226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F8889E49-E2F9-43E7-B0B3-EF2CBA57AD63}"/>
              </a:ext>
            </a:extLst>
          </p:cNvPr>
          <p:cNvSpPr txBox="1"/>
          <p:nvPr/>
        </p:nvSpPr>
        <p:spPr>
          <a:xfrm>
            <a:off x="1487410" y="1395833"/>
            <a:ext cx="201529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2024.10.14  |  </a:t>
            </a:r>
            <a:r>
              <a:rPr lang="ko-KR" altLang="en-US" sz="800" dirty="0"/>
              <a:t>주문번호</a:t>
            </a:r>
            <a:r>
              <a:rPr lang="en-US" altLang="ko-KR" sz="800" dirty="0"/>
              <a:t>:</a:t>
            </a:r>
            <a:r>
              <a:rPr lang="ko-KR" altLang="en-US" sz="800" dirty="0"/>
              <a:t> </a:t>
            </a:r>
            <a:r>
              <a:rPr lang="en-US" altLang="ko-KR" sz="800" dirty="0"/>
              <a:t>Me9-00929423</a:t>
            </a:r>
            <a:endParaRPr lang="ko-KR" altLang="en-US" sz="800" dirty="0"/>
          </a:p>
        </p:txBody>
      </p:sp>
      <p:graphicFrame>
        <p:nvGraphicFramePr>
          <p:cNvPr id="17" name="표 87">
            <a:extLst>
              <a:ext uri="{FF2B5EF4-FFF2-40B4-BE49-F238E27FC236}">
                <a16:creationId xmlns:a16="http://schemas.microsoft.com/office/drawing/2014/main" id="{B8C31EE1-2F19-4E8D-B49B-29BB2BDFED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6812424"/>
              </p:ext>
            </p:extLst>
          </p:nvPr>
        </p:nvGraphicFramePr>
        <p:xfrm>
          <a:off x="1479017" y="1685460"/>
          <a:ext cx="7317849" cy="6400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47347">
                  <a:extLst>
                    <a:ext uri="{9D8B030D-6E8A-4147-A177-3AD203B41FA5}">
                      <a16:colId xmlns:a16="http://schemas.microsoft.com/office/drawing/2014/main" val="1741250993"/>
                    </a:ext>
                  </a:extLst>
                </a:gridCol>
                <a:gridCol w="1200647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5369855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 rowSpan="3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주문자 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주문자 이름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홍길동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휴대폰 번호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010-0000-0000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07926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이메일 주소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hlinkClick r:id="rId2"/>
                        </a:rPr>
                        <a:t>test1234@naver.com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7804926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8D16DC3-F6FB-42DE-A363-8850AEE009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9238145"/>
              </p:ext>
            </p:extLst>
          </p:nvPr>
        </p:nvGraphicFramePr>
        <p:xfrm>
          <a:off x="1479017" y="2585282"/>
          <a:ext cx="7317849" cy="975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47347">
                  <a:extLst>
                    <a:ext uri="{9D8B030D-6E8A-4147-A177-3AD203B41FA5}">
                      <a16:colId xmlns:a16="http://schemas.microsoft.com/office/drawing/2014/main" val="1741250993"/>
                    </a:ext>
                  </a:extLst>
                </a:gridCol>
                <a:gridCol w="1200647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5369855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 rowSpan="4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배송 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받는 사람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홍길동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휴대폰 번호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010-0000-0000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07926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주소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22012 </a:t>
                      </a:r>
                      <a:r>
                        <a:rPr lang="ko-KR" altLang="en-US" sz="800" dirty="0"/>
                        <a:t>서울특별시 광진구 </a:t>
                      </a:r>
                      <a:r>
                        <a:rPr lang="ko-KR" altLang="en-US" sz="800" dirty="0" err="1"/>
                        <a:t>가나다동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119-12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780492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배송메모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배송메모 </a:t>
                      </a:r>
                      <a:endParaRPr lang="en-US" altLang="ko-KR" sz="800" dirty="0"/>
                    </a:p>
                    <a:p>
                      <a:pPr latinLnBrk="1"/>
                      <a:r>
                        <a:rPr lang="en-US" altLang="ko-KR" sz="800" dirty="0"/>
                        <a:t>1122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892354"/>
                  </a:ext>
                </a:extLst>
              </a:tr>
            </a:tbl>
          </a:graphicData>
        </a:graphic>
      </p:graphicFrame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705DE4C6-8B21-4805-91C4-0DB72892FBC6}"/>
              </a:ext>
            </a:extLst>
          </p:cNvPr>
          <p:cNvCxnSpPr>
            <a:cxnSpLocks/>
          </p:cNvCxnSpPr>
          <p:nvPr/>
        </p:nvCxnSpPr>
        <p:spPr>
          <a:xfrm>
            <a:off x="1479017" y="3875871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0" name="표 13">
            <a:extLst>
              <a:ext uri="{FF2B5EF4-FFF2-40B4-BE49-F238E27FC236}">
                <a16:creationId xmlns:a16="http://schemas.microsoft.com/office/drawing/2014/main" id="{DBCCA977-7AD5-4B0F-8048-426F90C0FA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2015639"/>
              </p:ext>
            </p:extLst>
          </p:nvPr>
        </p:nvGraphicFramePr>
        <p:xfrm>
          <a:off x="1479017" y="4262335"/>
          <a:ext cx="7317158" cy="27736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3636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2517886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2329732">
                  <a:extLst>
                    <a:ext uri="{9D8B030D-6E8A-4147-A177-3AD203B41FA5}">
                      <a16:colId xmlns:a16="http://schemas.microsoft.com/office/drawing/2014/main" val="2417053123"/>
                    </a:ext>
                  </a:extLst>
                </a:gridCol>
                <a:gridCol w="870472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785432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구매확정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취소완료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4933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반품완료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4277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교환완료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dirty="0"/>
                        <a:t>주문번호</a:t>
                      </a:r>
                      <a:r>
                        <a:rPr lang="en-US" altLang="ko-KR" sz="900" dirty="0"/>
                        <a:t>: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Me9-00929111</a:t>
                      </a:r>
                    </a:p>
                    <a:p>
                      <a:pPr algn="l" latinLnBrk="1"/>
                      <a:r>
                        <a:rPr lang="ko-KR" altLang="en-US" sz="900" b="1" dirty="0">
                          <a:solidFill>
                            <a:srgbClr val="FF0000"/>
                          </a:solidFill>
                        </a:rPr>
                        <a:t>  → </a:t>
                      </a:r>
                      <a:r>
                        <a:rPr lang="ko-KR" altLang="en-US" sz="900" dirty="0"/>
                        <a:t>교환 주문번호</a:t>
                      </a:r>
                      <a:r>
                        <a:rPr lang="en-US" altLang="ko-KR" sz="900" dirty="0"/>
                        <a:t>: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Me9-RE-00929111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900" b="1" dirty="0"/>
                        <a:t>1,000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5482761"/>
                  </a:ext>
                </a:extLst>
              </a:tr>
            </a:tbl>
          </a:graphicData>
        </a:graphic>
      </p:graphicFrame>
      <p:grpSp>
        <p:nvGrpSpPr>
          <p:cNvPr id="21" name="그룹 20">
            <a:extLst>
              <a:ext uri="{FF2B5EF4-FFF2-40B4-BE49-F238E27FC236}">
                <a16:creationId xmlns:a16="http://schemas.microsoft.com/office/drawing/2014/main" id="{7D88BA30-E0DC-44BA-8264-43AA25AE20EA}"/>
              </a:ext>
            </a:extLst>
          </p:cNvPr>
          <p:cNvGrpSpPr/>
          <p:nvPr/>
        </p:nvGrpSpPr>
        <p:grpSpPr>
          <a:xfrm>
            <a:off x="2417534" y="4575809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22" name="Border">
              <a:extLst>
                <a:ext uri="{FF2B5EF4-FFF2-40B4-BE49-F238E27FC236}">
                  <a16:creationId xmlns:a16="http://schemas.microsoft.com/office/drawing/2014/main" id="{9963B40C-0574-4C39-96A1-AB5DE7E45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" name="Line 2">
              <a:extLst>
                <a:ext uri="{FF2B5EF4-FFF2-40B4-BE49-F238E27FC236}">
                  <a16:creationId xmlns:a16="http://schemas.microsoft.com/office/drawing/2014/main" id="{EC15E2A2-2BC3-4C35-AA94-433A6E66A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" name="Line 1">
              <a:extLst>
                <a:ext uri="{FF2B5EF4-FFF2-40B4-BE49-F238E27FC236}">
                  <a16:creationId xmlns:a16="http://schemas.microsoft.com/office/drawing/2014/main" id="{7E2556BA-86C0-4DC2-B775-77A0E8CB7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8DF2668D-4EB9-44BB-A8AC-F6090431AFDF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44823B3-AD9E-4CB0-BF37-917D308A4189}"/>
              </a:ext>
            </a:extLst>
          </p:cNvPr>
          <p:cNvSpPr/>
          <p:nvPr/>
        </p:nvSpPr>
        <p:spPr>
          <a:xfrm>
            <a:off x="3127963" y="4575809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6CBE53B-D303-4364-BD15-DFFCEBD69A89}"/>
              </a:ext>
            </a:extLst>
          </p:cNvPr>
          <p:cNvSpPr/>
          <p:nvPr/>
        </p:nvSpPr>
        <p:spPr>
          <a:xfrm>
            <a:off x="3124415" y="5223174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2  /  1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E87AD803-1F1F-4F6A-BD05-4D70DAC85CE6}"/>
              </a:ext>
            </a:extLst>
          </p:cNvPr>
          <p:cNvGrpSpPr/>
          <p:nvPr/>
        </p:nvGrpSpPr>
        <p:grpSpPr>
          <a:xfrm>
            <a:off x="2413986" y="5198620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29" name="Border">
              <a:extLst>
                <a:ext uri="{FF2B5EF4-FFF2-40B4-BE49-F238E27FC236}">
                  <a16:creationId xmlns:a16="http://schemas.microsoft.com/office/drawing/2014/main" id="{30E81D2C-8741-471C-83E8-E1CD45AA4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" name="Line 2">
              <a:extLst>
                <a:ext uri="{FF2B5EF4-FFF2-40B4-BE49-F238E27FC236}">
                  <a16:creationId xmlns:a16="http://schemas.microsoft.com/office/drawing/2014/main" id="{702E6B69-C3E7-4AE4-9CD0-0360D8700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" name="Line 1">
              <a:extLst>
                <a:ext uri="{FF2B5EF4-FFF2-40B4-BE49-F238E27FC236}">
                  <a16:creationId xmlns:a16="http://schemas.microsoft.com/office/drawing/2014/main" id="{F0576B9F-A154-4F45-85F8-4D006C7F2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7BA7BFBC-6CC7-4066-A6D1-FFF9A66E65D5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17B11A86-3F48-4D4D-8B85-4AD7867CCC6F}"/>
              </a:ext>
            </a:extLst>
          </p:cNvPr>
          <p:cNvSpPr txBox="1"/>
          <p:nvPr/>
        </p:nvSpPr>
        <p:spPr>
          <a:xfrm>
            <a:off x="1487410" y="3986860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구매 상품</a:t>
            </a: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2D3DC284-67F6-4608-B9DE-1A1B5F6F82F6}"/>
              </a:ext>
            </a:extLst>
          </p:cNvPr>
          <p:cNvCxnSpPr>
            <a:cxnSpLocks/>
          </p:cNvCxnSpPr>
          <p:nvPr/>
        </p:nvCxnSpPr>
        <p:spPr>
          <a:xfrm>
            <a:off x="1479017" y="7688453"/>
            <a:ext cx="433338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623975E9-CA72-455B-9430-1D16ADA29ECB}"/>
              </a:ext>
            </a:extLst>
          </p:cNvPr>
          <p:cNvSpPr txBox="1"/>
          <p:nvPr/>
        </p:nvSpPr>
        <p:spPr>
          <a:xfrm>
            <a:off x="1487410" y="7783540"/>
            <a:ext cx="63190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결제 정보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DDB2B4C1-33AB-489A-91F2-A1A23FD4CF52}"/>
              </a:ext>
            </a:extLst>
          </p:cNvPr>
          <p:cNvCxnSpPr>
            <a:cxnSpLocks/>
          </p:cNvCxnSpPr>
          <p:nvPr/>
        </p:nvCxnSpPr>
        <p:spPr>
          <a:xfrm>
            <a:off x="6096000" y="7688453"/>
            <a:ext cx="2698217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DCA4BBB0-9098-44DC-835C-13E26978125C}"/>
              </a:ext>
            </a:extLst>
          </p:cNvPr>
          <p:cNvSpPr txBox="1"/>
          <p:nvPr/>
        </p:nvSpPr>
        <p:spPr>
          <a:xfrm>
            <a:off x="6096000" y="7783540"/>
            <a:ext cx="107872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최종 결제금액</a:t>
            </a:r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BE139FB1-4329-4613-B3BC-0A38E05B23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5124718"/>
              </p:ext>
            </p:extLst>
          </p:nvPr>
        </p:nvGraphicFramePr>
        <p:xfrm>
          <a:off x="1476367" y="8092875"/>
          <a:ext cx="4336035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37336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3098699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결제수단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카드결제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카드종류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현대카드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0792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카드번호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22030222-******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78049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적립포인트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+ 1000 point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892354"/>
                  </a:ext>
                </a:extLst>
              </a:tr>
            </a:tbl>
          </a:graphicData>
        </a:graphic>
      </p:graphicFrame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41C099F2-CFDA-44FA-A024-B4FFA5DFFC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8850781"/>
              </p:ext>
            </p:extLst>
          </p:nvPr>
        </p:nvGraphicFramePr>
        <p:xfrm>
          <a:off x="6096000" y="8083398"/>
          <a:ext cx="2687174" cy="91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56071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1431103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총 상품금액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3,000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배송비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+ 2,500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0792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포인트 사용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/>
                        <a:t>- 2,000 p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78049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최종 결제금액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2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4,500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원</a:t>
                      </a:r>
                      <a:endParaRPr lang="en-US" altLang="ko-KR" sz="800" b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892354"/>
                  </a:ext>
                </a:extLst>
              </a:tr>
            </a:tbl>
          </a:graphicData>
        </a:graphic>
      </p:graphicFrame>
      <p:sp>
        <p:nvSpPr>
          <p:cNvPr id="40" name="직사각형 39">
            <a:extLst>
              <a:ext uri="{FF2B5EF4-FFF2-40B4-BE49-F238E27FC236}">
                <a16:creationId xmlns:a16="http://schemas.microsoft.com/office/drawing/2014/main" id="{0A986A23-4CC6-484A-81AD-799B1934AA70}"/>
              </a:ext>
            </a:extLst>
          </p:cNvPr>
          <p:cNvSpPr/>
          <p:nvPr/>
        </p:nvSpPr>
        <p:spPr>
          <a:xfrm>
            <a:off x="3124415" y="5870247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2  /  1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A773D6E2-F5AF-4492-9C57-D29F21073C58}"/>
              </a:ext>
            </a:extLst>
          </p:cNvPr>
          <p:cNvGrpSpPr/>
          <p:nvPr/>
        </p:nvGrpSpPr>
        <p:grpSpPr>
          <a:xfrm>
            <a:off x="2413986" y="5845693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42" name="Border">
              <a:extLst>
                <a:ext uri="{FF2B5EF4-FFF2-40B4-BE49-F238E27FC236}">
                  <a16:creationId xmlns:a16="http://schemas.microsoft.com/office/drawing/2014/main" id="{47DAE718-C7C0-454F-9892-4055367A1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" name="Line 2">
              <a:extLst>
                <a:ext uri="{FF2B5EF4-FFF2-40B4-BE49-F238E27FC236}">
                  <a16:creationId xmlns:a16="http://schemas.microsoft.com/office/drawing/2014/main" id="{951A4DC7-6FA7-462C-ABE5-F93A33BC9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" name="Line 1">
              <a:extLst>
                <a:ext uri="{FF2B5EF4-FFF2-40B4-BE49-F238E27FC236}">
                  <a16:creationId xmlns:a16="http://schemas.microsoft.com/office/drawing/2014/main" id="{0AFC9688-86E1-46C7-9436-95D4FC82C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D1791B8-1AAD-4176-9724-0590440CCEA7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EC4EB8A-69F3-4C54-9705-4AC5D98C128C}"/>
              </a:ext>
            </a:extLst>
          </p:cNvPr>
          <p:cNvSpPr/>
          <p:nvPr/>
        </p:nvSpPr>
        <p:spPr>
          <a:xfrm>
            <a:off x="3124415" y="6520890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2  /  1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56FA31BE-3F1E-412B-B09A-E666E833308C}"/>
              </a:ext>
            </a:extLst>
          </p:cNvPr>
          <p:cNvGrpSpPr/>
          <p:nvPr/>
        </p:nvGrpSpPr>
        <p:grpSpPr>
          <a:xfrm>
            <a:off x="2413986" y="6496336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48" name="Border">
              <a:extLst>
                <a:ext uri="{FF2B5EF4-FFF2-40B4-BE49-F238E27FC236}">
                  <a16:creationId xmlns:a16="http://schemas.microsoft.com/office/drawing/2014/main" id="{778AA5B7-24AB-4DA1-AA94-AD502C2FE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" name="Line 2">
              <a:extLst>
                <a:ext uri="{FF2B5EF4-FFF2-40B4-BE49-F238E27FC236}">
                  <a16:creationId xmlns:a16="http://schemas.microsoft.com/office/drawing/2014/main" id="{711B1ED4-2F4E-4CEB-AACA-4CB73B0D3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" name="Line 1">
              <a:extLst>
                <a:ext uri="{FF2B5EF4-FFF2-40B4-BE49-F238E27FC236}">
                  <a16:creationId xmlns:a16="http://schemas.microsoft.com/office/drawing/2014/main" id="{AD673A5B-19F6-430D-8FC2-FB3FA1CBB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36B35FF-51EA-47FD-9EC5-290481D6C368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0850CAC-6236-48BC-89CF-B1A9E42551C9}"/>
              </a:ext>
            </a:extLst>
          </p:cNvPr>
          <p:cNvSpPr/>
          <p:nvPr/>
        </p:nvSpPr>
        <p:spPr>
          <a:xfrm>
            <a:off x="7957667" y="4679331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구매확정일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047EFA7-7F0E-4009-8185-A3A373999398}"/>
              </a:ext>
            </a:extLst>
          </p:cNvPr>
          <p:cNvSpPr/>
          <p:nvPr/>
        </p:nvSpPr>
        <p:spPr>
          <a:xfrm>
            <a:off x="7957667" y="6587222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교환완료일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209B8D46-8E94-4D18-985B-D9E5D14F9B65}"/>
              </a:ext>
            </a:extLst>
          </p:cNvPr>
          <p:cNvSpPr/>
          <p:nvPr/>
        </p:nvSpPr>
        <p:spPr>
          <a:xfrm>
            <a:off x="7957667" y="5938094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반품완료일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E10E233A-7BB9-45A0-A7E6-45FAA232B7D8}"/>
              </a:ext>
            </a:extLst>
          </p:cNvPr>
          <p:cNvSpPr/>
          <p:nvPr/>
        </p:nvSpPr>
        <p:spPr>
          <a:xfrm>
            <a:off x="7957667" y="5289506"/>
            <a:ext cx="836550" cy="256104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취소완료일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2024.10.16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22279D47-F682-443A-8BDC-3C90907C6128}"/>
              </a:ext>
            </a:extLst>
          </p:cNvPr>
          <p:cNvCxnSpPr>
            <a:cxnSpLocks/>
          </p:cNvCxnSpPr>
          <p:nvPr/>
        </p:nvCxnSpPr>
        <p:spPr>
          <a:xfrm>
            <a:off x="1487410" y="9531460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7" name="표 13">
            <a:extLst>
              <a:ext uri="{FF2B5EF4-FFF2-40B4-BE49-F238E27FC236}">
                <a16:creationId xmlns:a16="http://schemas.microsoft.com/office/drawing/2014/main" id="{528DB8A5-C7C3-429F-B488-9F6342DB19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3823154"/>
              </p:ext>
            </p:extLst>
          </p:nvPr>
        </p:nvGraphicFramePr>
        <p:xfrm>
          <a:off x="1487410" y="9917924"/>
          <a:ext cx="7317158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3636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2517886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2329732">
                  <a:extLst>
                    <a:ext uri="{9D8B030D-6E8A-4147-A177-3AD203B41FA5}">
                      <a16:colId xmlns:a16="http://schemas.microsoft.com/office/drawing/2014/main" val="2417053123"/>
                    </a:ext>
                  </a:extLst>
                </a:gridCol>
                <a:gridCol w="1430793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225111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취소완료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4933101"/>
                  </a:ext>
                </a:extLst>
              </a:tr>
            </a:tbl>
          </a:graphicData>
        </a:graphic>
      </p:graphicFrame>
      <p:grpSp>
        <p:nvGrpSpPr>
          <p:cNvPr id="58" name="그룹 57">
            <a:extLst>
              <a:ext uri="{FF2B5EF4-FFF2-40B4-BE49-F238E27FC236}">
                <a16:creationId xmlns:a16="http://schemas.microsoft.com/office/drawing/2014/main" id="{4D3FE886-14C7-42C0-ADD8-EF70023FEDEC}"/>
              </a:ext>
            </a:extLst>
          </p:cNvPr>
          <p:cNvGrpSpPr/>
          <p:nvPr/>
        </p:nvGrpSpPr>
        <p:grpSpPr>
          <a:xfrm>
            <a:off x="2425927" y="10231398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59" name="Border">
              <a:extLst>
                <a:ext uri="{FF2B5EF4-FFF2-40B4-BE49-F238E27FC236}">
                  <a16:creationId xmlns:a16="http://schemas.microsoft.com/office/drawing/2014/main" id="{C91AE92D-19DE-4E72-A2EE-5CC79995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" name="Line 2">
              <a:extLst>
                <a:ext uri="{FF2B5EF4-FFF2-40B4-BE49-F238E27FC236}">
                  <a16:creationId xmlns:a16="http://schemas.microsoft.com/office/drawing/2014/main" id="{F9713F2D-DFE2-4C14-9AC0-6F0140D9D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1" name="Line 1">
              <a:extLst>
                <a:ext uri="{FF2B5EF4-FFF2-40B4-BE49-F238E27FC236}">
                  <a16:creationId xmlns:a16="http://schemas.microsoft.com/office/drawing/2014/main" id="{200B2820-58AC-4DF5-94AE-19A4D34B4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A4B7C3C-EEC0-4B2B-A9FE-FBBDBBF572DC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6A4DCC35-1D94-4AD6-8593-2BDA6F55CBEE}"/>
              </a:ext>
            </a:extLst>
          </p:cNvPr>
          <p:cNvSpPr/>
          <p:nvPr/>
        </p:nvSpPr>
        <p:spPr>
          <a:xfrm>
            <a:off x="3136356" y="10231398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AC25A851-D5D4-4DBC-8689-4D747F78726A}"/>
              </a:ext>
            </a:extLst>
          </p:cNvPr>
          <p:cNvSpPr txBox="1"/>
          <p:nvPr/>
        </p:nvSpPr>
        <p:spPr>
          <a:xfrm>
            <a:off x="1495803" y="9642449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취소 상품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B4795005-E9AC-45DB-A058-440FE52170E6}"/>
              </a:ext>
            </a:extLst>
          </p:cNvPr>
          <p:cNvSpPr txBox="1"/>
          <p:nvPr/>
        </p:nvSpPr>
        <p:spPr>
          <a:xfrm>
            <a:off x="7033648" y="7069601"/>
            <a:ext cx="184803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( </a:t>
            </a:r>
            <a:r>
              <a:rPr lang="ko-KR" altLang="en-US" sz="800" dirty="0"/>
              <a:t>배송비 </a:t>
            </a:r>
            <a:r>
              <a:rPr lang="en-US" altLang="ko-KR" sz="800" dirty="0"/>
              <a:t>) 30,000</a:t>
            </a:r>
            <a:r>
              <a:rPr lang="ko-KR" altLang="en-US" sz="800" dirty="0"/>
              <a:t>원 미만 </a:t>
            </a:r>
            <a:r>
              <a:rPr lang="en-US" altLang="ko-KR" sz="800" dirty="0"/>
              <a:t>: 2,500 </a:t>
            </a:r>
            <a:r>
              <a:rPr lang="ko-KR" altLang="en-US" sz="800" dirty="0"/>
              <a:t>원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479B03F8-C071-4DB6-B352-FFB276ECE2AF}"/>
              </a:ext>
            </a:extLst>
          </p:cNvPr>
          <p:cNvSpPr txBox="1"/>
          <p:nvPr/>
        </p:nvSpPr>
        <p:spPr>
          <a:xfrm>
            <a:off x="7033648" y="10809071"/>
            <a:ext cx="184803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                        ( </a:t>
            </a:r>
            <a:r>
              <a:rPr lang="ko-KR" altLang="en-US" sz="800" dirty="0"/>
              <a:t>배송비 </a:t>
            </a:r>
            <a:r>
              <a:rPr lang="en-US" altLang="ko-KR" sz="800" dirty="0"/>
              <a:t>) </a:t>
            </a:r>
            <a:r>
              <a:rPr lang="ko-KR" altLang="en-US" sz="800" dirty="0"/>
              <a:t>무료</a:t>
            </a:r>
          </a:p>
        </p:txBody>
      </p:sp>
      <p:graphicFrame>
        <p:nvGraphicFramePr>
          <p:cNvPr id="67" name="표 66">
            <a:extLst>
              <a:ext uri="{FF2B5EF4-FFF2-40B4-BE49-F238E27FC236}">
                <a16:creationId xmlns:a16="http://schemas.microsoft.com/office/drawing/2014/main" id="{780426C5-9402-44CD-8CFC-8602E9DCA2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6047173"/>
              </p:ext>
            </p:extLst>
          </p:nvPr>
        </p:nvGraphicFramePr>
        <p:xfrm>
          <a:off x="1476367" y="11167880"/>
          <a:ext cx="7306807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26910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5979897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취소 사유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단순 변심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</a:tbl>
          </a:graphicData>
        </a:graphic>
      </p:graphicFrame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0433FB60-A632-42BF-85F6-043A58971F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6416669"/>
              </p:ext>
            </p:extLst>
          </p:nvPr>
        </p:nvGraphicFramePr>
        <p:xfrm>
          <a:off x="1476367" y="11426569"/>
          <a:ext cx="7306807" cy="426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26910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1391478">
                  <a:extLst>
                    <a:ext uri="{9D8B030D-6E8A-4147-A177-3AD203B41FA5}">
                      <a16:colId xmlns:a16="http://schemas.microsoft.com/office/drawing/2014/main" val="46953116"/>
                    </a:ext>
                  </a:extLst>
                </a:gridCol>
                <a:gridCol w="4588419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환불 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카드취소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 vMerge="1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카드종류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포인트 환불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200 point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079262"/>
                  </a:ext>
                </a:extLst>
              </a:tr>
            </a:tbl>
          </a:graphicData>
        </a:graphic>
      </p:graphicFrame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B9C61E30-4EF8-4B23-88C8-85112600A9FF}"/>
              </a:ext>
            </a:extLst>
          </p:cNvPr>
          <p:cNvCxnSpPr>
            <a:cxnSpLocks/>
          </p:cNvCxnSpPr>
          <p:nvPr/>
        </p:nvCxnSpPr>
        <p:spPr>
          <a:xfrm>
            <a:off x="1479017" y="12449423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0" name="표 13">
            <a:extLst>
              <a:ext uri="{FF2B5EF4-FFF2-40B4-BE49-F238E27FC236}">
                <a16:creationId xmlns:a16="http://schemas.microsoft.com/office/drawing/2014/main" id="{62F5712E-E72D-4E80-A6A2-59982F00C5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5893136"/>
              </p:ext>
            </p:extLst>
          </p:nvPr>
        </p:nvGraphicFramePr>
        <p:xfrm>
          <a:off x="1479017" y="12835887"/>
          <a:ext cx="7317158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3636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2517886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2329732">
                  <a:extLst>
                    <a:ext uri="{9D8B030D-6E8A-4147-A177-3AD203B41FA5}">
                      <a16:colId xmlns:a16="http://schemas.microsoft.com/office/drawing/2014/main" val="2417053123"/>
                    </a:ext>
                  </a:extLst>
                </a:gridCol>
                <a:gridCol w="1430793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225111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반품완료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4933101"/>
                  </a:ext>
                </a:extLst>
              </a:tr>
            </a:tbl>
          </a:graphicData>
        </a:graphic>
      </p:graphicFrame>
      <p:grpSp>
        <p:nvGrpSpPr>
          <p:cNvPr id="71" name="그룹 70">
            <a:extLst>
              <a:ext uri="{FF2B5EF4-FFF2-40B4-BE49-F238E27FC236}">
                <a16:creationId xmlns:a16="http://schemas.microsoft.com/office/drawing/2014/main" id="{2CCB7C71-F0C4-4852-8CFB-77858E18B397}"/>
              </a:ext>
            </a:extLst>
          </p:cNvPr>
          <p:cNvGrpSpPr/>
          <p:nvPr/>
        </p:nvGrpSpPr>
        <p:grpSpPr>
          <a:xfrm>
            <a:off x="2417534" y="13149361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2" name="Border">
              <a:extLst>
                <a:ext uri="{FF2B5EF4-FFF2-40B4-BE49-F238E27FC236}">
                  <a16:creationId xmlns:a16="http://schemas.microsoft.com/office/drawing/2014/main" id="{E8E1AA7B-0957-4F8D-8597-391F90C9F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Line 2">
              <a:extLst>
                <a:ext uri="{FF2B5EF4-FFF2-40B4-BE49-F238E27FC236}">
                  <a16:creationId xmlns:a16="http://schemas.microsoft.com/office/drawing/2014/main" id="{1F83D99A-D0E6-40A5-B530-D3E01776E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4" name="Line 1">
              <a:extLst>
                <a:ext uri="{FF2B5EF4-FFF2-40B4-BE49-F238E27FC236}">
                  <a16:creationId xmlns:a16="http://schemas.microsoft.com/office/drawing/2014/main" id="{686E29AA-BB97-4F7A-8833-4052EB142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1663EB06-4964-415A-9E59-F0416F5EC32C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D2D5E34B-D3C5-4018-948F-AEAE16FD5B44}"/>
              </a:ext>
            </a:extLst>
          </p:cNvPr>
          <p:cNvSpPr/>
          <p:nvPr/>
        </p:nvSpPr>
        <p:spPr>
          <a:xfrm>
            <a:off x="3127963" y="13149361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3D2DACC9-A83E-4597-9BD3-648682A6C7AB}"/>
              </a:ext>
            </a:extLst>
          </p:cNvPr>
          <p:cNvSpPr txBox="1"/>
          <p:nvPr/>
        </p:nvSpPr>
        <p:spPr>
          <a:xfrm>
            <a:off x="1487410" y="12560412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반품 상품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5F104F3F-CB79-4719-81C9-D0C9D442202D}"/>
              </a:ext>
            </a:extLst>
          </p:cNvPr>
          <p:cNvSpPr txBox="1"/>
          <p:nvPr/>
        </p:nvSpPr>
        <p:spPr>
          <a:xfrm>
            <a:off x="7025255" y="13727034"/>
            <a:ext cx="184803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                        ( </a:t>
            </a:r>
            <a:r>
              <a:rPr lang="ko-KR" altLang="en-US" sz="800" dirty="0"/>
              <a:t>배송비 </a:t>
            </a:r>
            <a:r>
              <a:rPr lang="en-US" altLang="ko-KR" sz="800" dirty="0"/>
              <a:t>) </a:t>
            </a:r>
            <a:r>
              <a:rPr lang="ko-KR" altLang="en-US" sz="800" dirty="0"/>
              <a:t>무료</a:t>
            </a:r>
          </a:p>
        </p:txBody>
      </p:sp>
      <p:graphicFrame>
        <p:nvGraphicFramePr>
          <p:cNvPr id="79" name="표 78">
            <a:extLst>
              <a:ext uri="{FF2B5EF4-FFF2-40B4-BE49-F238E27FC236}">
                <a16:creationId xmlns:a16="http://schemas.microsoft.com/office/drawing/2014/main" id="{6324281C-549F-47B0-B306-1A5BEB448A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216067"/>
              </p:ext>
            </p:extLst>
          </p:nvPr>
        </p:nvGraphicFramePr>
        <p:xfrm>
          <a:off x="1476367" y="14009358"/>
          <a:ext cx="7306807" cy="5486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26910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5979897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반품 사유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기타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처음 사려고 했던 상품이 상품표기 이상으로 구매를 잘 못 하였습니다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latinLnBrk="1"/>
                      <a:r>
                        <a:rPr lang="ko-KR" altLang="en-US" sz="800" dirty="0"/>
                        <a:t>그래서 반품을 신청합니다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8830366"/>
                  </a:ext>
                </a:extLst>
              </a:tr>
            </a:tbl>
          </a:graphicData>
        </a:graphic>
      </p:graphicFrame>
      <p:graphicFrame>
        <p:nvGraphicFramePr>
          <p:cNvPr id="80" name="표 79">
            <a:extLst>
              <a:ext uri="{FF2B5EF4-FFF2-40B4-BE49-F238E27FC236}">
                <a16:creationId xmlns:a16="http://schemas.microsoft.com/office/drawing/2014/main" id="{9C14865F-75D0-4569-BB9A-C5772DC859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937550"/>
              </p:ext>
            </p:extLst>
          </p:nvPr>
        </p:nvGraphicFramePr>
        <p:xfrm>
          <a:off x="1476367" y="14629997"/>
          <a:ext cx="7306807" cy="426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26910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1391478">
                  <a:extLst>
                    <a:ext uri="{9D8B030D-6E8A-4147-A177-3AD203B41FA5}">
                      <a16:colId xmlns:a16="http://schemas.microsoft.com/office/drawing/2014/main" val="46953116"/>
                    </a:ext>
                  </a:extLst>
                </a:gridCol>
                <a:gridCol w="4588419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환불 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무통장입금 환불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 vMerge="1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카드종류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포인트 환불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200 point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079262"/>
                  </a:ext>
                </a:extLst>
              </a:tr>
            </a:tbl>
          </a:graphicData>
        </a:graphic>
      </p:graphicFrame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B5E62B7D-8809-4A8B-97A3-372C20CB1FB1}"/>
              </a:ext>
            </a:extLst>
          </p:cNvPr>
          <p:cNvCxnSpPr>
            <a:cxnSpLocks/>
          </p:cNvCxnSpPr>
          <p:nvPr/>
        </p:nvCxnSpPr>
        <p:spPr>
          <a:xfrm>
            <a:off x="1479017" y="15549282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2" name="표 13">
            <a:extLst>
              <a:ext uri="{FF2B5EF4-FFF2-40B4-BE49-F238E27FC236}">
                <a16:creationId xmlns:a16="http://schemas.microsoft.com/office/drawing/2014/main" id="{BCE6E434-3B27-4E0B-9D7A-4FBD69C470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5101475"/>
              </p:ext>
            </p:extLst>
          </p:nvPr>
        </p:nvGraphicFramePr>
        <p:xfrm>
          <a:off x="1490060" y="15907171"/>
          <a:ext cx="7317158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3636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2517886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2329732">
                  <a:extLst>
                    <a:ext uri="{9D8B030D-6E8A-4147-A177-3AD203B41FA5}">
                      <a16:colId xmlns:a16="http://schemas.microsoft.com/office/drawing/2014/main" val="2417053123"/>
                    </a:ext>
                  </a:extLst>
                </a:gridCol>
                <a:gridCol w="1430793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225111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/>
                        <a:t>교환완료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900" dirty="0"/>
                    </a:p>
                    <a:p>
                      <a:pPr algn="l" latinLnBrk="1"/>
                      <a:r>
                        <a:rPr lang="ko-KR" altLang="en-US" sz="900" dirty="0"/>
                        <a:t>주문번호</a:t>
                      </a:r>
                      <a:r>
                        <a:rPr lang="en-US" altLang="ko-KR" sz="900" dirty="0"/>
                        <a:t>: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Me9-00929111</a:t>
                      </a:r>
                    </a:p>
                    <a:p>
                      <a:pPr algn="l" latinLnBrk="1"/>
                      <a:r>
                        <a:rPr lang="ko-KR" altLang="en-US" sz="900" b="1" dirty="0">
                          <a:solidFill>
                            <a:srgbClr val="FF0000"/>
                          </a:solidFill>
                        </a:rPr>
                        <a:t>  → </a:t>
                      </a:r>
                      <a:r>
                        <a:rPr lang="ko-KR" altLang="en-US" sz="900" dirty="0"/>
                        <a:t>교환 주문번호</a:t>
                      </a:r>
                      <a:r>
                        <a:rPr lang="en-US" altLang="ko-KR" sz="900" dirty="0"/>
                        <a:t>: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Me9-RE-00929111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  <a:p>
                      <a:pPr algn="r" latinLnBrk="1"/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4933101"/>
                  </a:ext>
                </a:extLst>
              </a:tr>
            </a:tbl>
          </a:graphicData>
        </a:graphic>
      </p:graphicFrame>
      <p:grpSp>
        <p:nvGrpSpPr>
          <p:cNvPr id="83" name="그룹 82">
            <a:extLst>
              <a:ext uri="{FF2B5EF4-FFF2-40B4-BE49-F238E27FC236}">
                <a16:creationId xmlns:a16="http://schemas.microsoft.com/office/drawing/2014/main" id="{84E6BFDB-6070-40A7-8A22-85C98E58859B}"/>
              </a:ext>
            </a:extLst>
          </p:cNvPr>
          <p:cNvGrpSpPr/>
          <p:nvPr/>
        </p:nvGrpSpPr>
        <p:grpSpPr>
          <a:xfrm>
            <a:off x="2428577" y="16220645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84" name="Border">
              <a:extLst>
                <a:ext uri="{FF2B5EF4-FFF2-40B4-BE49-F238E27FC236}">
                  <a16:creationId xmlns:a16="http://schemas.microsoft.com/office/drawing/2014/main" id="{2835E64B-9443-48E3-9D51-079601D3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5" name="Line 2">
              <a:extLst>
                <a:ext uri="{FF2B5EF4-FFF2-40B4-BE49-F238E27FC236}">
                  <a16:creationId xmlns:a16="http://schemas.microsoft.com/office/drawing/2014/main" id="{337ADDEF-9C11-4972-A959-ADB21868E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6" name="Line 1">
              <a:extLst>
                <a:ext uri="{FF2B5EF4-FFF2-40B4-BE49-F238E27FC236}">
                  <a16:creationId xmlns:a16="http://schemas.microsoft.com/office/drawing/2014/main" id="{7B59E794-B868-4238-BC7E-CDA38BDFA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A8829AA-1E6E-456E-AB57-784654ED85D3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748EB566-F6C2-40C7-B072-E0D64D632998}"/>
              </a:ext>
            </a:extLst>
          </p:cNvPr>
          <p:cNvSpPr/>
          <p:nvPr/>
        </p:nvSpPr>
        <p:spPr>
          <a:xfrm>
            <a:off x="3139006" y="16220645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1BC22C34-1FC1-4BA7-96CD-2FBB01DF8478}"/>
              </a:ext>
            </a:extLst>
          </p:cNvPr>
          <p:cNvSpPr txBox="1"/>
          <p:nvPr/>
        </p:nvSpPr>
        <p:spPr>
          <a:xfrm>
            <a:off x="1498453" y="15631696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교환 상품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65160A00-6CDB-48D6-AD85-F236265A5EB9}"/>
              </a:ext>
            </a:extLst>
          </p:cNvPr>
          <p:cNvSpPr txBox="1"/>
          <p:nvPr/>
        </p:nvSpPr>
        <p:spPr>
          <a:xfrm>
            <a:off x="7036298" y="16798318"/>
            <a:ext cx="184803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                        ( </a:t>
            </a:r>
            <a:r>
              <a:rPr lang="ko-KR" altLang="en-US" sz="800" dirty="0"/>
              <a:t>배송비 </a:t>
            </a:r>
            <a:r>
              <a:rPr lang="en-US" altLang="ko-KR" sz="800" dirty="0"/>
              <a:t>) </a:t>
            </a:r>
            <a:r>
              <a:rPr lang="ko-KR" altLang="en-US" sz="800" dirty="0"/>
              <a:t>무료</a:t>
            </a:r>
          </a:p>
        </p:txBody>
      </p:sp>
      <p:graphicFrame>
        <p:nvGraphicFramePr>
          <p:cNvPr id="91" name="표 90">
            <a:extLst>
              <a:ext uri="{FF2B5EF4-FFF2-40B4-BE49-F238E27FC236}">
                <a16:creationId xmlns:a16="http://schemas.microsoft.com/office/drawing/2014/main" id="{CA250688-B679-4B93-A6D4-DC5AB5101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8926614"/>
              </p:ext>
            </p:extLst>
          </p:nvPr>
        </p:nvGraphicFramePr>
        <p:xfrm>
          <a:off x="1487410" y="17080642"/>
          <a:ext cx="7306807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26910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5979897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교환 사유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다른 상품이 배송되었습니다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</a:tbl>
          </a:graphicData>
        </a:graphic>
      </p:graphicFrame>
      <p:graphicFrame>
        <p:nvGraphicFramePr>
          <p:cNvPr id="92" name="표 91">
            <a:extLst>
              <a:ext uri="{FF2B5EF4-FFF2-40B4-BE49-F238E27FC236}">
                <a16:creationId xmlns:a16="http://schemas.microsoft.com/office/drawing/2014/main" id="{4BFB8210-C419-428A-A8D7-3DD83CC792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5224422"/>
              </p:ext>
            </p:extLst>
          </p:nvPr>
        </p:nvGraphicFramePr>
        <p:xfrm>
          <a:off x="1487410" y="17339331"/>
          <a:ext cx="7306807" cy="426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26910">
                  <a:extLst>
                    <a:ext uri="{9D8B030D-6E8A-4147-A177-3AD203B41FA5}">
                      <a16:colId xmlns:a16="http://schemas.microsoft.com/office/drawing/2014/main" val="1468661165"/>
                    </a:ext>
                  </a:extLst>
                </a:gridCol>
                <a:gridCol w="1391478">
                  <a:extLst>
                    <a:ext uri="{9D8B030D-6E8A-4147-A177-3AD203B41FA5}">
                      <a16:colId xmlns:a16="http://schemas.microsoft.com/office/drawing/2014/main" val="46953116"/>
                    </a:ext>
                  </a:extLst>
                </a:gridCol>
                <a:gridCol w="4588419">
                  <a:extLst>
                    <a:ext uri="{9D8B030D-6E8A-4147-A177-3AD203B41FA5}">
                      <a16:colId xmlns:a16="http://schemas.microsoft.com/office/drawing/2014/main" val="3917594789"/>
                    </a:ext>
                  </a:extLst>
                </a:gridCol>
              </a:tblGrid>
              <a:tr h="165784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환불 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택배비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착불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2,500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016573"/>
                  </a:ext>
                </a:extLst>
              </a:tr>
              <a:tr h="165784">
                <a:tc vMerge="1"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카드종류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포인트 환불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200 point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079262"/>
                  </a:ext>
                </a:extLst>
              </a:tr>
            </a:tbl>
          </a:graphicData>
        </a:graphic>
      </p:graphicFrame>
      <p:sp>
        <p:nvSpPr>
          <p:cNvPr id="93" name="직사각형 92">
            <a:extLst>
              <a:ext uri="{FF2B5EF4-FFF2-40B4-BE49-F238E27FC236}">
                <a16:creationId xmlns:a16="http://schemas.microsoft.com/office/drawing/2014/main" id="{AEA0D8A4-5D61-497C-9F12-3A678C6111DF}"/>
              </a:ext>
            </a:extLst>
          </p:cNvPr>
          <p:cNvSpPr/>
          <p:nvPr/>
        </p:nvSpPr>
        <p:spPr>
          <a:xfrm>
            <a:off x="4676341" y="18081829"/>
            <a:ext cx="920552" cy="297955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메인으로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94" name="표 93">
            <a:extLst>
              <a:ext uri="{FF2B5EF4-FFF2-40B4-BE49-F238E27FC236}">
                <a16:creationId xmlns:a16="http://schemas.microsoft.com/office/drawing/2014/main" id="{F322D7D6-8B67-44EE-8A59-97E2CE53EA83}"/>
              </a:ext>
            </a:extLst>
          </p:cNvPr>
          <p:cNvGraphicFramePr>
            <a:graphicFrameLocks noGrp="1"/>
          </p:cNvGraphicFramePr>
          <p:nvPr/>
        </p:nvGraphicFramePr>
        <p:xfrm>
          <a:off x="10171774" y="22159"/>
          <a:ext cx="1979018" cy="397867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6240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548849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P-05-002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마이페이지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마이페이지 </a:t>
                      </a:r>
                      <a:endParaRPr lang="en-US" altLang="ko-KR" sz="800" dirty="0"/>
                    </a:p>
                    <a:p>
                      <a:pPr algn="l" latinLnBrk="1"/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회원정보수정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기본 회원가입시 등록되는 정보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회원사 명과 사업자구분만 입력하면 채널관리자로 로그인 할 수 있는 권한을 획득한다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다만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자사상품을 등록할 수 없다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8702436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 인증이 처리되면 채널관리자에서 자사상품을 등록할 수 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2562567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등급에 따라 내용이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닫혀있다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기본정보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일반회원일 경우 열림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판매회원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단계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단계 회원일 경우 열림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판매회원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단계 포함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1871921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판매회원 인증되기전 권한 정보 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41801396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판매회원 인증 후의 권한 정보 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85886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3529479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9DC98C09-94D0-4FB5-A8E3-60811896B0A6}"/>
              </a:ext>
            </a:extLst>
          </p:cNvPr>
          <p:cNvSpPr txBox="1"/>
          <p:nvPr/>
        </p:nvSpPr>
        <p:spPr>
          <a:xfrm>
            <a:off x="-32606" y="434917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9454FC2-D97D-4065-848D-B9B3A3A3DEDF}"/>
              </a:ext>
            </a:extLst>
          </p:cNvPr>
          <p:cNvSpPr txBox="1"/>
          <p:nvPr/>
        </p:nvSpPr>
        <p:spPr>
          <a:xfrm>
            <a:off x="-32606" y="2001248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0A069B6-81FD-4525-B067-700A60211494}"/>
              </a:ext>
            </a:extLst>
          </p:cNvPr>
          <p:cNvSpPr txBox="1"/>
          <p:nvPr/>
        </p:nvSpPr>
        <p:spPr>
          <a:xfrm>
            <a:off x="-32606" y="405018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9900A3E-8E6C-404C-A22C-A4314F338225}"/>
              </a:ext>
            </a:extLst>
          </p:cNvPr>
          <p:cNvSpPr txBox="1"/>
          <p:nvPr/>
        </p:nvSpPr>
        <p:spPr>
          <a:xfrm>
            <a:off x="1321804" y="62383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5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0B38B17-EC25-444D-83C0-13266386DE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1170278"/>
              </p:ext>
            </p:extLst>
          </p:nvPr>
        </p:nvGraphicFramePr>
        <p:xfrm>
          <a:off x="10171774" y="22159"/>
          <a:ext cx="1979018" cy="443587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0026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405063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P-05-001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마이페이지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대시보드 화면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1387450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메뉴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2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단계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홈페이지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홈페이지로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바로가는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8702436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서브관리 채널목록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서브관리자로 관리할 수 있는 채널목록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2562567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바로가기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자주사용하는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메뉴는 별도 관리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6745450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주문단계당 주문건수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0066990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7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회원정보 보기 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성별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연락처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채널관리자 주소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1871921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8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문의사항 리스트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1187602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9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주문목록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45855019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10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방문한 채널리스트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75538560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하단 회사정보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5339751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26D545C4-7E0C-41AA-928F-178A27DFAC6C}"/>
              </a:ext>
            </a:extLst>
          </p:cNvPr>
          <p:cNvSpPr txBox="1"/>
          <p:nvPr/>
        </p:nvSpPr>
        <p:spPr>
          <a:xfrm>
            <a:off x="2633133" y="6210824"/>
            <a:ext cx="319318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E8E2AB9-63F0-40F4-BDE2-37AE81AF83C9}"/>
              </a:ext>
            </a:extLst>
          </p:cNvPr>
          <p:cNvSpPr txBox="1"/>
          <p:nvPr/>
        </p:nvSpPr>
        <p:spPr>
          <a:xfrm>
            <a:off x="-32606" y="5201647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4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8963A63-BA7C-4312-97AD-D8B5DEB32B43}"/>
              </a:ext>
            </a:extLst>
          </p:cNvPr>
          <p:cNvSpPr txBox="1"/>
          <p:nvPr/>
        </p:nvSpPr>
        <p:spPr>
          <a:xfrm>
            <a:off x="1371073" y="45652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6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D109C51-3BF8-4210-864E-27D8DBCB04C6}"/>
              </a:ext>
            </a:extLst>
          </p:cNvPr>
          <p:cNvSpPr txBox="1"/>
          <p:nvPr/>
        </p:nvSpPr>
        <p:spPr>
          <a:xfrm>
            <a:off x="2507137" y="1824629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7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61F6B36-CE9E-462C-9CB3-49028B7FE85D}"/>
              </a:ext>
            </a:extLst>
          </p:cNvPr>
          <p:cNvSpPr txBox="1"/>
          <p:nvPr/>
        </p:nvSpPr>
        <p:spPr>
          <a:xfrm>
            <a:off x="2507137" y="421065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8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5D790B7-B593-4C9B-ADF4-08FD48DD3A0A}"/>
              </a:ext>
            </a:extLst>
          </p:cNvPr>
          <p:cNvSpPr txBox="1"/>
          <p:nvPr/>
        </p:nvSpPr>
        <p:spPr>
          <a:xfrm>
            <a:off x="5870450" y="323370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9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596994F-7907-4833-A5FA-7BD6489E8A52}"/>
              </a:ext>
            </a:extLst>
          </p:cNvPr>
          <p:cNvSpPr txBox="1"/>
          <p:nvPr/>
        </p:nvSpPr>
        <p:spPr>
          <a:xfrm>
            <a:off x="8921702" y="3231536"/>
            <a:ext cx="319318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10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662231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70EDDAD7-CC5A-4536-8174-9E22E4B2DB9A}"/>
              </a:ext>
            </a:extLst>
          </p:cNvPr>
          <p:cNvSpPr txBox="1"/>
          <p:nvPr/>
        </p:nvSpPr>
        <p:spPr>
          <a:xfrm>
            <a:off x="1451541" y="836031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ko-KR" altLang="en-US" sz="800" b="1" dirty="0"/>
              <a:t>회원정보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622F7717-663C-4109-AE98-00FB8B36A0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8539697"/>
              </p:ext>
            </p:extLst>
          </p:nvPr>
        </p:nvGraphicFramePr>
        <p:xfrm>
          <a:off x="1531934" y="1051475"/>
          <a:ext cx="7777839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13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09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49929">
                  <a:extLst>
                    <a:ext uri="{9D8B030D-6E8A-4147-A177-3AD203B41FA5}">
                      <a16:colId xmlns:a16="http://schemas.microsoft.com/office/drawing/2014/main" val="3928038812"/>
                    </a:ext>
                  </a:extLst>
                </a:gridCol>
                <a:gridCol w="2527209">
                  <a:extLst>
                    <a:ext uri="{9D8B030D-6E8A-4147-A177-3AD203B41FA5}">
                      <a16:colId xmlns:a16="http://schemas.microsoft.com/office/drawing/2014/main" val="122199672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M9-99872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가입일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2024-10-01 12:21:12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아이디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abcde1234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비밀번호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FC305CBB-BFDD-4C20-8F7C-5DAA2B2B3235}"/>
              </a:ext>
            </a:extLst>
          </p:cNvPr>
          <p:cNvSpPr/>
          <p:nvPr/>
        </p:nvSpPr>
        <p:spPr>
          <a:xfrm>
            <a:off x="6860725" y="1297178"/>
            <a:ext cx="909631" cy="140567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비밀번호변경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94AAC80-B33E-418E-9C90-64D6C404C427}"/>
              </a:ext>
            </a:extLst>
          </p:cNvPr>
          <p:cNvSpPr txBox="1"/>
          <p:nvPr/>
        </p:nvSpPr>
        <p:spPr>
          <a:xfrm>
            <a:off x="1451541" y="1724392"/>
            <a:ext cx="130837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ko-KR" altLang="en-US" sz="800" b="1" dirty="0"/>
              <a:t>기본정보  </a:t>
            </a:r>
            <a:r>
              <a:rPr lang="en-US" altLang="ko-KR" sz="800" b="1" dirty="0"/>
              <a:t>( </a:t>
            </a:r>
            <a:r>
              <a:rPr lang="ko-KR" altLang="en-US" sz="800" b="1" dirty="0"/>
              <a:t>닫침     </a:t>
            </a:r>
            <a:r>
              <a:rPr lang="en-US" altLang="ko-KR" sz="800" b="1" dirty="0"/>
              <a:t>)</a:t>
            </a:r>
            <a:endParaRPr lang="ko-KR" altLang="en-US" sz="800" b="1" dirty="0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70B2815-0F8A-40B5-BF2B-3A5608D378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9658552"/>
              </p:ext>
            </p:extLst>
          </p:nvPr>
        </p:nvGraphicFramePr>
        <p:xfrm>
          <a:off x="1531934" y="1939836"/>
          <a:ext cx="7777839" cy="134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13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09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49929">
                  <a:extLst>
                    <a:ext uri="{9D8B030D-6E8A-4147-A177-3AD203B41FA5}">
                      <a16:colId xmlns:a16="http://schemas.microsoft.com/office/drawing/2014/main" val="3928038812"/>
                    </a:ext>
                  </a:extLst>
                </a:gridCol>
                <a:gridCol w="2527209">
                  <a:extLst>
                    <a:ext uri="{9D8B030D-6E8A-4147-A177-3AD203B41FA5}">
                      <a16:colId xmlns:a16="http://schemas.microsoft.com/office/drawing/2014/main" val="122199672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성별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남성  ○ 여성 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연락처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                                                                            </a:t>
                      </a:r>
                      <a:r>
                        <a:rPr lang="en-US" altLang="ko-KR" sz="800" b="1" i="0" u="none" strike="noStrike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( 2024</a:t>
                      </a:r>
                      <a:r>
                        <a:rPr lang="ko-KR" altLang="en-US" sz="800" b="1" i="0" u="none" strike="noStrike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년 </a:t>
                      </a:r>
                      <a:r>
                        <a:rPr lang="en-US" altLang="ko-KR" sz="800" b="1" i="0" u="none" strike="noStrike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01</a:t>
                      </a:r>
                      <a:r>
                        <a:rPr lang="ko-KR" altLang="en-US" sz="800" b="1" i="0" u="none" strike="noStrike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월 </a:t>
                      </a:r>
                      <a:r>
                        <a:rPr lang="en-US" altLang="ko-KR" sz="800" b="1" i="0" u="none" strike="noStrike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01</a:t>
                      </a:r>
                      <a:r>
                        <a:rPr lang="ko-KR" altLang="en-US" sz="800" b="1" i="0" u="none" strike="noStrike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일 인증완료 </a:t>
                      </a:r>
                      <a:r>
                        <a:rPr lang="en-US" altLang="ko-KR" sz="800" b="1" i="0" u="none" strike="noStrike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)</a:t>
                      </a:r>
                      <a:endParaRPr lang="ko-KR" altLang="en-US" sz="800" b="1" i="0" u="none" strike="noStrike" dirty="0">
                        <a:solidFill>
                          <a:srgbClr val="C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생년월일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                                         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@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32034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배송지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981952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FAA4D54-08B3-48CD-8E78-68098C34A9A0}"/>
              </a:ext>
            </a:extLst>
          </p:cNvPr>
          <p:cNvSpPr/>
          <p:nvPr/>
        </p:nvSpPr>
        <p:spPr>
          <a:xfrm>
            <a:off x="2904233" y="1966569"/>
            <a:ext cx="2137858" cy="159952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아무개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이등변 삼각형 7">
            <a:extLst>
              <a:ext uri="{FF2B5EF4-FFF2-40B4-BE49-F238E27FC236}">
                <a16:creationId xmlns:a16="http://schemas.microsoft.com/office/drawing/2014/main" id="{1222EE5B-1A94-4637-B13C-149C42EF23A7}"/>
              </a:ext>
            </a:extLst>
          </p:cNvPr>
          <p:cNvSpPr/>
          <p:nvPr/>
        </p:nvSpPr>
        <p:spPr>
          <a:xfrm>
            <a:off x="2476692" y="1794621"/>
            <a:ext cx="90835" cy="74987"/>
          </a:xfrm>
          <a:prstGeom prst="triangl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51EDA643-BE2F-4AEE-BE83-56B01DC911B0}"/>
              </a:ext>
            </a:extLst>
          </p:cNvPr>
          <p:cNvGrpSpPr/>
          <p:nvPr/>
        </p:nvGrpSpPr>
        <p:grpSpPr>
          <a:xfrm>
            <a:off x="2904233" y="2126521"/>
            <a:ext cx="1789788" cy="230832"/>
            <a:chOff x="2924648" y="2579699"/>
            <a:chExt cx="1789788" cy="230832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EC820062-852C-4602-A4B1-3C5087146F60}"/>
                </a:ext>
              </a:extLst>
            </p:cNvPr>
            <p:cNvSpPr/>
            <p:nvPr/>
          </p:nvSpPr>
          <p:spPr>
            <a:xfrm>
              <a:off x="2924648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010  </a:t>
              </a:r>
              <a:r>
                <a:rPr lang="ko-KR" altLang="en-US" sz="800" dirty="0">
                  <a:solidFill>
                    <a:schemeClr val="tx1"/>
                  </a:solidFill>
                </a:rPr>
                <a:t>▼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27D756EB-D508-46E2-BA14-219455DA4CBF}"/>
                </a:ext>
              </a:extLst>
            </p:cNvPr>
            <p:cNvSpPr/>
            <p:nvPr/>
          </p:nvSpPr>
          <p:spPr>
            <a:xfrm>
              <a:off x="3542442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054D1618-C0AF-4075-966B-41E7C47A8D0C}"/>
                </a:ext>
              </a:extLst>
            </p:cNvPr>
            <p:cNvSpPr/>
            <p:nvPr/>
          </p:nvSpPr>
          <p:spPr>
            <a:xfrm>
              <a:off x="4160236" y="2633078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EABBB00-D492-476D-9635-73A4C360B9D4}"/>
                </a:ext>
              </a:extLst>
            </p:cNvPr>
            <p:cNvSpPr txBox="1"/>
            <p:nvPr/>
          </p:nvSpPr>
          <p:spPr>
            <a:xfrm>
              <a:off x="3394267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0D64E92-6BBF-4682-8124-9518E2E7E0F7}"/>
                </a:ext>
              </a:extLst>
            </p:cNvPr>
            <p:cNvSpPr txBox="1"/>
            <p:nvPr/>
          </p:nvSpPr>
          <p:spPr>
            <a:xfrm>
              <a:off x="4012061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</p:grp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C4ECE1A-60B0-4360-81B9-3D8DDB4BF508}"/>
              </a:ext>
            </a:extLst>
          </p:cNvPr>
          <p:cNvSpPr/>
          <p:nvPr/>
        </p:nvSpPr>
        <p:spPr>
          <a:xfrm>
            <a:off x="4757615" y="2182013"/>
            <a:ext cx="909631" cy="15348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본인인증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2CF7481-45AF-45B1-B87F-C44E42D7E8BC}"/>
              </a:ext>
            </a:extLst>
          </p:cNvPr>
          <p:cNvSpPr/>
          <p:nvPr/>
        </p:nvSpPr>
        <p:spPr>
          <a:xfrm>
            <a:off x="3805183" y="2634954"/>
            <a:ext cx="968906" cy="162090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bg1"/>
                </a:solidFill>
              </a:rPr>
              <a:t>우편번호찾기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BD1E5ED-74E3-480A-854F-CA21491632A9}"/>
              </a:ext>
            </a:extLst>
          </p:cNvPr>
          <p:cNvSpPr/>
          <p:nvPr/>
        </p:nvSpPr>
        <p:spPr>
          <a:xfrm>
            <a:off x="2904233" y="2641930"/>
            <a:ext cx="854065" cy="14813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우편번호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CC0EEDC-3E23-45F5-9054-3174F33F482A}"/>
              </a:ext>
            </a:extLst>
          </p:cNvPr>
          <p:cNvSpPr/>
          <p:nvPr/>
        </p:nvSpPr>
        <p:spPr>
          <a:xfrm>
            <a:off x="2904233" y="2850398"/>
            <a:ext cx="5474510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주소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47F3EC-4E8C-491E-A0E3-B4B9A3E8FB6B}"/>
              </a:ext>
            </a:extLst>
          </p:cNvPr>
          <p:cNvSpPr/>
          <p:nvPr/>
        </p:nvSpPr>
        <p:spPr>
          <a:xfrm>
            <a:off x="2904233" y="3051602"/>
            <a:ext cx="5474510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상세 주소 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AFF9624-AD84-455C-9A2D-BCB2BEFC3F6A}"/>
              </a:ext>
            </a:extLst>
          </p:cNvPr>
          <p:cNvSpPr/>
          <p:nvPr/>
        </p:nvSpPr>
        <p:spPr>
          <a:xfrm>
            <a:off x="2902524" y="2406775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abcde1234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19DA644-9B0B-4E38-B558-1B8827255FE8}"/>
              </a:ext>
            </a:extLst>
          </p:cNvPr>
          <p:cNvSpPr/>
          <p:nvPr/>
        </p:nvSpPr>
        <p:spPr>
          <a:xfrm>
            <a:off x="4613878" y="2406775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naver.com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900770DA-6DB6-4668-B8F1-03C75184F0C5}"/>
              </a:ext>
            </a:extLst>
          </p:cNvPr>
          <p:cNvSpPr/>
          <p:nvPr/>
        </p:nvSpPr>
        <p:spPr>
          <a:xfrm>
            <a:off x="6185323" y="2406775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직접입력                       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D518BAB-EDBF-4B14-A50E-18B0EEFD1BF8}"/>
              </a:ext>
            </a:extLst>
          </p:cNvPr>
          <p:cNvSpPr txBox="1"/>
          <p:nvPr/>
        </p:nvSpPr>
        <p:spPr>
          <a:xfrm>
            <a:off x="1451541" y="3520449"/>
            <a:ext cx="144783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회원사 </a:t>
            </a:r>
            <a:r>
              <a:rPr lang="ko-KR" altLang="en-US" sz="800" b="1" dirty="0"/>
              <a:t>정보  </a:t>
            </a:r>
            <a:r>
              <a:rPr lang="en-US" altLang="ko-KR" sz="800" b="1" dirty="0"/>
              <a:t>( </a:t>
            </a:r>
            <a:r>
              <a:rPr lang="ko-KR" altLang="en-US" sz="800" b="1" dirty="0"/>
              <a:t>닫침     </a:t>
            </a:r>
            <a:r>
              <a:rPr lang="en-US" altLang="ko-KR" sz="800" b="1" dirty="0"/>
              <a:t>)</a:t>
            </a:r>
            <a:endParaRPr lang="ko-KR" altLang="en-US" sz="800" b="1" dirty="0"/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43597B23-9C7A-4D94-B45A-EE2E318EF5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7018712"/>
              </p:ext>
            </p:extLst>
          </p:nvPr>
        </p:nvGraphicFramePr>
        <p:xfrm>
          <a:off x="1531934" y="3735893"/>
          <a:ext cx="7777839" cy="1981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1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251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27261">
                  <a:extLst>
                    <a:ext uri="{9D8B030D-6E8A-4147-A177-3AD203B41FA5}">
                      <a16:colId xmlns:a16="http://schemas.microsoft.com/office/drawing/2014/main" val="4123994656"/>
                    </a:ext>
                  </a:extLst>
                </a:gridCol>
                <a:gridCol w="2534167">
                  <a:extLst>
                    <a:ext uri="{9D8B030D-6E8A-4147-A177-3AD203B41FA5}">
                      <a16:colId xmlns:a16="http://schemas.microsoft.com/office/drawing/2014/main" val="114562644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회원사 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사업자구분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개인판매   ○ 개인사업자   ○ 법인사업자 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사업자등록번호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rgbClr val="C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대표연락처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58815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대표이메일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                                         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@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2034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회원사 주소지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9819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정산용 계좌번호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99545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정산용 통장사본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5865444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5AEC8AFD-4FA4-430F-A8CE-0B161DD5B337}"/>
              </a:ext>
            </a:extLst>
          </p:cNvPr>
          <p:cNvSpPr/>
          <p:nvPr/>
        </p:nvSpPr>
        <p:spPr>
          <a:xfrm>
            <a:off x="2904233" y="3762626"/>
            <a:ext cx="5474510" cy="148514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회원사 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6" name="이등변 삼각형 25">
            <a:extLst>
              <a:ext uri="{FF2B5EF4-FFF2-40B4-BE49-F238E27FC236}">
                <a16:creationId xmlns:a16="http://schemas.microsoft.com/office/drawing/2014/main" id="{6735BDBE-C458-494C-8581-623A2A8F46C9}"/>
              </a:ext>
            </a:extLst>
          </p:cNvPr>
          <p:cNvSpPr/>
          <p:nvPr/>
        </p:nvSpPr>
        <p:spPr>
          <a:xfrm>
            <a:off x="2620097" y="3590678"/>
            <a:ext cx="90835" cy="74987"/>
          </a:xfrm>
          <a:prstGeom prst="triangl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659200C-92AE-4E71-9AB3-35B064990CEF}"/>
              </a:ext>
            </a:extLst>
          </p:cNvPr>
          <p:cNvSpPr/>
          <p:nvPr/>
        </p:nvSpPr>
        <p:spPr>
          <a:xfrm>
            <a:off x="3805183" y="4651583"/>
            <a:ext cx="968906" cy="162090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bg1"/>
                </a:solidFill>
              </a:rPr>
              <a:t>우편번호찾기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2D66B06-6668-4A34-8A0F-839BE00D40D3}"/>
              </a:ext>
            </a:extLst>
          </p:cNvPr>
          <p:cNvSpPr/>
          <p:nvPr/>
        </p:nvSpPr>
        <p:spPr>
          <a:xfrm>
            <a:off x="2904233" y="4658559"/>
            <a:ext cx="854065" cy="14813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우편번호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C5229AB-6021-4BD7-9664-5C38CA0F2B59}"/>
              </a:ext>
            </a:extLst>
          </p:cNvPr>
          <p:cNvSpPr/>
          <p:nvPr/>
        </p:nvSpPr>
        <p:spPr>
          <a:xfrm>
            <a:off x="2904233" y="4867027"/>
            <a:ext cx="5474510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주소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02FFD0F-27DD-48BD-9BA4-6E1EE9AE8DF9}"/>
              </a:ext>
            </a:extLst>
          </p:cNvPr>
          <p:cNvSpPr/>
          <p:nvPr/>
        </p:nvSpPr>
        <p:spPr>
          <a:xfrm>
            <a:off x="2904233" y="5068231"/>
            <a:ext cx="5474510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상세 주소 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DF298682-EEA1-4084-81ED-174B600CC581}"/>
              </a:ext>
            </a:extLst>
          </p:cNvPr>
          <p:cNvSpPr/>
          <p:nvPr/>
        </p:nvSpPr>
        <p:spPr>
          <a:xfrm>
            <a:off x="2902524" y="4407146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B1189C7A-47A6-494E-B1EB-B63A94B5E287}"/>
              </a:ext>
            </a:extLst>
          </p:cNvPr>
          <p:cNvSpPr/>
          <p:nvPr/>
        </p:nvSpPr>
        <p:spPr>
          <a:xfrm>
            <a:off x="4613878" y="4407146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37B1D29-3217-4183-8ABA-AA505B25BAAF}"/>
              </a:ext>
            </a:extLst>
          </p:cNvPr>
          <p:cNvSpPr/>
          <p:nvPr/>
        </p:nvSpPr>
        <p:spPr>
          <a:xfrm>
            <a:off x="6185323" y="4407146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직접입력                       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95B7ACFF-4BB6-4964-AE92-C3B44B2D6E85}"/>
              </a:ext>
            </a:extLst>
          </p:cNvPr>
          <p:cNvGrpSpPr/>
          <p:nvPr/>
        </p:nvGrpSpPr>
        <p:grpSpPr>
          <a:xfrm>
            <a:off x="6852012" y="3920529"/>
            <a:ext cx="1426444" cy="230832"/>
            <a:chOff x="308616" y="753079"/>
            <a:chExt cx="1426444" cy="230832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E2361BC1-CBBA-4ECB-B81E-263320C4E647}"/>
                </a:ext>
              </a:extLst>
            </p:cNvPr>
            <p:cNvSpPr/>
            <p:nvPr/>
          </p:nvSpPr>
          <p:spPr>
            <a:xfrm>
              <a:off x="308616" y="808571"/>
              <a:ext cx="393733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010  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5AA91524-5AA3-405A-90C8-82C34DA23DAB}"/>
                </a:ext>
              </a:extLst>
            </p:cNvPr>
            <p:cNvSpPr/>
            <p:nvPr/>
          </p:nvSpPr>
          <p:spPr>
            <a:xfrm>
              <a:off x="787127" y="808571"/>
              <a:ext cx="321444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</a:t>
              </a: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04F29357-B928-4990-9D20-B477540C059E}"/>
                </a:ext>
              </a:extLst>
            </p:cNvPr>
            <p:cNvSpPr/>
            <p:nvPr/>
          </p:nvSpPr>
          <p:spPr>
            <a:xfrm>
              <a:off x="1180860" y="806458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00000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DC9BD5C-24B5-41DF-883F-DF1622AD5029}"/>
                </a:ext>
              </a:extLst>
            </p:cNvPr>
            <p:cNvSpPr txBox="1"/>
            <p:nvPr/>
          </p:nvSpPr>
          <p:spPr>
            <a:xfrm>
              <a:off x="638952" y="75307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EDED95CE-BA01-488E-A49A-40924E41E7CE}"/>
                </a:ext>
              </a:extLst>
            </p:cNvPr>
            <p:cNvSpPr txBox="1"/>
            <p:nvPr/>
          </p:nvSpPr>
          <p:spPr>
            <a:xfrm>
              <a:off x="1032685" y="75307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DD2B341B-5396-441D-9FFB-AF4646E53BA7}"/>
              </a:ext>
            </a:extLst>
          </p:cNvPr>
          <p:cNvGrpSpPr/>
          <p:nvPr/>
        </p:nvGrpSpPr>
        <p:grpSpPr>
          <a:xfrm>
            <a:off x="2907294" y="4122960"/>
            <a:ext cx="1789788" cy="230832"/>
            <a:chOff x="2924648" y="2579699"/>
            <a:chExt cx="1789788" cy="230832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72AB5813-65C7-43CA-B398-EBCD1B6E192A}"/>
                </a:ext>
              </a:extLst>
            </p:cNvPr>
            <p:cNvSpPr/>
            <p:nvPr/>
          </p:nvSpPr>
          <p:spPr>
            <a:xfrm>
              <a:off x="2924648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010  </a:t>
              </a:r>
              <a:r>
                <a:rPr lang="ko-KR" altLang="en-US" sz="800" dirty="0">
                  <a:solidFill>
                    <a:schemeClr val="tx1"/>
                  </a:solidFill>
                </a:rPr>
                <a:t>▼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83E9BEA4-0387-478A-AD15-6C073272ED3B}"/>
                </a:ext>
              </a:extLst>
            </p:cNvPr>
            <p:cNvSpPr/>
            <p:nvPr/>
          </p:nvSpPr>
          <p:spPr>
            <a:xfrm>
              <a:off x="3542442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DD125CA4-0321-4812-AE1C-1E3C6E16B7BF}"/>
                </a:ext>
              </a:extLst>
            </p:cNvPr>
            <p:cNvSpPr/>
            <p:nvPr/>
          </p:nvSpPr>
          <p:spPr>
            <a:xfrm>
              <a:off x="4160236" y="2633078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25C01B58-0E75-4936-830E-F64392E660DC}"/>
                </a:ext>
              </a:extLst>
            </p:cNvPr>
            <p:cNvSpPr txBox="1"/>
            <p:nvPr/>
          </p:nvSpPr>
          <p:spPr>
            <a:xfrm>
              <a:off x="3394267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DD778F61-B6FB-4146-A741-CAE282F045CE}"/>
                </a:ext>
              </a:extLst>
            </p:cNvPr>
            <p:cNvSpPr txBox="1"/>
            <p:nvPr/>
          </p:nvSpPr>
          <p:spPr>
            <a:xfrm>
              <a:off x="4012061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5881770A-4F0F-4B1C-A588-1A9AA28AB617}"/>
              </a:ext>
            </a:extLst>
          </p:cNvPr>
          <p:cNvSpPr txBox="1"/>
          <p:nvPr/>
        </p:nvSpPr>
        <p:spPr>
          <a:xfrm>
            <a:off x="1451541" y="5983487"/>
            <a:ext cx="602280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회원사 판매권한 </a:t>
            </a:r>
            <a:r>
              <a:rPr lang="ko-KR" altLang="en-US" sz="800" b="1" dirty="0"/>
              <a:t>정보 </a:t>
            </a:r>
            <a:r>
              <a:rPr lang="en-US" altLang="ko-KR" sz="800" dirty="0">
                <a:solidFill>
                  <a:srgbClr val="FF0000"/>
                </a:solidFill>
              </a:rPr>
              <a:t>( M9</a:t>
            </a:r>
            <a:r>
              <a:rPr lang="ko-KR" altLang="en-US" sz="800" dirty="0">
                <a:solidFill>
                  <a:srgbClr val="FF0000"/>
                </a:solidFill>
              </a:rPr>
              <a:t> </a:t>
            </a:r>
            <a:r>
              <a:rPr lang="en-US" altLang="ko-KR" sz="800" dirty="0">
                <a:solidFill>
                  <a:srgbClr val="FF0000"/>
                </a:solidFill>
              </a:rPr>
              <a:t>Market </a:t>
            </a:r>
            <a:r>
              <a:rPr lang="ko-KR" altLang="en-US" sz="800" dirty="0">
                <a:solidFill>
                  <a:srgbClr val="FF0000"/>
                </a:solidFill>
              </a:rPr>
              <a:t>의 </a:t>
            </a:r>
            <a:r>
              <a:rPr lang="en-US" altLang="ko-KR" sz="800" dirty="0">
                <a:solidFill>
                  <a:srgbClr val="FF0000"/>
                </a:solidFill>
              </a:rPr>
              <a:t>Shop </a:t>
            </a:r>
            <a:r>
              <a:rPr lang="ko-KR" altLang="en-US" sz="800" dirty="0">
                <a:solidFill>
                  <a:srgbClr val="FF0000"/>
                </a:solidFill>
              </a:rPr>
              <a:t>채널에서 공유 및 공동구매 상품을 판매하기 위해서는 판매인증이 필요합니다</a:t>
            </a:r>
            <a:r>
              <a:rPr lang="en-US" altLang="ko-KR" sz="800" dirty="0">
                <a:solidFill>
                  <a:srgbClr val="FF0000"/>
                </a:solidFill>
              </a:rPr>
              <a:t>. )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graphicFrame>
        <p:nvGraphicFramePr>
          <p:cNvPr id="47" name="표 46">
            <a:extLst>
              <a:ext uri="{FF2B5EF4-FFF2-40B4-BE49-F238E27FC236}">
                <a16:creationId xmlns:a16="http://schemas.microsoft.com/office/drawing/2014/main" id="{4B5349A1-4706-4DE7-9568-49E66DDC54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6607490"/>
              </p:ext>
            </p:extLst>
          </p:nvPr>
        </p:nvGraphicFramePr>
        <p:xfrm>
          <a:off x="1531934" y="6198931"/>
          <a:ext cx="7777838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944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644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18915">
                  <a:extLst>
                    <a:ext uri="{9D8B030D-6E8A-4147-A177-3AD203B41FA5}">
                      <a16:colId xmlns:a16="http://schemas.microsoft.com/office/drawing/2014/main" val="238911611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판매인증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 err="1">
                          <a:solidFill>
                            <a:srgbClr val="FF0000"/>
                          </a:solidFill>
                          <a:effectLst/>
                          <a:latin typeface="+mn-lt"/>
                        </a:rPr>
                        <a:t>미인증</a:t>
                      </a:r>
                      <a:endParaRPr lang="ko-KR" altLang="en-US" sz="800" b="1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사업자등록증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사업자 명의 계좌번호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정산용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8815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사업자 명의 통장사본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2034566"/>
                  </a:ext>
                </a:extLst>
              </a:tr>
            </a:tbl>
          </a:graphicData>
        </a:graphic>
      </p:graphicFrame>
      <p:sp>
        <p:nvSpPr>
          <p:cNvPr id="48" name="직사각형 47">
            <a:extLst>
              <a:ext uri="{FF2B5EF4-FFF2-40B4-BE49-F238E27FC236}">
                <a16:creationId xmlns:a16="http://schemas.microsoft.com/office/drawing/2014/main" id="{877B7F17-CF0E-4A53-8F0E-4BE65DCE79AE}"/>
              </a:ext>
            </a:extLst>
          </p:cNvPr>
          <p:cNvSpPr/>
          <p:nvPr/>
        </p:nvSpPr>
        <p:spPr>
          <a:xfrm>
            <a:off x="5220311" y="6441792"/>
            <a:ext cx="968906" cy="162090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찾아보기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C2573F87-FA37-4562-853B-11C25EC6F1BE}"/>
              </a:ext>
            </a:extLst>
          </p:cNvPr>
          <p:cNvSpPr/>
          <p:nvPr/>
        </p:nvSpPr>
        <p:spPr>
          <a:xfrm>
            <a:off x="3225257" y="6652516"/>
            <a:ext cx="968906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은행선택  ▼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597BF0D-F552-4CFC-B872-5DB032D4CA61}"/>
              </a:ext>
            </a:extLst>
          </p:cNvPr>
          <p:cNvSpPr/>
          <p:nvPr/>
        </p:nvSpPr>
        <p:spPr>
          <a:xfrm>
            <a:off x="4239409" y="6652516"/>
            <a:ext cx="1949807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계좌번호 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(‘-’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없이 숫자만 입력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)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060279C-24D7-4396-B7E6-6260884B7D74}"/>
              </a:ext>
            </a:extLst>
          </p:cNvPr>
          <p:cNvSpPr/>
          <p:nvPr/>
        </p:nvSpPr>
        <p:spPr>
          <a:xfrm>
            <a:off x="6225373" y="6652516"/>
            <a:ext cx="1188246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예금주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B1AF605C-B54D-402E-AB59-45CCCA5E526F}"/>
              </a:ext>
            </a:extLst>
          </p:cNvPr>
          <p:cNvSpPr/>
          <p:nvPr/>
        </p:nvSpPr>
        <p:spPr>
          <a:xfrm>
            <a:off x="5220311" y="6874424"/>
            <a:ext cx="968906" cy="162090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찾아보기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DEACF89-4D5C-4A8D-8A97-9DEB939FE45D}"/>
              </a:ext>
            </a:extLst>
          </p:cNvPr>
          <p:cNvSpPr/>
          <p:nvPr/>
        </p:nvSpPr>
        <p:spPr>
          <a:xfrm>
            <a:off x="3233569" y="6874424"/>
            <a:ext cx="1949807" cy="15705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입력한 계좌번호와 동일한 통장첨부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41185650-D5E5-4B99-86AE-9B6E81FBDC1E}"/>
              </a:ext>
            </a:extLst>
          </p:cNvPr>
          <p:cNvSpPr/>
          <p:nvPr/>
        </p:nvSpPr>
        <p:spPr>
          <a:xfrm>
            <a:off x="3233569" y="6441792"/>
            <a:ext cx="1949807" cy="14813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입력한 계좌번호와 동일한 통장첨부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301A5E70-9A78-4F0B-984C-5D779CF3C0B7}"/>
              </a:ext>
            </a:extLst>
          </p:cNvPr>
          <p:cNvSpPr/>
          <p:nvPr/>
        </p:nvSpPr>
        <p:spPr>
          <a:xfrm>
            <a:off x="4626289" y="10328709"/>
            <a:ext cx="1499126" cy="315737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</a:rPr>
              <a:t>정보 수정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9FECBA6A-576F-4815-B5E1-0964E1825C37}"/>
              </a:ext>
            </a:extLst>
          </p:cNvPr>
          <p:cNvSpPr txBox="1"/>
          <p:nvPr/>
        </p:nvSpPr>
        <p:spPr>
          <a:xfrm>
            <a:off x="2587705" y="1585109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4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59" name="왼쪽 대괄호 58">
            <a:extLst>
              <a:ext uri="{FF2B5EF4-FFF2-40B4-BE49-F238E27FC236}">
                <a16:creationId xmlns:a16="http://schemas.microsoft.com/office/drawing/2014/main" id="{46D82BBF-D8C3-4F27-A0A2-0F68B550EF31}"/>
              </a:ext>
            </a:extLst>
          </p:cNvPr>
          <p:cNvSpPr/>
          <p:nvPr/>
        </p:nvSpPr>
        <p:spPr>
          <a:xfrm rot="10800000">
            <a:off x="9517993" y="998979"/>
            <a:ext cx="251992" cy="2229481"/>
          </a:xfrm>
          <a:prstGeom prst="leftBracket">
            <a:avLst/>
          </a:prstGeom>
          <a:ln w="1270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7A6A8171-B9B7-44C9-81B9-A8FE06C18F83}"/>
              </a:ext>
            </a:extLst>
          </p:cNvPr>
          <p:cNvSpPr txBox="1"/>
          <p:nvPr/>
        </p:nvSpPr>
        <p:spPr>
          <a:xfrm>
            <a:off x="9654830" y="1932609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61" name="왼쪽 대괄호 60">
            <a:extLst>
              <a:ext uri="{FF2B5EF4-FFF2-40B4-BE49-F238E27FC236}">
                <a16:creationId xmlns:a16="http://schemas.microsoft.com/office/drawing/2014/main" id="{DDDFD8D2-ED53-4A6D-8C44-0E0E884E22F4}"/>
              </a:ext>
            </a:extLst>
          </p:cNvPr>
          <p:cNvSpPr/>
          <p:nvPr/>
        </p:nvSpPr>
        <p:spPr>
          <a:xfrm rot="10800000">
            <a:off x="9482148" y="3674931"/>
            <a:ext cx="251992" cy="2042162"/>
          </a:xfrm>
          <a:prstGeom prst="leftBracket">
            <a:avLst/>
          </a:prstGeom>
          <a:ln w="1270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B0055B98-CA62-49C6-8125-901B0278E747}"/>
              </a:ext>
            </a:extLst>
          </p:cNvPr>
          <p:cNvSpPr txBox="1"/>
          <p:nvPr/>
        </p:nvSpPr>
        <p:spPr>
          <a:xfrm>
            <a:off x="9654522" y="457789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63" name="왼쪽 대괄호 62">
            <a:extLst>
              <a:ext uri="{FF2B5EF4-FFF2-40B4-BE49-F238E27FC236}">
                <a16:creationId xmlns:a16="http://schemas.microsoft.com/office/drawing/2014/main" id="{45D754BD-0B63-4018-A387-022CF0234946}"/>
              </a:ext>
            </a:extLst>
          </p:cNvPr>
          <p:cNvSpPr/>
          <p:nvPr/>
        </p:nvSpPr>
        <p:spPr>
          <a:xfrm rot="10800000">
            <a:off x="9482148" y="6146435"/>
            <a:ext cx="251992" cy="853440"/>
          </a:xfrm>
          <a:prstGeom prst="leftBracket">
            <a:avLst/>
          </a:prstGeom>
          <a:ln w="1270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05B88100-9997-4FF1-97A7-FA0DC5C6E6C3}"/>
              </a:ext>
            </a:extLst>
          </p:cNvPr>
          <p:cNvSpPr txBox="1"/>
          <p:nvPr/>
        </p:nvSpPr>
        <p:spPr>
          <a:xfrm>
            <a:off x="9654522" y="6435970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C7023361-11D4-40FA-A861-1AB989F9B303}"/>
              </a:ext>
            </a:extLst>
          </p:cNvPr>
          <p:cNvSpPr/>
          <p:nvPr/>
        </p:nvSpPr>
        <p:spPr>
          <a:xfrm>
            <a:off x="1528826" y="11266481"/>
            <a:ext cx="8456022" cy="5302458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BC66FC1D-82C5-44E1-9D3C-E39DF05FD574}"/>
              </a:ext>
            </a:extLst>
          </p:cNvPr>
          <p:cNvSpPr txBox="1"/>
          <p:nvPr/>
        </p:nvSpPr>
        <p:spPr>
          <a:xfrm>
            <a:off x="1812632" y="11720075"/>
            <a:ext cx="531748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회원사 판매권한 </a:t>
            </a:r>
            <a:r>
              <a:rPr lang="ko-KR" altLang="en-US" sz="800" b="1" dirty="0"/>
              <a:t>정보 </a:t>
            </a:r>
            <a:r>
              <a:rPr lang="en-US" altLang="ko-KR" sz="800" dirty="0">
                <a:solidFill>
                  <a:srgbClr val="FF0000"/>
                </a:solidFill>
              </a:rPr>
              <a:t>( M9</a:t>
            </a:r>
            <a:r>
              <a:rPr lang="ko-KR" altLang="en-US" sz="800" dirty="0">
                <a:solidFill>
                  <a:srgbClr val="FF0000"/>
                </a:solidFill>
              </a:rPr>
              <a:t> </a:t>
            </a:r>
            <a:r>
              <a:rPr lang="en-US" altLang="ko-KR" sz="800" dirty="0">
                <a:solidFill>
                  <a:srgbClr val="FF0000"/>
                </a:solidFill>
              </a:rPr>
              <a:t>Market </a:t>
            </a:r>
            <a:r>
              <a:rPr lang="ko-KR" altLang="en-US" sz="800" dirty="0">
                <a:solidFill>
                  <a:srgbClr val="FF0000"/>
                </a:solidFill>
              </a:rPr>
              <a:t>의 </a:t>
            </a:r>
            <a:r>
              <a:rPr lang="en-US" altLang="ko-KR" sz="800" dirty="0">
                <a:solidFill>
                  <a:srgbClr val="FF0000"/>
                </a:solidFill>
              </a:rPr>
              <a:t>Shop </a:t>
            </a:r>
            <a:r>
              <a:rPr lang="ko-KR" altLang="en-US" sz="800" dirty="0">
                <a:solidFill>
                  <a:srgbClr val="FF0000"/>
                </a:solidFill>
              </a:rPr>
              <a:t>채널에서 자사물건을 판매하기 위해서는 판매인증이 필요합니다</a:t>
            </a:r>
            <a:r>
              <a:rPr lang="en-US" altLang="ko-KR" sz="800" dirty="0">
                <a:solidFill>
                  <a:srgbClr val="FF0000"/>
                </a:solidFill>
              </a:rPr>
              <a:t>. )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graphicFrame>
        <p:nvGraphicFramePr>
          <p:cNvPr id="67" name="표 66">
            <a:extLst>
              <a:ext uri="{FF2B5EF4-FFF2-40B4-BE49-F238E27FC236}">
                <a16:creationId xmlns:a16="http://schemas.microsoft.com/office/drawing/2014/main" id="{486B036A-424B-411A-B42B-8F3D07B815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9810585"/>
              </p:ext>
            </p:extLst>
          </p:nvPr>
        </p:nvGraphicFramePr>
        <p:xfrm>
          <a:off x="1893025" y="11935519"/>
          <a:ext cx="7777840" cy="1950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78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515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8463">
                  <a:extLst>
                    <a:ext uri="{9D8B030D-6E8A-4147-A177-3AD203B41FA5}">
                      <a16:colId xmlns:a16="http://schemas.microsoft.com/office/drawing/2014/main" val="142027152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판매인증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lt"/>
                        </a:rPr>
                        <a:t>인증대기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사업자등록증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사업자 명의 계좌번호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정산용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8815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사업자 명의 통장사본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2034566"/>
                  </a:ext>
                </a:extLst>
              </a:tr>
            </a:tbl>
          </a:graphicData>
        </a:graphic>
      </p:graphicFrame>
      <p:sp>
        <p:nvSpPr>
          <p:cNvPr id="68" name="직사각형 67">
            <a:extLst>
              <a:ext uri="{FF2B5EF4-FFF2-40B4-BE49-F238E27FC236}">
                <a16:creationId xmlns:a16="http://schemas.microsoft.com/office/drawing/2014/main" id="{695637A4-5FF9-4E36-BCF7-CB7F33291E18}"/>
              </a:ext>
            </a:extLst>
          </p:cNvPr>
          <p:cNvSpPr/>
          <p:nvPr/>
        </p:nvSpPr>
        <p:spPr>
          <a:xfrm>
            <a:off x="5555269" y="12657362"/>
            <a:ext cx="968906" cy="162090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찾아보기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B46A1DF-7F02-4C58-8B0C-20C754944FF4}"/>
              </a:ext>
            </a:extLst>
          </p:cNvPr>
          <p:cNvSpPr/>
          <p:nvPr/>
        </p:nvSpPr>
        <p:spPr>
          <a:xfrm>
            <a:off x="3560215" y="12885504"/>
            <a:ext cx="968906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은행선택  ▼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F988BE6E-3F4B-491C-A9A1-212BAC1D0520}"/>
              </a:ext>
            </a:extLst>
          </p:cNvPr>
          <p:cNvSpPr/>
          <p:nvPr/>
        </p:nvSpPr>
        <p:spPr>
          <a:xfrm>
            <a:off x="4574367" y="12885504"/>
            <a:ext cx="1949807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계좌번호 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(‘-’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없이 숫자만 입력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)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89DDA7C9-D6C9-4FC0-8F59-433B3BFCA50E}"/>
              </a:ext>
            </a:extLst>
          </p:cNvPr>
          <p:cNvSpPr/>
          <p:nvPr/>
        </p:nvSpPr>
        <p:spPr>
          <a:xfrm>
            <a:off x="6560331" y="12885504"/>
            <a:ext cx="1188246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예금주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5421C223-E1F6-493A-9723-2485D2D1C915}"/>
              </a:ext>
            </a:extLst>
          </p:cNvPr>
          <p:cNvSpPr/>
          <p:nvPr/>
        </p:nvSpPr>
        <p:spPr>
          <a:xfrm>
            <a:off x="5555269" y="13656053"/>
            <a:ext cx="968906" cy="162090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찾아보기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5297A37E-E42C-4DC6-AEE5-CF9A79B84B47}"/>
              </a:ext>
            </a:extLst>
          </p:cNvPr>
          <p:cNvSpPr/>
          <p:nvPr/>
        </p:nvSpPr>
        <p:spPr>
          <a:xfrm>
            <a:off x="3568527" y="13656053"/>
            <a:ext cx="1949807" cy="15705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입력한 계좌번호와 동일한 통장첨부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2D0941C9-64BF-4507-B80A-C1AD68E9876D}"/>
              </a:ext>
            </a:extLst>
          </p:cNvPr>
          <p:cNvSpPr/>
          <p:nvPr/>
        </p:nvSpPr>
        <p:spPr>
          <a:xfrm>
            <a:off x="3568527" y="12657362"/>
            <a:ext cx="1949807" cy="14813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입력한 계좌번호와 동일한 통장첨부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A2AE545-B21B-428A-B1BC-8A485D03A3CC}"/>
              </a:ext>
            </a:extLst>
          </p:cNvPr>
          <p:cNvSpPr/>
          <p:nvPr/>
        </p:nvSpPr>
        <p:spPr>
          <a:xfrm>
            <a:off x="8649793" y="6347981"/>
            <a:ext cx="505097" cy="547721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</a:rPr>
              <a:t>인증</a:t>
            </a:r>
            <a:endParaRPr lang="en-US" altLang="ko-KR" sz="900" dirty="0">
              <a:solidFill>
                <a:schemeClr val="bg1"/>
              </a:solidFill>
            </a:endParaRPr>
          </a:p>
          <a:p>
            <a:pPr algn="ctr"/>
            <a:r>
              <a:rPr lang="ko-KR" altLang="en-US" sz="900" dirty="0">
                <a:solidFill>
                  <a:schemeClr val="bg1"/>
                </a:solidFill>
              </a:rPr>
              <a:t>요청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CDF9F1D2-97AD-46F5-A5D0-C5A05CC5B44E}"/>
              </a:ext>
            </a:extLst>
          </p:cNvPr>
          <p:cNvSpPr txBox="1"/>
          <p:nvPr/>
        </p:nvSpPr>
        <p:spPr>
          <a:xfrm>
            <a:off x="1812632" y="14578615"/>
            <a:ext cx="531748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회원사 판매권한 </a:t>
            </a:r>
            <a:r>
              <a:rPr lang="ko-KR" altLang="en-US" sz="800" b="1" dirty="0"/>
              <a:t>정보 </a:t>
            </a:r>
            <a:r>
              <a:rPr lang="en-US" altLang="ko-KR" sz="800" dirty="0">
                <a:solidFill>
                  <a:srgbClr val="FF0000"/>
                </a:solidFill>
              </a:rPr>
              <a:t>( M9</a:t>
            </a:r>
            <a:r>
              <a:rPr lang="ko-KR" altLang="en-US" sz="800" dirty="0">
                <a:solidFill>
                  <a:srgbClr val="FF0000"/>
                </a:solidFill>
              </a:rPr>
              <a:t> </a:t>
            </a:r>
            <a:r>
              <a:rPr lang="en-US" altLang="ko-KR" sz="800" dirty="0">
                <a:solidFill>
                  <a:srgbClr val="FF0000"/>
                </a:solidFill>
              </a:rPr>
              <a:t>Market </a:t>
            </a:r>
            <a:r>
              <a:rPr lang="ko-KR" altLang="en-US" sz="800" dirty="0">
                <a:solidFill>
                  <a:srgbClr val="FF0000"/>
                </a:solidFill>
              </a:rPr>
              <a:t>의 </a:t>
            </a:r>
            <a:r>
              <a:rPr lang="en-US" altLang="ko-KR" sz="800" dirty="0">
                <a:solidFill>
                  <a:srgbClr val="FF0000"/>
                </a:solidFill>
              </a:rPr>
              <a:t>Shop </a:t>
            </a:r>
            <a:r>
              <a:rPr lang="ko-KR" altLang="en-US" sz="800" dirty="0">
                <a:solidFill>
                  <a:srgbClr val="FF0000"/>
                </a:solidFill>
              </a:rPr>
              <a:t>채널에서 자사물건을 판매하기 위해서는 판매인증이 필요합니다</a:t>
            </a:r>
            <a:r>
              <a:rPr lang="en-US" altLang="ko-KR" sz="800" dirty="0">
                <a:solidFill>
                  <a:srgbClr val="FF0000"/>
                </a:solidFill>
              </a:rPr>
              <a:t>. )</a:t>
            </a:r>
            <a:endParaRPr lang="ko-KR" altLang="en-US" sz="800" dirty="0">
              <a:solidFill>
                <a:srgbClr val="FF0000"/>
              </a:solidFill>
            </a:endParaRPr>
          </a:p>
        </p:txBody>
      </p:sp>
      <p:graphicFrame>
        <p:nvGraphicFramePr>
          <p:cNvPr id="78" name="표 77">
            <a:extLst>
              <a:ext uri="{FF2B5EF4-FFF2-40B4-BE49-F238E27FC236}">
                <a16:creationId xmlns:a16="http://schemas.microsoft.com/office/drawing/2014/main" id="{469EE014-BB12-4BFF-AE3B-F7963F40A6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2953863"/>
              </p:ext>
            </p:extLst>
          </p:nvPr>
        </p:nvGraphicFramePr>
        <p:xfrm>
          <a:off x="1893025" y="14789892"/>
          <a:ext cx="777783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03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739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판매인증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인증완료  </a:t>
                      </a:r>
                      <a:r>
                        <a:rPr lang="en-US" altLang="ko-KR" sz="800" b="1" i="0" u="none" strike="noStrike" dirty="0"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( </a:t>
                      </a:r>
                      <a:r>
                        <a:rPr lang="ko-KR" altLang="en-US" sz="800" b="1" i="0" u="none" strike="noStrike" dirty="0"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인증완료일 </a:t>
                      </a:r>
                      <a:r>
                        <a:rPr lang="en-US" altLang="ko-KR" sz="800" b="1" i="0" u="none" strike="noStrike" dirty="0">
                          <a:solidFill>
                            <a:schemeClr val="accent5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: 2024-01-01 )</a:t>
                      </a:r>
                      <a:endParaRPr lang="ko-KR" altLang="en-US" sz="800" b="1" i="0" u="none" strike="noStrike" dirty="0">
                        <a:solidFill>
                          <a:schemeClr val="accent5">
                            <a:lumMod val="75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사업자등록증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                사업자등록번호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/ 000-01-00000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사업자 명의 계좌번호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정산용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국민은행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/ 000000000-02-000000 / </a:t>
                      </a:r>
                      <a:r>
                        <a:rPr lang="ko-KR" altLang="en-US" sz="8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통장주</a:t>
                      </a:r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/ 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8815553"/>
                  </a:ext>
                </a:extLst>
              </a:tr>
            </a:tbl>
          </a:graphicData>
        </a:graphic>
      </p:graphicFrame>
      <p:sp>
        <p:nvSpPr>
          <p:cNvPr id="86" name="직사각형 85">
            <a:extLst>
              <a:ext uri="{FF2B5EF4-FFF2-40B4-BE49-F238E27FC236}">
                <a16:creationId xmlns:a16="http://schemas.microsoft.com/office/drawing/2014/main" id="{9FEF9307-17A9-4664-BAC9-8120CC03810B}"/>
              </a:ext>
            </a:extLst>
          </p:cNvPr>
          <p:cNvSpPr/>
          <p:nvPr/>
        </p:nvSpPr>
        <p:spPr>
          <a:xfrm>
            <a:off x="9017857" y="12637018"/>
            <a:ext cx="579807" cy="547721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 err="1">
                <a:solidFill>
                  <a:schemeClr val="bg1"/>
                </a:solidFill>
              </a:rPr>
              <a:t>재인증</a:t>
            </a:r>
            <a:endParaRPr lang="en-US" altLang="ko-KR" sz="900" dirty="0">
              <a:solidFill>
                <a:schemeClr val="bg1"/>
              </a:solidFill>
            </a:endParaRPr>
          </a:p>
          <a:p>
            <a:pPr algn="ctr"/>
            <a:r>
              <a:rPr lang="ko-KR" altLang="en-US" sz="900" dirty="0">
                <a:solidFill>
                  <a:schemeClr val="bg1"/>
                </a:solidFill>
              </a:rPr>
              <a:t>요청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26444E94-3604-4C76-B20F-F60749D7D4EB}"/>
              </a:ext>
            </a:extLst>
          </p:cNvPr>
          <p:cNvSpPr/>
          <p:nvPr/>
        </p:nvSpPr>
        <p:spPr>
          <a:xfrm>
            <a:off x="5856951" y="15609565"/>
            <a:ext cx="1567792" cy="147742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통장사본 </a:t>
            </a:r>
            <a:r>
              <a:rPr lang="ko-KR" altLang="en-US" sz="800" dirty="0" err="1">
                <a:solidFill>
                  <a:schemeClr val="bg1"/>
                </a:solidFill>
              </a:rPr>
              <a:t>내려받기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88" name="Large Icons">
            <a:extLst>
              <a:ext uri="{FF2B5EF4-FFF2-40B4-BE49-F238E27FC236}">
                <a16:creationId xmlns:a16="http://schemas.microsoft.com/office/drawing/2014/main" id="{06BFD3E6-9125-4286-9226-381451A1E2B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77236" y="15080412"/>
            <a:ext cx="505351" cy="430711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" name="Large Icons">
            <a:extLst>
              <a:ext uri="{FF2B5EF4-FFF2-40B4-BE49-F238E27FC236}">
                <a16:creationId xmlns:a16="http://schemas.microsoft.com/office/drawing/2014/main" id="{581CB69C-1EF7-4D18-90AD-D2832DBCB96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60215" y="12183645"/>
            <a:ext cx="505351" cy="430711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0" name="Large Icons">
            <a:extLst>
              <a:ext uri="{FF2B5EF4-FFF2-40B4-BE49-F238E27FC236}">
                <a16:creationId xmlns:a16="http://schemas.microsoft.com/office/drawing/2014/main" id="{B5197FEE-5663-43BA-A6DC-E765FA05596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63335" y="13160899"/>
            <a:ext cx="505351" cy="430711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17A7E575-0C82-4862-A24A-04B76933BACE}"/>
              </a:ext>
            </a:extLst>
          </p:cNvPr>
          <p:cNvSpPr txBox="1"/>
          <p:nvPr/>
        </p:nvSpPr>
        <p:spPr>
          <a:xfrm>
            <a:off x="1717831" y="11743729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5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578A93B4-64EB-462C-AD33-3025B8EBBBAF}"/>
              </a:ext>
            </a:extLst>
          </p:cNvPr>
          <p:cNvSpPr txBox="1"/>
          <p:nvPr/>
        </p:nvSpPr>
        <p:spPr>
          <a:xfrm>
            <a:off x="1717831" y="1459502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6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graphicFrame>
        <p:nvGraphicFramePr>
          <p:cNvPr id="85" name="표 84">
            <a:extLst>
              <a:ext uri="{FF2B5EF4-FFF2-40B4-BE49-F238E27FC236}">
                <a16:creationId xmlns:a16="http://schemas.microsoft.com/office/drawing/2014/main" id="{3D52F8B6-A1CE-47CB-A10A-A310F7289A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6299332"/>
              </p:ext>
            </p:extLst>
          </p:nvPr>
        </p:nvGraphicFramePr>
        <p:xfrm>
          <a:off x="10171774" y="22159"/>
          <a:ext cx="1979018" cy="397867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6240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548849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P-05-002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마이페이지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마이페이지 </a:t>
                      </a:r>
                      <a:endParaRPr lang="en-US" altLang="ko-KR" sz="800" dirty="0"/>
                    </a:p>
                    <a:p>
                      <a:pPr algn="l" latinLnBrk="1"/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회원정보수정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기본 회원가입시 등록되는 정보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회원사 명과 사업자구분만 입력하면 채널관리자로 로그인 할 수 있는 권한을 획득한다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algn="l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다만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자사상품을 등록할 수 없다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8702436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 인증이 처리되면 채널관리자에서 자사상품을 등록할 수 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2562567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등급에 따라 내용이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닫혀있다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기본정보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일반회원일 경우 열림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판매회원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단계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단계 회원일 경우 열림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판매회원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단계 포함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1871921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판매회원 인증되기전 권한 정보 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41801396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판매회원 인증 후의 권한 정보 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8588622"/>
                  </a:ext>
                </a:extLst>
              </a:tr>
            </a:tbl>
          </a:graphicData>
        </a:graphic>
      </p:graphicFrame>
      <p:sp>
        <p:nvSpPr>
          <p:cNvPr id="94" name="직사각형 93">
            <a:extLst>
              <a:ext uri="{FF2B5EF4-FFF2-40B4-BE49-F238E27FC236}">
                <a16:creationId xmlns:a16="http://schemas.microsoft.com/office/drawing/2014/main" id="{0FA1C4F6-AF4E-4644-958A-0B0DC1AB8DE2}"/>
              </a:ext>
            </a:extLst>
          </p:cNvPr>
          <p:cNvSpPr/>
          <p:nvPr/>
        </p:nvSpPr>
        <p:spPr>
          <a:xfrm>
            <a:off x="2899643" y="5302087"/>
            <a:ext cx="968906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은행선택  ▼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120788AD-C477-4D49-8CEB-721DD3F03F4E}"/>
              </a:ext>
            </a:extLst>
          </p:cNvPr>
          <p:cNvSpPr/>
          <p:nvPr/>
        </p:nvSpPr>
        <p:spPr>
          <a:xfrm>
            <a:off x="3913795" y="5302087"/>
            <a:ext cx="1949807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계좌번호 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(‘-’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없이 숫자만 입력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)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EAD6A710-9D46-4422-94BC-1EADA6C4BCAB}"/>
              </a:ext>
            </a:extLst>
          </p:cNvPr>
          <p:cNvSpPr/>
          <p:nvPr/>
        </p:nvSpPr>
        <p:spPr>
          <a:xfrm>
            <a:off x="5899759" y="5302087"/>
            <a:ext cx="1188246" cy="1485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예금주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86DB0395-5A6D-41B3-B36A-D026F34BCB5E}"/>
              </a:ext>
            </a:extLst>
          </p:cNvPr>
          <p:cNvSpPr/>
          <p:nvPr/>
        </p:nvSpPr>
        <p:spPr>
          <a:xfrm>
            <a:off x="4894697" y="5523995"/>
            <a:ext cx="968906" cy="162090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찾아보기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6F09CD7E-88EE-4ABA-83A9-D522D3F197BE}"/>
              </a:ext>
            </a:extLst>
          </p:cNvPr>
          <p:cNvSpPr/>
          <p:nvPr/>
        </p:nvSpPr>
        <p:spPr>
          <a:xfrm>
            <a:off x="2907955" y="5523995"/>
            <a:ext cx="1949807" cy="15705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입력한 계좌번호와 동일한 통장첨부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D0403EB6-1AC0-4703-B2A0-02F90FF2C3B5}"/>
              </a:ext>
            </a:extLst>
          </p:cNvPr>
          <p:cNvSpPr txBox="1"/>
          <p:nvPr/>
        </p:nvSpPr>
        <p:spPr>
          <a:xfrm>
            <a:off x="1528826" y="7246926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약관동의</a:t>
            </a:r>
            <a:endParaRPr lang="ko-KR" altLang="en-US" sz="800" b="1" dirty="0"/>
          </a:p>
        </p:txBody>
      </p: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11539D18-ECEC-4BE1-80AB-47ABE7D9E4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1592028"/>
              </p:ext>
            </p:extLst>
          </p:nvPr>
        </p:nvGraphicFramePr>
        <p:xfrm>
          <a:off x="1528826" y="7472104"/>
          <a:ext cx="7777838" cy="2594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778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59432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9819523"/>
                  </a:ext>
                </a:extLst>
              </a:tr>
            </a:tbl>
          </a:graphicData>
        </a:graphic>
      </p:graphicFrame>
      <p:pic>
        <p:nvPicPr>
          <p:cNvPr id="101" name="그림 100">
            <a:extLst>
              <a:ext uri="{FF2B5EF4-FFF2-40B4-BE49-F238E27FC236}">
                <a16:creationId xmlns:a16="http://schemas.microsoft.com/office/drawing/2014/main" id="{81D4E3D3-D3EA-4A5F-BC11-8C8367115BF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29" t="3196" r="3195" b="2954"/>
          <a:stretch/>
        </p:blipFill>
        <p:spPr>
          <a:xfrm>
            <a:off x="1633880" y="7811165"/>
            <a:ext cx="144015" cy="146633"/>
          </a:xfrm>
          <a:prstGeom prst="rect">
            <a:avLst/>
          </a:prstGeom>
        </p:spPr>
      </p:pic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72EA40C-2995-4706-870D-9C4E7A2988A8}"/>
              </a:ext>
            </a:extLst>
          </p:cNvPr>
          <p:cNvSpPr/>
          <p:nvPr/>
        </p:nvSpPr>
        <p:spPr>
          <a:xfrm>
            <a:off x="1734989" y="7771444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dirty="0"/>
              <a:t>이용약관 동의 </a:t>
            </a:r>
            <a:r>
              <a:rPr lang="en-US" altLang="ko-KR" sz="800" dirty="0"/>
              <a:t>(</a:t>
            </a:r>
            <a:r>
              <a:rPr lang="ko-KR" altLang="en-US" sz="800" dirty="0"/>
              <a:t>필수</a:t>
            </a:r>
            <a:r>
              <a:rPr lang="en-US" altLang="ko-KR" sz="800" dirty="0"/>
              <a:t>)</a:t>
            </a:r>
          </a:p>
        </p:txBody>
      </p:sp>
      <p:pic>
        <p:nvPicPr>
          <p:cNvPr id="103" name="그림 102">
            <a:extLst>
              <a:ext uri="{FF2B5EF4-FFF2-40B4-BE49-F238E27FC236}">
                <a16:creationId xmlns:a16="http://schemas.microsoft.com/office/drawing/2014/main" id="{92A66CB9-CD5E-4D0E-ABC9-6E9685413EA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29" t="3196" r="3195" b="2954"/>
          <a:stretch/>
        </p:blipFill>
        <p:spPr>
          <a:xfrm>
            <a:off x="1633880" y="7997519"/>
            <a:ext cx="144015" cy="146633"/>
          </a:xfrm>
          <a:prstGeom prst="rect">
            <a:avLst/>
          </a:prstGeom>
        </p:spPr>
      </p:pic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EA6ABC85-A009-45DF-BDD8-C07922AA2817}"/>
              </a:ext>
            </a:extLst>
          </p:cNvPr>
          <p:cNvSpPr/>
          <p:nvPr/>
        </p:nvSpPr>
        <p:spPr>
          <a:xfrm>
            <a:off x="1734989" y="7957798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dirty="0"/>
              <a:t>개인정보 수집 및 이용에 관한 안내 </a:t>
            </a:r>
            <a:r>
              <a:rPr lang="en-US" altLang="ko-KR" sz="800" dirty="0"/>
              <a:t>(</a:t>
            </a:r>
            <a:r>
              <a:rPr lang="ko-KR" altLang="en-US" sz="800" dirty="0"/>
              <a:t>필수</a:t>
            </a:r>
            <a:r>
              <a:rPr lang="en-US" altLang="ko-KR" sz="800" dirty="0"/>
              <a:t>)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8B03DC95-C114-4E17-905A-62F76535DB09}"/>
              </a:ext>
            </a:extLst>
          </p:cNvPr>
          <p:cNvSpPr/>
          <p:nvPr/>
        </p:nvSpPr>
        <p:spPr>
          <a:xfrm>
            <a:off x="8526929" y="7811165"/>
            <a:ext cx="627961" cy="1620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전문보기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B9F0EDB3-FC42-4DF2-B290-A89D7CCE9066}"/>
              </a:ext>
            </a:extLst>
          </p:cNvPr>
          <p:cNvSpPr/>
          <p:nvPr/>
        </p:nvSpPr>
        <p:spPr>
          <a:xfrm>
            <a:off x="8526929" y="8009285"/>
            <a:ext cx="627961" cy="1620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전문보기</a:t>
            </a:r>
          </a:p>
        </p:txBody>
      </p:sp>
      <p:pic>
        <p:nvPicPr>
          <p:cNvPr id="107" name="그림 106">
            <a:extLst>
              <a:ext uri="{FF2B5EF4-FFF2-40B4-BE49-F238E27FC236}">
                <a16:creationId xmlns:a16="http://schemas.microsoft.com/office/drawing/2014/main" id="{3AE710CA-18B6-4724-883E-A8C132A7F1B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29" t="3196" r="3195" b="2954"/>
          <a:stretch/>
        </p:blipFill>
        <p:spPr>
          <a:xfrm>
            <a:off x="1633880" y="8196936"/>
            <a:ext cx="144015" cy="146633"/>
          </a:xfrm>
          <a:prstGeom prst="rect">
            <a:avLst/>
          </a:prstGeom>
        </p:spPr>
      </p:pic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573A75B1-EC88-4FAF-804D-AFE56333FC1C}"/>
              </a:ext>
            </a:extLst>
          </p:cNvPr>
          <p:cNvSpPr/>
          <p:nvPr/>
        </p:nvSpPr>
        <p:spPr>
          <a:xfrm>
            <a:off x="1734989" y="8157215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dirty="0"/>
              <a:t>제</a:t>
            </a:r>
            <a:r>
              <a:rPr lang="en-US" altLang="ko-KR" sz="800" dirty="0"/>
              <a:t>3</a:t>
            </a:r>
            <a:r>
              <a:rPr lang="ko-KR" altLang="en-US" sz="800" dirty="0"/>
              <a:t>자 정보제공 동의 </a:t>
            </a:r>
            <a:r>
              <a:rPr lang="en-US" altLang="ko-KR" sz="800" dirty="0"/>
              <a:t>(</a:t>
            </a:r>
            <a:r>
              <a:rPr lang="ko-KR" altLang="en-US" sz="800" dirty="0"/>
              <a:t>필수</a:t>
            </a:r>
            <a:r>
              <a:rPr lang="en-US" altLang="ko-KR" sz="800" dirty="0"/>
              <a:t>)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47CC037E-26DA-4B70-966A-3CC0FB92AE37}"/>
              </a:ext>
            </a:extLst>
          </p:cNvPr>
          <p:cNvSpPr/>
          <p:nvPr/>
        </p:nvSpPr>
        <p:spPr>
          <a:xfrm>
            <a:off x="1734989" y="8360438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dirty="0"/>
              <a:t>마케팅활용동의 </a:t>
            </a:r>
            <a:r>
              <a:rPr lang="en-US" altLang="ko-KR" sz="800" dirty="0"/>
              <a:t>(</a:t>
            </a:r>
            <a:r>
              <a:rPr lang="ko-KR" altLang="en-US" sz="800" dirty="0"/>
              <a:t>선택</a:t>
            </a:r>
            <a:r>
              <a:rPr lang="en-US" altLang="ko-KR" sz="800" dirty="0"/>
              <a:t>)</a:t>
            </a:r>
          </a:p>
        </p:txBody>
      </p:sp>
      <p:sp>
        <p:nvSpPr>
          <p:cNvPr id="110" name="타원 109">
            <a:extLst>
              <a:ext uri="{FF2B5EF4-FFF2-40B4-BE49-F238E27FC236}">
                <a16:creationId xmlns:a16="http://schemas.microsoft.com/office/drawing/2014/main" id="{EEF94C61-E470-4BAF-8ED2-7656D0BFE956}"/>
              </a:ext>
            </a:extLst>
          </p:cNvPr>
          <p:cNvSpPr/>
          <p:nvPr/>
        </p:nvSpPr>
        <p:spPr>
          <a:xfrm>
            <a:off x="1633880" y="8405179"/>
            <a:ext cx="125386" cy="119095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980A50EE-2504-4D01-A264-94CCF30DDAA2}"/>
              </a:ext>
            </a:extLst>
          </p:cNvPr>
          <p:cNvSpPr/>
          <p:nvPr/>
        </p:nvSpPr>
        <p:spPr>
          <a:xfrm>
            <a:off x="1734989" y="8545997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dirty="0" err="1"/>
              <a:t>알림정보수신동의</a:t>
            </a:r>
            <a:r>
              <a:rPr lang="ko-KR" altLang="en-US" sz="800" dirty="0"/>
              <a:t> </a:t>
            </a:r>
            <a:r>
              <a:rPr lang="en-US" altLang="ko-KR" sz="800" dirty="0"/>
              <a:t>(</a:t>
            </a:r>
            <a:r>
              <a:rPr lang="ko-KR" altLang="en-US" sz="800" dirty="0"/>
              <a:t>선택</a:t>
            </a:r>
            <a:r>
              <a:rPr lang="en-US" altLang="ko-KR" sz="800" dirty="0"/>
              <a:t>)</a:t>
            </a: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BA32894C-267F-4B63-A250-2929097525BE}"/>
              </a:ext>
            </a:extLst>
          </p:cNvPr>
          <p:cNvSpPr/>
          <p:nvPr/>
        </p:nvSpPr>
        <p:spPr>
          <a:xfrm>
            <a:off x="1633880" y="8590738"/>
            <a:ext cx="125386" cy="119095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7FC5F25B-BE03-4371-8262-38BFB6CD098E}"/>
              </a:ext>
            </a:extLst>
          </p:cNvPr>
          <p:cNvSpPr/>
          <p:nvPr/>
        </p:nvSpPr>
        <p:spPr>
          <a:xfrm>
            <a:off x="8526929" y="8206018"/>
            <a:ext cx="627961" cy="1620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전문보기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B1E9980E-8C56-41B0-9A8A-551FA649441D}"/>
              </a:ext>
            </a:extLst>
          </p:cNvPr>
          <p:cNvSpPr/>
          <p:nvPr/>
        </p:nvSpPr>
        <p:spPr>
          <a:xfrm>
            <a:off x="8526929" y="8404138"/>
            <a:ext cx="627961" cy="1620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전문보기</a:t>
            </a: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AE3A769E-11EF-4F80-83CD-41337245984A}"/>
              </a:ext>
            </a:extLst>
          </p:cNvPr>
          <p:cNvSpPr/>
          <p:nvPr/>
        </p:nvSpPr>
        <p:spPr>
          <a:xfrm>
            <a:off x="8526929" y="8602258"/>
            <a:ext cx="627961" cy="1620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전문보기</a:t>
            </a:r>
          </a:p>
        </p:txBody>
      </p:sp>
      <p:pic>
        <p:nvPicPr>
          <p:cNvPr id="116" name="그림 115">
            <a:extLst>
              <a:ext uri="{FF2B5EF4-FFF2-40B4-BE49-F238E27FC236}">
                <a16:creationId xmlns:a16="http://schemas.microsoft.com/office/drawing/2014/main" id="{6DC7C269-255D-485B-9F7B-19F89AB33EC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29" t="3196" r="3195" b="2954"/>
          <a:stretch/>
        </p:blipFill>
        <p:spPr>
          <a:xfrm>
            <a:off x="1633880" y="9134858"/>
            <a:ext cx="144015" cy="146633"/>
          </a:xfrm>
          <a:prstGeom prst="rect">
            <a:avLst/>
          </a:prstGeom>
        </p:spPr>
      </p:pic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9C7271B7-477C-4665-991D-5D1F7A611539}"/>
              </a:ext>
            </a:extLst>
          </p:cNvPr>
          <p:cNvSpPr/>
          <p:nvPr/>
        </p:nvSpPr>
        <p:spPr>
          <a:xfrm>
            <a:off x="1734989" y="9095137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dirty="0">
                <a:latin typeface="맑은 고딕" panose="020B0503020000020004" pitchFamily="50" charset="-127"/>
              </a:rPr>
              <a:t>상품 </a:t>
            </a:r>
            <a:r>
              <a:rPr lang="ko-KR" altLang="en-US" sz="800" dirty="0" err="1">
                <a:latin typeface="맑은 고딕" panose="020B0503020000020004" pitchFamily="50" charset="-127"/>
              </a:rPr>
              <a:t>판매시</a:t>
            </a:r>
            <a:r>
              <a:rPr lang="ko-KR" altLang="en-US" sz="800" dirty="0">
                <a:latin typeface="맑은 고딕" panose="020B0503020000020004" pitchFamily="50" charset="-127"/>
              </a:rPr>
              <a:t> 약관 동의 </a:t>
            </a:r>
            <a:r>
              <a:rPr lang="en-US" altLang="ko-KR" sz="800" dirty="0"/>
              <a:t>(</a:t>
            </a:r>
            <a:r>
              <a:rPr lang="ko-KR" altLang="en-US" sz="800" dirty="0"/>
              <a:t>필수</a:t>
            </a:r>
            <a:r>
              <a:rPr lang="en-US" altLang="ko-KR" sz="800" dirty="0"/>
              <a:t>)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0DF04704-5D3B-4A2A-B858-EB84B297F9A5}"/>
              </a:ext>
            </a:extLst>
          </p:cNvPr>
          <p:cNvSpPr/>
          <p:nvPr/>
        </p:nvSpPr>
        <p:spPr>
          <a:xfrm>
            <a:off x="8526929" y="9143940"/>
            <a:ext cx="627961" cy="1620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전문보기</a:t>
            </a:r>
          </a:p>
        </p:txBody>
      </p:sp>
      <p:pic>
        <p:nvPicPr>
          <p:cNvPr id="119" name="그림 118">
            <a:extLst>
              <a:ext uri="{FF2B5EF4-FFF2-40B4-BE49-F238E27FC236}">
                <a16:creationId xmlns:a16="http://schemas.microsoft.com/office/drawing/2014/main" id="{89341A2C-FF36-47E6-B252-CEF4006DC30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29" t="3196" r="3195" b="2954"/>
          <a:stretch/>
        </p:blipFill>
        <p:spPr>
          <a:xfrm>
            <a:off x="1633880" y="9797623"/>
            <a:ext cx="144015" cy="146633"/>
          </a:xfrm>
          <a:prstGeom prst="rect">
            <a:avLst/>
          </a:prstGeom>
        </p:spPr>
      </p:pic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D39F3A5E-350E-45F2-9D19-D9B7F6054B65}"/>
              </a:ext>
            </a:extLst>
          </p:cNvPr>
          <p:cNvSpPr/>
          <p:nvPr/>
        </p:nvSpPr>
        <p:spPr>
          <a:xfrm>
            <a:off x="1734989" y="9757902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dirty="0">
                <a:latin typeface="맑은 고딕" panose="020B0503020000020004" pitchFamily="50" charset="-127"/>
              </a:rPr>
              <a:t>판매권한 약관 동의 </a:t>
            </a:r>
            <a:r>
              <a:rPr lang="en-US" altLang="ko-KR" sz="800" dirty="0"/>
              <a:t>(</a:t>
            </a:r>
            <a:r>
              <a:rPr lang="ko-KR" altLang="en-US" sz="800" dirty="0"/>
              <a:t>필수</a:t>
            </a:r>
            <a:r>
              <a:rPr lang="en-US" altLang="ko-KR" sz="800" dirty="0"/>
              <a:t>)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8C2D9D9F-12CD-4253-A48D-1FBC777C91B4}"/>
              </a:ext>
            </a:extLst>
          </p:cNvPr>
          <p:cNvSpPr/>
          <p:nvPr/>
        </p:nvSpPr>
        <p:spPr>
          <a:xfrm>
            <a:off x="8526929" y="9806705"/>
            <a:ext cx="627961" cy="1620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전문보기</a:t>
            </a:r>
          </a:p>
        </p:txBody>
      </p:sp>
      <p:sp>
        <p:nvSpPr>
          <p:cNvPr id="93" name="화살표: 아래쪽 92">
            <a:extLst>
              <a:ext uri="{FF2B5EF4-FFF2-40B4-BE49-F238E27FC236}">
                <a16:creationId xmlns:a16="http://schemas.microsoft.com/office/drawing/2014/main" id="{4FCDC46C-B143-40B9-A67A-987E514FC53D}"/>
              </a:ext>
            </a:extLst>
          </p:cNvPr>
          <p:cNvSpPr/>
          <p:nvPr/>
        </p:nvSpPr>
        <p:spPr>
          <a:xfrm>
            <a:off x="2186038" y="6891308"/>
            <a:ext cx="125386" cy="4580642"/>
          </a:xfrm>
          <a:prstGeom prst="down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EADC6012-90C5-4DF7-9541-711DE2223CFA}"/>
              </a:ext>
            </a:extLst>
          </p:cNvPr>
          <p:cNvSpPr/>
          <p:nvPr/>
        </p:nvSpPr>
        <p:spPr>
          <a:xfrm>
            <a:off x="1553239" y="8896917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b="1" dirty="0"/>
              <a:t>회원사 권한 약관</a:t>
            </a:r>
            <a:endParaRPr lang="en-US" altLang="ko-KR" sz="800" b="1" dirty="0"/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4B98C21D-DFD6-412E-B593-4E2BB606711C}"/>
              </a:ext>
            </a:extLst>
          </p:cNvPr>
          <p:cNvSpPr/>
          <p:nvPr/>
        </p:nvSpPr>
        <p:spPr>
          <a:xfrm>
            <a:off x="1553239" y="9558353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b="1" dirty="0"/>
              <a:t>판매 권한 약관</a:t>
            </a:r>
            <a:endParaRPr lang="en-US" altLang="ko-KR" sz="800" b="1" dirty="0"/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795CF6A8-7CFF-4029-82B9-88F43C8BF0A0}"/>
              </a:ext>
            </a:extLst>
          </p:cNvPr>
          <p:cNvSpPr/>
          <p:nvPr/>
        </p:nvSpPr>
        <p:spPr>
          <a:xfrm>
            <a:off x="1553239" y="7571192"/>
            <a:ext cx="4572000" cy="21544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800" b="1" dirty="0"/>
              <a:t>회원 권한 약관</a:t>
            </a:r>
            <a:endParaRPr lang="en-US" altLang="ko-KR" sz="800" b="1" dirty="0"/>
          </a:p>
        </p:txBody>
      </p:sp>
    </p:spTree>
    <p:extLst>
      <p:ext uri="{BB962C8B-B14F-4D97-AF65-F5344CB8AC3E}">
        <p14:creationId xmlns:p14="http://schemas.microsoft.com/office/powerpoint/2010/main" val="256867974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6342ECD9-8080-4FF3-BAFB-3927E4DC5DF9}"/>
              </a:ext>
            </a:extLst>
          </p:cNvPr>
          <p:cNvSpPr/>
          <p:nvPr/>
        </p:nvSpPr>
        <p:spPr>
          <a:xfrm>
            <a:off x="0" y="2734176"/>
            <a:ext cx="12191999" cy="138964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3000" b="1" dirty="0">
                <a:solidFill>
                  <a:schemeClr val="bg1"/>
                </a:solidFill>
                <a:latin typeface="+mj-ea"/>
                <a:ea typeface="+mj-ea"/>
              </a:rPr>
              <a:t>채널관리자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A70B1A1-AC55-4836-B95E-AFDB6A6BFD0A}"/>
              </a:ext>
            </a:extLst>
          </p:cNvPr>
          <p:cNvSpPr txBox="1"/>
          <p:nvPr/>
        </p:nvSpPr>
        <p:spPr>
          <a:xfrm>
            <a:off x="5733560" y="4211052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dirty="0"/>
              <a:t>RF-02</a:t>
            </a:r>
            <a:endParaRPr lang="ko-KR" altLang="en-US" sz="1600" dirty="0"/>
          </a:p>
        </p:txBody>
      </p:sp>
    </p:spTree>
    <p:extLst>
      <p:ext uri="{BB962C8B-B14F-4D97-AF65-F5344CB8AC3E}">
        <p14:creationId xmlns:p14="http://schemas.microsoft.com/office/powerpoint/2010/main" val="182133995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6">
            <a:extLst>
              <a:ext uri="{FF2B5EF4-FFF2-40B4-BE49-F238E27FC236}">
                <a16:creationId xmlns:a16="http://schemas.microsoft.com/office/drawing/2014/main" id="{DB21F24B-8110-4CA6-90A1-9C0572DDCA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0834870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로그인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정보관리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대시보드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서브관리자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발주담당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상품관리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포인트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공동구매관리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배송비 설정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취소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환불 안내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정산관리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1159614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5F508A31-292B-4CF3-BB4C-155C9CC91CA1}"/>
              </a:ext>
            </a:extLst>
          </p:cNvPr>
          <p:cNvSpPr/>
          <p:nvPr/>
        </p:nvSpPr>
        <p:spPr>
          <a:xfrm>
            <a:off x="135467" y="118533"/>
            <a:ext cx="9897533" cy="64516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CA13B35-92C2-457F-8EAA-7C2D429AD1A0}"/>
              </a:ext>
            </a:extLst>
          </p:cNvPr>
          <p:cNvSpPr/>
          <p:nvPr/>
        </p:nvSpPr>
        <p:spPr>
          <a:xfrm>
            <a:off x="3518541" y="2150654"/>
            <a:ext cx="3116430" cy="2978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ID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를 입력 해 주세요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4758F08-C236-4BFA-A9E1-14189D7F7631}"/>
              </a:ext>
            </a:extLst>
          </p:cNvPr>
          <p:cNvSpPr/>
          <p:nvPr/>
        </p:nvSpPr>
        <p:spPr>
          <a:xfrm>
            <a:off x="3518541" y="2528799"/>
            <a:ext cx="3116430" cy="2641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PW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를 입력 해 주세요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281544B-6D14-47A2-A027-B9C34B9BA3FB}"/>
              </a:ext>
            </a:extLst>
          </p:cNvPr>
          <p:cNvSpPr/>
          <p:nvPr/>
        </p:nvSpPr>
        <p:spPr>
          <a:xfrm>
            <a:off x="3518541" y="3117447"/>
            <a:ext cx="3116430" cy="3032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/>
              <a:t>LOGIN</a:t>
            </a:r>
            <a:endParaRPr lang="ko-KR" altLang="en-US" sz="1000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7F93204-2F1F-474C-B3BD-24949023B3C3}"/>
              </a:ext>
            </a:extLst>
          </p:cNvPr>
          <p:cNvSpPr txBox="1"/>
          <p:nvPr/>
        </p:nvSpPr>
        <p:spPr>
          <a:xfrm>
            <a:off x="3427812" y="2852192"/>
            <a:ext cx="88998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□ </a:t>
            </a:r>
            <a:r>
              <a:rPr lang="ko-KR" altLang="en-US" sz="800" dirty="0"/>
              <a:t>아이디 저장</a:t>
            </a: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EC74CA29-A138-48D0-BAAA-7C7F2ED5D8EE}"/>
              </a:ext>
            </a:extLst>
          </p:cNvPr>
          <p:cNvGrpSpPr/>
          <p:nvPr/>
        </p:nvGrpSpPr>
        <p:grpSpPr>
          <a:xfrm>
            <a:off x="3539377" y="3738752"/>
            <a:ext cx="3093375" cy="360040"/>
            <a:chOff x="2226770" y="4941168"/>
            <a:chExt cx="3093375" cy="360040"/>
          </a:xfrm>
        </p:grpSpPr>
        <p:sp>
          <p:nvSpPr>
            <p:cNvPr id="17" name="모서리가 둥근 직사각형 38">
              <a:extLst>
                <a:ext uri="{FF2B5EF4-FFF2-40B4-BE49-F238E27FC236}">
                  <a16:creationId xmlns:a16="http://schemas.microsoft.com/office/drawing/2014/main" id="{78854D45-8FF0-42F3-9405-BFA49FDC00FD}"/>
                </a:ext>
              </a:extLst>
            </p:cNvPr>
            <p:cNvSpPr/>
            <p:nvPr/>
          </p:nvSpPr>
          <p:spPr>
            <a:xfrm>
              <a:off x="2226770" y="4941168"/>
              <a:ext cx="3093375" cy="360040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18" name="Picture 2">
              <a:extLst>
                <a:ext uri="{FF2B5EF4-FFF2-40B4-BE49-F238E27FC236}">
                  <a16:creationId xmlns:a16="http://schemas.microsoft.com/office/drawing/2014/main" id="{40667F08-FB56-447E-8A54-58A63E2F88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15131" y="5029802"/>
              <a:ext cx="228564" cy="207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BADDA795-8FE6-499D-AB5D-542F6EA7B3C0}"/>
                </a:ext>
              </a:extLst>
            </p:cNvPr>
            <p:cNvCxnSpPr/>
            <p:nvPr/>
          </p:nvCxnSpPr>
          <p:spPr>
            <a:xfrm>
              <a:off x="2619471" y="5029802"/>
              <a:ext cx="0" cy="207136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3AC94CD5-03E0-4D39-A534-E7E327244E1C}"/>
                </a:ext>
              </a:extLst>
            </p:cNvPr>
            <p:cNvSpPr txBox="1"/>
            <p:nvPr/>
          </p:nvSpPr>
          <p:spPr>
            <a:xfrm>
              <a:off x="2632574" y="5005772"/>
              <a:ext cx="141897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/>
                <a:t>카카오</a:t>
              </a:r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계정으로 로그인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FA312F1-C6DC-4789-A78B-DE88D0D58801}"/>
                </a:ext>
              </a:extLst>
            </p:cNvPr>
            <p:cNvSpPr txBox="1"/>
            <p:nvPr/>
          </p:nvSpPr>
          <p:spPr>
            <a:xfrm>
              <a:off x="5047882" y="5009641"/>
              <a:ext cx="26481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/>
                <a:t>&gt;</a:t>
              </a:r>
              <a:endParaRPr lang="ko-KR" altLang="en-US" sz="900" dirty="0"/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CEF41D59-800C-439C-85E7-81E46427BFE7}"/>
              </a:ext>
            </a:extLst>
          </p:cNvPr>
          <p:cNvGrpSpPr/>
          <p:nvPr/>
        </p:nvGrpSpPr>
        <p:grpSpPr>
          <a:xfrm>
            <a:off x="3541595" y="4162487"/>
            <a:ext cx="3093375" cy="360040"/>
            <a:chOff x="2228988" y="5679839"/>
            <a:chExt cx="3093375" cy="360040"/>
          </a:xfrm>
        </p:grpSpPr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F57CCF75-8654-405D-AD38-1D4219A31EDA}"/>
                </a:ext>
              </a:extLst>
            </p:cNvPr>
            <p:cNvGrpSpPr/>
            <p:nvPr/>
          </p:nvGrpSpPr>
          <p:grpSpPr>
            <a:xfrm>
              <a:off x="2228988" y="5679839"/>
              <a:ext cx="3093375" cy="360040"/>
              <a:chOff x="2226770" y="4941168"/>
              <a:chExt cx="3093375" cy="360040"/>
            </a:xfrm>
          </p:grpSpPr>
          <p:sp>
            <p:nvSpPr>
              <p:cNvPr id="25" name="모서리가 둥근 직사각형 44">
                <a:extLst>
                  <a:ext uri="{FF2B5EF4-FFF2-40B4-BE49-F238E27FC236}">
                    <a16:creationId xmlns:a16="http://schemas.microsoft.com/office/drawing/2014/main" id="{21607B18-1FDF-4508-A7F8-B2E41E5A4B74}"/>
                  </a:ext>
                </a:extLst>
              </p:cNvPr>
              <p:cNvSpPr/>
              <p:nvPr/>
            </p:nvSpPr>
            <p:spPr>
              <a:xfrm>
                <a:off x="2226770" y="4941168"/>
                <a:ext cx="3093375" cy="360040"/>
              </a:xfrm>
              <a:prstGeom prst="round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26" name="직선 연결선 25">
                <a:extLst>
                  <a:ext uri="{FF2B5EF4-FFF2-40B4-BE49-F238E27FC236}">
                    <a16:creationId xmlns:a16="http://schemas.microsoft.com/office/drawing/2014/main" id="{FAF0288B-363E-4236-963B-D0E54280BA1E}"/>
                  </a:ext>
                </a:extLst>
              </p:cNvPr>
              <p:cNvCxnSpPr/>
              <p:nvPr/>
            </p:nvCxnSpPr>
            <p:spPr>
              <a:xfrm>
                <a:off x="2619471" y="5029802"/>
                <a:ext cx="0" cy="207136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817B8B1-E4FE-46E9-B001-0093A347FECC}"/>
                  </a:ext>
                </a:extLst>
              </p:cNvPr>
              <p:cNvSpPr txBox="1"/>
              <p:nvPr/>
            </p:nvSpPr>
            <p:spPr>
              <a:xfrm>
                <a:off x="2632574" y="5005772"/>
                <a:ext cx="1418978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900"/>
                  <a:t>네이버</a:t>
                </a:r>
                <a:r>
                  <a:rPr lang="ko-KR" altLang="en-US" sz="90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 계정으로 로그인</a:t>
                </a:r>
                <a:endPara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EEFC1A65-7144-4702-9A74-C4D70D6DADF9}"/>
                  </a:ext>
                </a:extLst>
              </p:cNvPr>
              <p:cNvSpPr txBox="1"/>
              <p:nvPr/>
            </p:nvSpPr>
            <p:spPr>
              <a:xfrm>
                <a:off x="5047882" y="5009641"/>
                <a:ext cx="26481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900"/>
                  <a:t>&gt;</a:t>
                </a:r>
                <a:endParaRPr lang="ko-KR" altLang="en-US" sz="900" dirty="0"/>
              </a:p>
            </p:txBody>
          </p:sp>
        </p:grpSp>
        <p:pic>
          <p:nvPicPr>
            <p:cNvPr id="24" name="Picture 3">
              <a:extLst>
                <a:ext uri="{FF2B5EF4-FFF2-40B4-BE49-F238E27FC236}">
                  <a16:creationId xmlns:a16="http://schemas.microsoft.com/office/drawing/2014/main" id="{8E34646E-4530-486D-B69E-D2F6F26ACD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28275" y="5780792"/>
              <a:ext cx="202276" cy="1769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FD948DA-6356-4F19-9152-AFD15CDA14AF}"/>
              </a:ext>
            </a:extLst>
          </p:cNvPr>
          <p:cNvGrpSpPr/>
          <p:nvPr/>
        </p:nvGrpSpPr>
        <p:grpSpPr>
          <a:xfrm>
            <a:off x="3541595" y="4575695"/>
            <a:ext cx="3093375" cy="360040"/>
            <a:chOff x="2226770" y="4941168"/>
            <a:chExt cx="3093375" cy="360040"/>
          </a:xfrm>
        </p:grpSpPr>
        <p:sp>
          <p:nvSpPr>
            <p:cNvPr id="30" name="모서리가 둥근 직사각형 58">
              <a:extLst>
                <a:ext uri="{FF2B5EF4-FFF2-40B4-BE49-F238E27FC236}">
                  <a16:creationId xmlns:a16="http://schemas.microsoft.com/office/drawing/2014/main" id="{826FB570-F042-4C1D-9BB5-A6C857B20037}"/>
                </a:ext>
              </a:extLst>
            </p:cNvPr>
            <p:cNvSpPr/>
            <p:nvPr/>
          </p:nvSpPr>
          <p:spPr>
            <a:xfrm>
              <a:off x="2226770" y="4941168"/>
              <a:ext cx="3093375" cy="360040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9EAA5AFD-6B1E-4DE2-83C8-BA534E945400}"/>
                </a:ext>
              </a:extLst>
            </p:cNvPr>
            <p:cNvCxnSpPr/>
            <p:nvPr/>
          </p:nvCxnSpPr>
          <p:spPr>
            <a:xfrm>
              <a:off x="2619471" y="5029802"/>
              <a:ext cx="0" cy="207136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598A1D95-9580-4B13-9EBD-48A6A9C94A07}"/>
                </a:ext>
              </a:extLst>
            </p:cNvPr>
            <p:cNvSpPr txBox="1"/>
            <p:nvPr/>
          </p:nvSpPr>
          <p:spPr>
            <a:xfrm>
              <a:off x="2632574" y="5005772"/>
              <a:ext cx="1303562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 err="1"/>
                <a:t>구글</a:t>
              </a:r>
              <a:r>
                <a: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계정으로 로그인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E87F0EA-C2AB-4FC9-B457-C07D177701AD}"/>
                </a:ext>
              </a:extLst>
            </p:cNvPr>
            <p:cNvSpPr txBox="1"/>
            <p:nvPr/>
          </p:nvSpPr>
          <p:spPr>
            <a:xfrm>
              <a:off x="5047882" y="5009641"/>
              <a:ext cx="26481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/>
                <a:t>&gt;</a:t>
              </a:r>
              <a:endParaRPr lang="ko-KR" altLang="en-US" sz="900" dirty="0"/>
            </a:p>
          </p:txBody>
        </p:sp>
      </p:grpSp>
      <p:pic>
        <p:nvPicPr>
          <p:cNvPr id="35" name="그림 34">
            <a:extLst>
              <a:ext uri="{FF2B5EF4-FFF2-40B4-BE49-F238E27FC236}">
                <a16:creationId xmlns:a16="http://schemas.microsoft.com/office/drawing/2014/main" id="{A5C09E1E-349C-4B97-A5EC-1F87A5A283C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57859" y="4669116"/>
            <a:ext cx="173277" cy="169339"/>
          </a:xfrm>
          <a:prstGeom prst="rect">
            <a:avLst/>
          </a:prstGeom>
        </p:spPr>
      </p:pic>
      <p:grpSp>
        <p:nvGrpSpPr>
          <p:cNvPr id="37" name="그룹 36">
            <a:extLst>
              <a:ext uri="{FF2B5EF4-FFF2-40B4-BE49-F238E27FC236}">
                <a16:creationId xmlns:a16="http://schemas.microsoft.com/office/drawing/2014/main" id="{DAB68542-142C-44E9-9465-EBA2B0CF7C96}"/>
              </a:ext>
            </a:extLst>
          </p:cNvPr>
          <p:cNvGrpSpPr/>
          <p:nvPr/>
        </p:nvGrpSpPr>
        <p:grpSpPr>
          <a:xfrm>
            <a:off x="3988228" y="1433111"/>
            <a:ext cx="2177055" cy="523240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38" name="Border">
              <a:extLst>
                <a:ext uri="{FF2B5EF4-FFF2-40B4-BE49-F238E27FC236}">
                  <a16:creationId xmlns:a16="http://schemas.microsoft.com/office/drawing/2014/main" id="{D6A8EFD3-94B3-4AA3-A994-B27C2C7DF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" name="Line 2">
              <a:extLst>
                <a:ext uri="{FF2B5EF4-FFF2-40B4-BE49-F238E27FC236}">
                  <a16:creationId xmlns:a16="http://schemas.microsoft.com/office/drawing/2014/main" id="{3AFEB74C-8527-4EA5-8E8F-1F6572CE4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Line 1">
              <a:extLst>
                <a:ext uri="{FF2B5EF4-FFF2-40B4-BE49-F238E27FC236}">
                  <a16:creationId xmlns:a16="http://schemas.microsoft.com/office/drawing/2014/main" id="{F36E9F04-1BFC-4346-AA0D-8F95D470A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98D6AC98-A6D5-420F-A553-20D8E2937491}"/>
                </a:ext>
              </a:extLst>
            </p:cNvPr>
            <p:cNvSpPr txBox="1"/>
            <p:nvPr/>
          </p:nvSpPr>
          <p:spPr>
            <a:xfrm>
              <a:off x="3415821" y="2124567"/>
              <a:ext cx="530785" cy="2633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채널 로고</a:t>
              </a:r>
            </a:p>
          </p:txBody>
        </p:sp>
      </p:grp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7320ED18-AF2C-43EA-B922-B6FB917CE2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9215152"/>
              </p:ext>
            </p:extLst>
          </p:nvPr>
        </p:nvGraphicFramePr>
        <p:xfrm>
          <a:off x="10171774" y="22159"/>
          <a:ext cx="1979018" cy="166219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6240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548849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P-11-001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채널관리자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/>
                        <a:t>로그인화면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회원의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아이디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패스워드 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간편회원 로그인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8702436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B16ED6D6-7735-4506-9CFF-17C55918647C}"/>
              </a:ext>
            </a:extLst>
          </p:cNvPr>
          <p:cNvSpPr txBox="1"/>
          <p:nvPr/>
        </p:nvSpPr>
        <p:spPr>
          <a:xfrm>
            <a:off x="3216519" y="218584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A0C530B9-A4C5-4047-B0E4-6C3686775083}"/>
              </a:ext>
            </a:extLst>
          </p:cNvPr>
          <p:cNvSpPr txBox="1"/>
          <p:nvPr/>
        </p:nvSpPr>
        <p:spPr>
          <a:xfrm>
            <a:off x="3211862" y="381786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450900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6">
            <a:extLst>
              <a:ext uri="{FF2B5EF4-FFF2-40B4-BE49-F238E27FC236}">
                <a16:creationId xmlns:a16="http://schemas.microsoft.com/office/drawing/2014/main" id="{E0AD77A8-13CE-47B7-9A50-E6B5EBB6D4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772909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로그인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정보관리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대시보드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서브관리자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발주담당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상품관리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포인트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공동구매관리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배송비 설정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취소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환불 안내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정산관리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423638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49C0DF7D-3687-4379-8B87-47D30A489681}"/>
              </a:ext>
            </a:extLst>
          </p:cNvPr>
          <p:cNvSpPr txBox="1"/>
          <p:nvPr/>
        </p:nvSpPr>
        <p:spPr>
          <a:xfrm>
            <a:off x="-32606" y="434917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EA923F9-93C6-415E-ADD9-33E2E0347D96}"/>
              </a:ext>
            </a:extLst>
          </p:cNvPr>
          <p:cNvSpPr txBox="1"/>
          <p:nvPr/>
        </p:nvSpPr>
        <p:spPr>
          <a:xfrm>
            <a:off x="-32606" y="1027584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66A6953-7EA9-4443-A021-665477114F66}"/>
              </a:ext>
            </a:extLst>
          </p:cNvPr>
          <p:cNvSpPr txBox="1"/>
          <p:nvPr/>
        </p:nvSpPr>
        <p:spPr>
          <a:xfrm>
            <a:off x="-32606" y="2797117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D291A10-6328-4E14-AFBC-91649B5B8849}"/>
              </a:ext>
            </a:extLst>
          </p:cNvPr>
          <p:cNvSpPr txBox="1"/>
          <p:nvPr/>
        </p:nvSpPr>
        <p:spPr>
          <a:xfrm>
            <a:off x="1321804" y="90900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4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2E74212-266F-46F9-A2CA-EE32CE74318D}"/>
              </a:ext>
            </a:extLst>
          </p:cNvPr>
          <p:cNvSpPr txBox="1"/>
          <p:nvPr/>
        </p:nvSpPr>
        <p:spPr>
          <a:xfrm>
            <a:off x="1321804" y="57261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5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2BBF10F-8B4B-45BE-9594-53B931FB7474}"/>
              </a:ext>
            </a:extLst>
          </p:cNvPr>
          <p:cNvSpPr txBox="1"/>
          <p:nvPr/>
        </p:nvSpPr>
        <p:spPr>
          <a:xfrm>
            <a:off x="3681995" y="1664808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8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F8EB928-F13E-4BD4-8391-14272ADD15DF}"/>
              </a:ext>
            </a:extLst>
          </p:cNvPr>
          <p:cNvSpPr txBox="1"/>
          <p:nvPr/>
        </p:nvSpPr>
        <p:spPr>
          <a:xfrm>
            <a:off x="5422897" y="1664808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9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28ABB71-A205-4DE7-A9BA-B82E269867BA}"/>
              </a:ext>
            </a:extLst>
          </p:cNvPr>
          <p:cNvSpPr txBox="1"/>
          <p:nvPr/>
        </p:nvSpPr>
        <p:spPr>
          <a:xfrm>
            <a:off x="9171407" y="457199"/>
            <a:ext cx="319318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EC20B3CC-E28C-4889-B386-6AC02B9716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1041460"/>
              </p:ext>
            </p:extLst>
          </p:nvPr>
        </p:nvGraphicFramePr>
        <p:xfrm>
          <a:off x="10171774" y="22159"/>
          <a:ext cx="1979018" cy="553315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0026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405063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P-12-001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채널관리자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채널관리자</a:t>
                      </a:r>
                      <a:endParaRPr lang="en-US" altLang="ko-KR" sz="800" dirty="0"/>
                    </a:p>
                    <a:p>
                      <a:pPr algn="l" latinLnBrk="1"/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대시보드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1387450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 메뉴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2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단계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판매채널 환경설정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채널관리 환경설정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8702436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바로가기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자주사용하는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메뉴는 별도 관리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2562567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일정기간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( 15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전의 모든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샵채널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및 공개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&amp;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부분공개의 판매 현황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14038199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채널관리 정보보기 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회원사명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판매단계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대표연락처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대표이메일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1871921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7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주문목록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</a:t>
                      </a:r>
                    </a:p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주문일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주문단계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주문형태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주문명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주문자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1187602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8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원그래프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 판매현황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45855019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9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꺽은선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그래프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</a:p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품목별 판매량 그래프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년기준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75538560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10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고객 문의사항 리스트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5339751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운영되는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 바로가기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클릭시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새창으로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채널오픈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919647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63B6CF4E-E87A-4545-9A64-2AE658D39C9A}"/>
              </a:ext>
            </a:extLst>
          </p:cNvPr>
          <p:cNvSpPr txBox="1"/>
          <p:nvPr/>
        </p:nvSpPr>
        <p:spPr>
          <a:xfrm>
            <a:off x="1321804" y="1664808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6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DE5C504-2AA9-4124-867B-1A97D74A631C}"/>
              </a:ext>
            </a:extLst>
          </p:cNvPr>
          <p:cNvSpPr txBox="1"/>
          <p:nvPr/>
        </p:nvSpPr>
        <p:spPr>
          <a:xfrm>
            <a:off x="1321803" y="371094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squar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7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14D8C51-9ECA-4398-923B-5CEA87ECBC55}"/>
              </a:ext>
            </a:extLst>
          </p:cNvPr>
          <p:cNvSpPr txBox="1"/>
          <p:nvPr/>
        </p:nvSpPr>
        <p:spPr>
          <a:xfrm>
            <a:off x="6828406" y="3710945"/>
            <a:ext cx="319318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10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808193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29BC53E9-1C7A-43F0-932C-1CBE98BCEAEC}"/>
              </a:ext>
            </a:extLst>
          </p:cNvPr>
          <p:cNvSpPr/>
          <p:nvPr/>
        </p:nvSpPr>
        <p:spPr>
          <a:xfrm>
            <a:off x="1464732" y="888999"/>
            <a:ext cx="1879601" cy="4732867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" name="표 20">
            <a:extLst>
              <a:ext uri="{FF2B5EF4-FFF2-40B4-BE49-F238E27FC236}">
                <a16:creationId xmlns:a16="http://schemas.microsoft.com/office/drawing/2014/main" id="{D840E18B-5754-4806-B93F-6962879E17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8777411"/>
              </p:ext>
            </p:extLst>
          </p:nvPr>
        </p:nvGraphicFramePr>
        <p:xfrm>
          <a:off x="1743215" y="1161414"/>
          <a:ext cx="1305704" cy="425640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5704">
                  <a:extLst>
                    <a:ext uri="{9D8B030D-6E8A-4147-A177-3AD203B41FA5}">
                      <a16:colId xmlns:a16="http://schemas.microsoft.com/office/drawing/2014/main" val="41968100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</a:t>
                      </a:r>
                      <a:r>
                        <a:rPr lang="en-US" altLang="ko-KR" sz="800" dirty="0"/>
                        <a:t>Shop </a:t>
                      </a:r>
                      <a:r>
                        <a:rPr lang="ko-KR" altLang="en-US" sz="800" dirty="0"/>
                        <a:t>채널관리 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324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Shop </a:t>
                      </a:r>
                      <a:r>
                        <a:rPr lang="ko-KR" altLang="en-US" sz="700" dirty="0"/>
                        <a:t>채널목록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Shop </a:t>
                      </a:r>
                      <a:r>
                        <a:rPr lang="ko-KR" altLang="en-US" sz="700" dirty="0"/>
                        <a:t>채널등록</a:t>
                      </a:r>
                      <a:endParaRPr lang="en-US" altLang="ko-KR" sz="700" dirty="0"/>
                    </a:p>
                    <a:p>
                      <a:pPr latinLnBrk="1"/>
                      <a:endParaRPr lang="en-US" altLang="ko-KR" sz="7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07698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상품관리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4609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</a:t>
                      </a:r>
                      <a:r>
                        <a:rPr lang="ko-KR" altLang="en-US" sz="700" dirty="0"/>
                        <a:t>자사상품목록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</a:t>
                      </a:r>
                      <a:r>
                        <a:rPr lang="ko-KR" altLang="en-US" sz="700" dirty="0"/>
                        <a:t>채널등록상품목록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</a:t>
                      </a:r>
                      <a:r>
                        <a:rPr lang="ko-KR" altLang="en-US" sz="700" dirty="0"/>
                        <a:t>공개상품목록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 </a:t>
                      </a:r>
                      <a:r>
                        <a:rPr lang="ko-KR" altLang="en-US" sz="700" dirty="0"/>
                        <a:t>부분공개상품목록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</a:t>
                      </a:r>
                      <a:r>
                        <a:rPr lang="ko-KR" altLang="en-US" sz="700" dirty="0"/>
                        <a:t> 부분공개상품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            </a:t>
                      </a:r>
                      <a:r>
                        <a:rPr lang="ko-KR" altLang="en-US" sz="700" dirty="0"/>
                        <a:t>판매신청목록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</a:t>
                      </a:r>
                      <a:r>
                        <a:rPr lang="ko-KR" altLang="en-US" sz="700" dirty="0"/>
                        <a:t>상품등록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endParaRPr lang="ko-KR" altLang="en-US" sz="7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81742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공동구매 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93204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</a:t>
                      </a:r>
                      <a:r>
                        <a:rPr lang="ko-KR" altLang="en-US" sz="700" dirty="0"/>
                        <a:t>공동구매 상품목록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 - </a:t>
                      </a:r>
                      <a:r>
                        <a:rPr lang="ko-KR" altLang="en-US" sz="700" dirty="0"/>
                        <a:t>공동구매 상품등록</a:t>
                      </a:r>
                      <a:endParaRPr lang="en-US" altLang="ko-KR" sz="700" dirty="0"/>
                    </a:p>
                    <a:p>
                      <a:pPr latinLnBrk="1"/>
                      <a:endParaRPr lang="ko-KR" altLang="en-US" sz="8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202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주문관리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410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dirty="0"/>
                        <a:t>  </a:t>
                      </a: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일반 주문목록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700" dirty="0"/>
                        <a:t>  - </a:t>
                      </a:r>
                      <a:r>
                        <a:rPr lang="ko-KR" altLang="en-US" sz="700" dirty="0"/>
                        <a:t>공동구매 주문목록</a:t>
                      </a:r>
                      <a:endParaRPr lang="en-US" altLang="ko-KR" sz="7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endParaRPr lang="ko-KR" altLang="en-US" sz="700" dirty="0"/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868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○ 발주관리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3591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○ 정산관리</a:t>
                      </a:r>
                    </a:p>
                  </a:txBody>
                  <a:tcPr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24556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9001DBFB-61C4-4A22-AD35-E9E092207A5C}"/>
              </a:ext>
            </a:extLst>
          </p:cNvPr>
          <p:cNvSpPr txBox="1"/>
          <p:nvPr/>
        </p:nvSpPr>
        <p:spPr>
          <a:xfrm>
            <a:off x="2813256" y="1131441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0D88F29-AC66-49B7-BFFC-4DAD34E94FBE}"/>
              </a:ext>
            </a:extLst>
          </p:cNvPr>
          <p:cNvSpPr txBox="1"/>
          <p:nvPr/>
        </p:nvSpPr>
        <p:spPr>
          <a:xfrm>
            <a:off x="2807726" y="1866787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6A6FD91-24A2-4DE3-82A6-D7DCD372266B}"/>
              </a:ext>
            </a:extLst>
          </p:cNvPr>
          <p:cNvSpPr txBox="1"/>
          <p:nvPr/>
        </p:nvSpPr>
        <p:spPr>
          <a:xfrm>
            <a:off x="2822533" y="3279621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65815D3-8A13-40F7-B30E-4B444DADDEA9}"/>
              </a:ext>
            </a:extLst>
          </p:cNvPr>
          <p:cNvSpPr txBox="1"/>
          <p:nvPr/>
        </p:nvSpPr>
        <p:spPr>
          <a:xfrm>
            <a:off x="2822532" y="4027041"/>
            <a:ext cx="27603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∨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6FD54B4-8DB4-4B75-9EF0-2F89F898CC38}"/>
              </a:ext>
            </a:extLst>
          </p:cNvPr>
          <p:cNvSpPr txBox="1"/>
          <p:nvPr/>
        </p:nvSpPr>
        <p:spPr>
          <a:xfrm>
            <a:off x="1602294" y="1005302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71C8208-6C3E-4313-B11B-2488ECFD1E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7846828"/>
              </p:ext>
            </p:extLst>
          </p:nvPr>
        </p:nvGraphicFramePr>
        <p:xfrm>
          <a:off x="10171774" y="22159"/>
          <a:ext cx="1979018" cy="132691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0026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405063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P-12-001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채널관리자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2</a:t>
                      </a:r>
                      <a:r>
                        <a:rPr lang="ko-KR" altLang="en-US" sz="800" dirty="0"/>
                        <a:t>단계 </a:t>
                      </a:r>
                      <a:r>
                        <a:rPr lang="ko-KR" altLang="en-US" sz="800" dirty="0" err="1"/>
                        <a:t>메뉴펼침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차 메뉴 펼침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138745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386518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6">
            <a:extLst>
              <a:ext uri="{FF2B5EF4-FFF2-40B4-BE49-F238E27FC236}">
                <a16:creationId xmlns:a16="http://schemas.microsoft.com/office/drawing/2014/main" id="{BF5DF5BB-C070-4670-9E9E-A339A38624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0806628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로그인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정보관리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대시보드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서브관리자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</a:t>
                      </a:r>
                      <a:r>
                        <a:rPr lang="en-US" altLang="ko-KR" sz="1800" b="1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채널관리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발주담당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상품관리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포인트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공동구매관리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배송비 설정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취소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환불 안내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정산관리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276042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859483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직사각형 26">
            <a:extLst>
              <a:ext uri="{FF2B5EF4-FFF2-40B4-BE49-F238E27FC236}">
                <a16:creationId xmlns:a16="http://schemas.microsoft.com/office/drawing/2014/main" id="{3F63FC72-5532-4B88-BB94-304378E263E0}"/>
              </a:ext>
            </a:extLst>
          </p:cNvPr>
          <p:cNvSpPr/>
          <p:nvPr/>
        </p:nvSpPr>
        <p:spPr>
          <a:xfrm>
            <a:off x="-719666" y="3510405"/>
            <a:ext cx="10433117" cy="1787014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74CD0E0-7733-4ABA-A3C2-EE35321CF56D}"/>
              </a:ext>
            </a:extLst>
          </p:cNvPr>
          <p:cNvSpPr/>
          <p:nvPr/>
        </p:nvSpPr>
        <p:spPr>
          <a:xfrm>
            <a:off x="755649" y="3878617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5869DD36-4474-4464-86B6-737B104A9352}"/>
              </a:ext>
            </a:extLst>
          </p:cNvPr>
          <p:cNvSpPr/>
          <p:nvPr/>
        </p:nvSpPr>
        <p:spPr>
          <a:xfrm>
            <a:off x="8679769" y="3875845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32" name="표 63">
            <a:extLst>
              <a:ext uri="{FF2B5EF4-FFF2-40B4-BE49-F238E27FC236}">
                <a16:creationId xmlns:a16="http://schemas.microsoft.com/office/drawing/2014/main" id="{5A73224A-4018-4362-A7C1-4935B0973B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8139862"/>
              </p:ext>
            </p:extLst>
          </p:nvPr>
        </p:nvGraphicFramePr>
        <p:xfrm>
          <a:off x="-485508" y="3855665"/>
          <a:ext cx="9936421" cy="91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01924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3857898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  <a:gridCol w="1254034">
                  <a:extLst>
                    <a:ext uri="{9D8B030D-6E8A-4147-A177-3AD203B41FA5}">
                      <a16:colId xmlns:a16="http://schemas.microsoft.com/office/drawing/2014/main" val="246205619"/>
                    </a:ext>
                  </a:extLst>
                </a:gridCol>
                <a:gridCol w="3722565">
                  <a:extLst>
                    <a:ext uri="{9D8B030D-6E8A-4147-A177-3AD203B41FA5}">
                      <a16:colId xmlns:a16="http://schemas.microsoft.com/office/drawing/2014/main" val="85287171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/>
                        <a:t>Shop</a:t>
                      </a:r>
                      <a:r>
                        <a:rPr lang="ko-KR" altLang="en-US" sz="900" dirty="0"/>
                        <a:t> </a:t>
                      </a:r>
                      <a:r>
                        <a:rPr lang="ko-KR" altLang="en-US" sz="900" dirty="0" err="1"/>
                        <a:t>채널명</a:t>
                      </a:r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 err="1"/>
                        <a:t>채널키워드</a:t>
                      </a:r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9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채널상태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채널범위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891665"/>
                  </a:ext>
                </a:extLst>
              </a:tr>
              <a:tr h="0">
                <a:tc gridSpan="4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F05FF6A8-D7B9-4550-9467-8BB52DAA4CB8}"/>
              </a:ext>
            </a:extLst>
          </p:cNvPr>
          <p:cNvSpPr/>
          <p:nvPr/>
        </p:nvSpPr>
        <p:spPr>
          <a:xfrm>
            <a:off x="8679768" y="4552305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DBA5936-C758-4309-93BB-C0A0F7A49E05}"/>
              </a:ext>
            </a:extLst>
          </p:cNvPr>
          <p:cNvSpPr/>
          <p:nvPr/>
        </p:nvSpPr>
        <p:spPr>
          <a:xfrm>
            <a:off x="5761858" y="4319443"/>
            <a:ext cx="249780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□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공개     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□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비공개    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□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일반용    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□ </a:t>
            </a:r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회원용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1B76345-D804-4A4C-B203-962B6714886A}"/>
              </a:ext>
            </a:extLst>
          </p:cNvPr>
          <p:cNvSpPr/>
          <p:nvPr/>
        </p:nvSpPr>
        <p:spPr>
          <a:xfrm>
            <a:off x="691415" y="4319946"/>
            <a:ext cx="15504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●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 ○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운영     ○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중지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A00DF20-888A-44BC-9ABC-692540CEA320}"/>
              </a:ext>
            </a:extLst>
          </p:cNvPr>
          <p:cNvSpPr/>
          <p:nvPr/>
        </p:nvSpPr>
        <p:spPr>
          <a:xfrm>
            <a:off x="755649" y="4114402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55A03F4F-9AA4-48D1-9CF3-3538E6F14AFB}"/>
              </a:ext>
            </a:extLst>
          </p:cNvPr>
          <p:cNvSpPr/>
          <p:nvPr/>
        </p:nvSpPr>
        <p:spPr>
          <a:xfrm>
            <a:off x="8356299" y="680633"/>
            <a:ext cx="897466" cy="516467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FB0559E4-F288-4661-ADC2-5A6C21CB3542}"/>
              </a:ext>
            </a:extLst>
          </p:cNvPr>
          <p:cNvCxnSpPr>
            <a:cxnSpLocks/>
            <a:stCxn id="38" idx="4"/>
          </p:cNvCxnSpPr>
          <p:nvPr/>
        </p:nvCxnSpPr>
        <p:spPr>
          <a:xfrm flipH="1">
            <a:off x="7921933" y="1197100"/>
            <a:ext cx="883099" cy="2452033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148D696A-CCC4-40CE-B292-D8C3D6F8E621}"/>
              </a:ext>
            </a:extLst>
          </p:cNvPr>
          <p:cNvSpPr txBox="1"/>
          <p:nvPr/>
        </p:nvSpPr>
        <p:spPr>
          <a:xfrm>
            <a:off x="8285422" y="70803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119077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AEB36132-1131-46AC-88E3-1372E542FC2E}"/>
              </a:ext>
            </a:extLst>
          </p:cNvPr>
          <p:cNvGrpSpPr/>
          <p:nvPr/>
        </p:nvGrpSpPr>
        <p:grpSpPr>
          <a:xfrm>
            <a:off x="2866104" y="2503534"/>
            <a:ext cx="3001296" cy="2974400"/>
            <a:chOff x="2510504" y="2198734"/>
            <a:chExt cx="3001296" cy="2974400"/>
          </a:xfrm>
        </p:grpSpPr>
        <p:sp>
          <p:nvSpPr>
            <p:cNvPr id="2" name="직사각형 1">
              <a:extLst>
                <a:ext uri="{FF2B5EF4-FFF2-40B4-BE49-F238E27FC236}">
                  <a16:creationId xmlns:a16="http://schemas.microsoft.com/office/drawing/2014/main" id="{5D063EF9-69B2-44A8-8AB4-1949707125E5}"/>
                </a:ext>
              </a:extLst>
            </p:cNvPr>
            <p:cNvSpPr/>
            <p:nvPr/>
          </p:nvSpPr>
          <p:spPr>
            <a:xfrm>
              <a:off x="2510504" y="2198734"/>
              <a:ext cx="3001296" cy="2974400"/>
            </a:xfrm>
            <a:prstGeom prst="rect">
              <a:avLst/>
            </a:prstGeom>
            <a:ln>
              <a:solidFill>
                <a:schemeClr val="dk1"/>
              </a:solidFill>
            </a:ln>
            <a:effectLst>
              <a:outerShdw blurRad="63500" sx="101000" sy="101000" algn="ctr" rotWithShape="0">
                <a:schemeClr val="tx1">
                  <a:alpha val="50000"/>
                </a:schemeClr>
              </a:outerShdw>
              <a:softEdge rad="12700"/>
            </a:effectLst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3" name="그림 2">
              <a:extLst>
                <a:ext uri="{FF2B5EF4-FFF2-40B4-BE49-F238E27FC236}">
                  <a16:creationId xmlns:a16="http://schemas.microsoft.com/office/drawing/2014/main" id="{55149958-E9D1-409C-A900-81619BA7031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667337" y="2363869"/>
              <a:ext cx="2607395" cy="2607395"/>
            </a:xfrm>
            <a:prstGeom prst="rect">
              <a:avLst/>
            </a:prstGeom>
          </p:spPr>
        </p:pic>
      </p:grpSp>
      <p:sp>
        <p:nvSpPr>
          <p:cNvPr id="5" name="타원 4">
            <a:extLst>
              <a:ext uri="{FF2B5EF4-FFF2-40B4-BE49-F238E27FC236}">
                <a16:creationId xmlns:a16="http://schemas.microsoft.com/office/drawing/2014/main" id="{A24881A9-C424-4A2E-A3D5-890D4F2AE0F4}"/>
              </a:ext>
            </a:extLst>
          </p:cNvPr>
          <p:cNvSpPr/>
          <p:nvPr/>
        </p:nvSpPr>
        <p:spPr>
          <a:xfrm>
            <a:off x="6467060" y="1865966"/>
            <a:ext cx="651935" cy="516467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" name="직선 화살표 연결선 5">
            <a:extLst>
              <a:ext uri="{FF2B5EF4-FFF2-40B4-BE49-F238E27FC236}">
                <a16:creationId xmlns:a16="http://schemas.microsoft.com/office/drawing/2014/main" id="{ED633534-577F-428A-8D63-7D770FB0DD72}"/>
              </a:ext>
            </a:extLst>
          </p:cNvPr>
          <p:cNvCxnSpPr>
            <a:cxnSpLocks/>
            <a:stCxn id="5" idx="4"/>
            <a:endCxn id="2" idx="3"/>
          </p:cNvCxnSpPr>
          <p:nvPr/>
        </p:nvCxnSpPr>
        <p:spPr>
          <a:xfrm flipH="1">
            <a:off x="5867400" y="2382433"/>
            <a:ext cx="925628" cy="1608301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7433374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5116900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608FA3DB-436C-4EE6-8056-B5041DD503CE}"/>
              </a:ext>
            </a:extLst>
          </p:cNvPr>
          <p:cNvSpPr/>
          <p:nvPr/>
        </p:nvSpPr>
        <p:spPr>
          <a:xfrm>
            <a:off x="-135467" y="1487535"/>
            <a:ext cx="10253134" cy="1323398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9F868D3-E990-47F5-8398-31F1D75487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1026472"/>
              </p:ext>
            </p:extLst>
          </p:nvPr>
        </p:nvGraphicFramePr>
        <p:xfrm>
          <a:off x="76199" y="1722105"/>
          <a:ext cx="9943899" cy="640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5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804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95703">
                  <a:extLst>
                    <a:ext uri="{9D8B030D-6E8A-4147-A177-3AD203B41FA5}">
                      <a16:colId xmlns:a16="http://schemas.microsoft.com/office/drawing/2014/main" val="4010982125"/>
                    </a:ext>
                  </a:extLst>
                </a:gridCol>
                <a:gridCol w="3662741">
                  <a:extLst>
                    <a:ext uri="{9D8B030D-6E8A-4147-A177-3AD203B41FA5}">
                      <a16:colId xmlns:a16="http://schemas.microsoft.com/office/drawing/2014/main" val="264623407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Me9-2024-099833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채널상태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운영   ●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공개여부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공개   ● 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구매권한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□  회원전용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4838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38A8F6FA-B9E7-4C97-8B30-A1A43F63757B}"/>
              </a:ext>
            </a:extLst>
          </p:cNvPr>
          <p:cNvSpPr/>
          <p:nvPr/>
        </p:nvSpPr>
        <p:spPr>
          <a:xfrm>
            <a:off x="1364722" y="2170883"/>
            <a:ext cx="8535063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C05B82F-577B-4589-B4D4-05E44F2F2812}"/>
              </a:ext>
            </a:extLst>
          </p:cNvPr>
          <p:cNvSpPr/>
          <p:nvPr/>
        </p:nvSpPr>
        <p:spPr>
          <a:xfrm>
            <a:off x="2423858" y="1957472"/>
            <a:ext cx="1587689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Password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keyword</a:t>
            </a: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1CAF3CC-0BF2-458C-A79A-76A34287FE46}"/>
              </a:ext>
            </a:extLst>
          </p:cNvPr>
          <p:cNvSpPr/>
          <p:nvPr/>
        </p:nvSpPr>
        <p:spPr>
          <a:xfrm>
            <a:off x="1771923" y="782233"/>
            <a:ext cx="651935" cy="516467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27501C36-FD9A-42F8-9DB9-D69A5C7D6D0D}"/>
              </a:ext>
            </a:extLst>
          </p:cNvPr>
          <p:cNvCxnSpPr>
            <a:cxnSpLocks/>
            <a:stCxn id="23" idx="4"/>
          </p:cNvCxnSpPr>
          <p:nvPr/>
        </p:nvCxnSpPr>
        <p:spPr>
          <a:xfrm>
            <a:off x="2097891" y="1298700"/>
            <a:ext cx="325967" cy="658772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F753BD34-59FD-4F72-ACAD-4D441DD5DF30}"/>
              </a:ext>
            </a:extLst>
          </p:cNvPr>
          <p:cNvSpPr txBox="1"/>
          <p:nvPr/>
        </p:nvSpPr>
        <p:spPr>
          <a:xfrm>
            <a:off x="1645927" y="666817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191282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608FA3DB-436C-4EE6-8056-B5041DD503CE}"/>
              </a:ext>
            </a:extLst>
          </p:cNvPr>
          <p:cNvSpPr/>
          <p:nvPr/>
        </p:nvSpPr>
        <p:spPr>
          <a:xfrm>
            <a:off x="-270927" y="2105601"/>
            <a:ext cx="10253134" cy="1695927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1CAF3CC-0BF2-458C-A79A-76A34287FE46}"/>
              </a:ext>
            </a:extLst>
          </p:cNvPr>
          <p:cNvSpPr/>
          <p:nvPr/>
        </p:nvSpPr>
        <p:spPr>
          <a:xfrm>
            <a:off x="1231060" y="1447801"/>
            <a:ext cx="3154673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753BD34-59FD-4F72-ACAD-4D441DD5DF30}"/>
              </a:ext>
            </a:extLst>
          </p:cNvPr>
          <p:cNvSpPr txBox="1"/>
          <p:nvPr/>
        </p:nvSpPr>
        <p:spPr>
          <a:xfrm>
            <a:off x="1882995" y="1303963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2846AC3D-9025-43CA-88AE-4EEC8D4F10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4724596"/>
              </p:ext>
            </p:extLst>
          </p:nvPr>
        </p:nvGraphicFramePr>
        <p:xfrm>
          <a:off x="-43694" y="2372846"/>
          <a:ext cx="9943899" cy="79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5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88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카피라이트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6891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그룹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keyword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F1D0652E-9D07-4E20-A531-D7127B0B380D}"/>
              </a:ext>
            </a:extLst>
          </p:cNvPr>
          <p:cNvSpPr/>
          <p:nvPr/>
        </p:nvSpPr>
        <p:spPr>
          <a:xfrm>
            <a:off x="1244828" y="2664735"/>
            <a:ext cx="2722514" cy="17691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Keyword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입력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C0B5768-F40A-4A56-B872-7B4219813035}"/>
              </a:ext>
            </a:extLst>
          </p:cNvPr>
          <p:cNvSpPr/>
          <p:nvPr/>
        </p:nvSpPr>
        <p:spPr>
          <a:xfrm>
            <a:off x="1244828" y="2887137"/>
            <a:ext cx="8535062" cy="21893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모서리가 둥근 직사각형 89">
            <a:extLst>
              <a:ext uri="{FF2B5EF4-FFF2-40B4-BE49-F238E27FC236}">
                <a16:creationId xmlns:a16="http://schemas.microsoft.com/office/drawing/2014/main" id="{7B52C89E-5EF3-48F0-A14F-A14D27225F77}"/>
              </a:ext>
            </a:extLst>
          </p:cNvPr>
          <p:cNvSpPr/>
          <p:nvPr/>
        </p:nvSpPr>
        <p:spPr>
          <a:xfrm>
            <a:off x="1283090" y="2919170"/>
            <a:ext cx="725985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/>
              <a:t>그룹명</a:t>
            </a:r>
            <a:r>
              <a:rPr lang="ko-KR" altLang="en-US" sz="800" dirty="0"/>
              <a:t> </a:t>
            </a:r>
            <a:r>
              <a:rPr lang="en-US" altLang="ko-KR" sz="800" dirty="0"/>
              <a:t>#2</a:t>
            </a:r>
            <a:endParaRPr lang="ko-KR" altLang="en-US" sz="800" dirty="0"/>
          </a:p>
        </p:txBody>
      </p:sp>
      <p:sp>
        <p:nvSpPr>
          <p:cNvPr id="20" name="모서리가 둥근 직사각형 90">
            <a:extLst>
              <a:ext uri="{FF2B5EF4-FFF2-40B4-BE49-F238E27FC236}">
                <a16:creationId xmlns:a16="http://schemas.microsoft.com/office/drawing/2014/main" id="{1F2425B0-47A2-4E06-BA3D-53752AFADE1C}"/>
              </a:ext>
            </a:extLst>
          </p:cNvPr>
          <p:cNvSpPr/>
          <p:nvPr/>
        </p:nvSpPr>
        <p:spPr>
          <a:xfrm>
            <a:off x="2409471" y="2919170"/>
            <a:ext cx="1188857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/>
              <a:t>그룹명</a:t>
            </a:r>
            <a:r>
              <a:rPr lang="ko-KR" altLang="en-US" sz="800" dirty="0"/>
              <a:t> 키워드 </a:t>
            </a:r>
            <a:r>
              <a:rPr lang="en-US" altLang="ko-KR" sz="800" dirty="0"/>
              <a:t>#1</a:t>
            </a:r>
            <a:endParaRPr lang="ko-KR" altLang="en-US" sz="800" dirty="0"/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6685C705-76E8-4C7F-9E57-201451234891}"/>
              </a:ext>
            </a:extLst>
          </p:cNvPr>
          <p:cNvGrpSpPr/>
          <p:nvPr/>
        </p:nvGrpSpPr>
        <p:grpSpPr>
          <a:xfrm>
            <a:off x="2046972" y="2919170"/>
            <a:ext cx="144282" cy="141422"/>
            <a:chOff x="4529318" y="3094220"/>
            <a:chExt cx="144282" cy="141422"/>
          </a:xfrm>
        </p:grpSpPr>
        <p:pic>
          <p:nvPicPr>
            <p:cNvPr id="22" name="그림 21">
              <a:extLst>
                <a:ext uri="{FF2B5EF4-FFF2-40B4-BE49-F238E27FC236}">
                  <a16:creationId xmlns:a16="http://schemas.microsoft.com/office/drawing/2014/main" id="{31A2E8FA-1AC9-4158-868C-933103C29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4547256" y="3102262"/>
              <a:ext cx="125337" cy="125337"/>
            </a:xfrm>
            <a:prstGeom prst="rect">
              <a:avLst/>
            </a:prstGeom>
          </p:spPr>
        </p:pic>
        <p:sp>
          <p:nvSpPr>
            <p:cNvPr id="25" name="모서리가 둥근 직사각형 96">
              <a:extLst>
                <a:ext uri="{FF2B5EF4-FFF2-40B4-BE49-F238E27FC236}">
                  <a16:creationId xmlns:a16="http://schemas.microsoft.com/office/drawing/2014/main" id="{3F432A1D-3612-44E6-824A-8422F3D705CC}"/>
                </a:ext>
              </a:extLst>
            </p:cNvPr>
            <p:cNvSpPr/>
            <p:nvPr/>
          </p:nvSpPr>
          <p:spPr>
            <a:xfrm>
              <a:off x="4529318" y="3094220"/>
              <a:ext cx="144282" cy="141422"/>
            </a:xfrm>
            <a:prstGeom prst="roundRect">
              <a:avLst>
                <a:gd name="adj" fmla="val 15598"/>
              </a:avLst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</a:rPr>
                <a:t>    </a:t>
              </a: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2F39795B-5CF2-4034-A553-BEF53BF050A8}"/>
              </a:ext>
            </a:extLst>
          </p:cNvPr>
          <p:cNvGrpSpPr/>
          <p:nvPr/>
        </p:nvGrpSpPr>
        <p:grpSpPr>
          <a:xfrm>
            <a:off x="3644612" y="2919170"/>
            <a:ext cx="144282" cy="141422"/>
            <a:chOff x="4529318" y="3094220"/>
            <a:chExt cx="144282" cy="141422"/>
          </a:xfrm>
        </p:grpSpPr>
        <p:pic>
          <p:nvPicPr>
            <p:cNvPr id="28" name="그림 27">
              <a:extLst>
                <a:ext uri="{FF2B5EF4-FFF2-40B4-BE49-F238E27FC236}">
                  <a16:creationId xmlns:a16="http://schemas.microsoft.com/office/drawing/2014/main" id="{C31EBDFC-365A-4CBC-B677-ED0BBA41B3C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4547256" y="3102262"/>
              <a:ext cx="125337" cy="125337"/>
            </a:xfrm>
            <a:prstGeom prst="rect">
              <a:avLst/>
            </a:prstGeom>
          </p:spPr>
        </p:pic>
        <p:sp>
          <p:nvSpPr>
            <p:cNvPr id="29" name="모서리가 둥근 직사각형 94">
              <a:extLst>
                <a:ext uri="{FF2B5EF4-FFF2-40B4-BE49-F238E27FC236}">
                  <a16:creationId xmlns:a16="http://schemas.microsoft.com/office/drawing/2014/main" id="{EBD29E41-2AF2-4B5D-A231-DB56D1EC0275}"/>
                </a:ext>
              </a:extLst>
            </p:cNvPr>
            <p:cNvSpPr/>
            <p:nvPr/>
          </p:nvSpPr>
          <p:spPr>
            <a:xfrm>
              <a:off x="4529318" y="3094220"/>
              <a:ext cx="144282" cy="141422"/>
            </a:xfrm>
            <a:prstGeom prst="roundRect">
              <a:avLst>
                <a:gd name="adj" fmla="val 15598"/>
              </a:avLst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</a:rPr>
                <a:t>    </a:t>
              </a:r>
            </a:p>
          </p:txBody>
        </p:sp>
      </p:grpSp>
      <p:sp>
        <p:nvSpPr>
          <p:cNvPr id="30" name="모서리가 둥근 직사각형 90">
            <a:extLst>
              <a:ext uri="{FF2B5EF4-FFF2-40B4-BE49-F238E27FC236}">
                <a16:creationId xmlns:a16="http://schemas.microsoft.com/office/drawing/2014/main" id="{650E5718-902F-4020-A097-D8DB1EC0A43A}"/>
              </a:ext>
            </a:extLst>
          </p:cNvPr>
          <p:cNvSpPr/>
          <p:nvPr/>
        </p:nvSpPr>
        <p:spPr>
          <a:xfrm>
            <a:off x="3967342" y="2927636"/>
            <a:ext cx="1188857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/>
              <a:t>그룹명</a:t>
            </a:r>
            <a:r>
              <a:rPr lang="ko-KR" altLang="en-US" sz="800" dirty="0"/>
              <a:t> 키워드 </a:t>
            </a:r>
            <a:r>
              <a:rPr lang="en-US" altLang="ko-KR" sz="800" dirty="0"/>
              <a:t>#2</a:t>
            </a:r>
            <a:endParaRPr lang="ko-KR" altLang="en-US" sz="800" dirty="0"/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062AFF56-6B0D-46B0-995A-C90EA680613B}"/>
              </a:ext>
            </a:extLst>
          </p:cNvPr>
          <p:cNvGrpSpPr/>
          <p:nvPr/>
        </p:nvGrpSpPr>
        <p:grpSpPr>
          <a:xfrm>
            <a:off x="5202483" y="2927636"/>
            <a:ext cx="144282" cy="141422"/>
            <a:chOff x="4529318" y="3094220"/>
            <a:chExt cx="144282" cy="141422"/>
          </a:xfrm>
        </p:grpSpPr>
        <p:pic>
          <p:nvPicPr>
            <p:cNvPr id="32" name="그림 31">
              <a:extLst>
                <a:ext uri="{FF2B5EF4-FFF2-40B4-BE49-F238E27FC236}">
                  <a16:creationId xmlns:a16="http://schemas.microsoft.com/office/drawing/2014/main" id="{860D4BDB-D560-4E52-980E-8F8477BD0CB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4547256" y="3102262"/>
              <a:ext cx="125337" cy="125337"/>
            </a:xfrm>
            <a:prstGeom prst="rect">
              <a:avLst/>
            </a:prstGeom>
          </p:spPr>
        </p:pic>
        <p:sp>
          <p:nvSpPr>
            <p:cNvPr id="33" name="모서리가 둥근 직사각형 94">
              <a:extLst>
                <a:ext uri="{FF2B5EF4-FFF2-40B4-BE49-F238E27FC236}">
                  <a16:creationId xmlns:a16="http://schemas.microsoft.com/office/drawing/2014/main" id="{0162002B-4CF6-4ADC-A208-130B1E4B623F}"/>
                </a:ext>
              </a:extLst>
            </p:cNvPr>
            <p:cNvSpPr/>
            <p:nvPr/>
          </p:nvSpPr>
          <p:spPr>
            <a:xfrm>
              <a:off x="4529318" y="3094220"/>
              <a:ext cx="144282" cy="141422"/>
            </a:xfrm>
            <a:prstGeom prst="roundRect">
              <a:avLst>
                <a:gd name="adj" fmla="val 15598"/>
              </a:avLst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</a:rPr>
                <a:t>    </a:t>
              </a:r>
            </a:p>
          </p:txBody>
        </p:sp>
      </p:grp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5F74EDB-247F-4479-9242-EBFAFECAC6EB}"/>
              </a:ext>
            </a:extLst>
          </p:cNvPr>
          <p:cNvSpPr/>
          <p:nvPr/>
        </p:nvSpPr>
        <p:spPr>
          <a:xfrm>
            <a:off x="1244828" y="2398962"/>
            <a:ext cx="8535063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27501C36-FD9A-42F8-9DB9-D69A5C7D6D0D}"/>
              </a:ext>
            </a:extLst>
          </p:cNvPr>
          <p:cNvCxnSpPr>
            <a:cxnSpLocks/>
            <a:stCxn id="23" idx="4"/>
          </p:cNvCxnSpPr>
          <p:nvPr/>
        </p:nvCxnSpPr>
        <p:spPr>
          <a:xfrm flipH="1">
            <a:off x="2531533" y="1891425"/>
            <a:ext cx="276864" cy="77331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61AD53DD-035B-4776-868F-9FAD4ED515CE}"/>
              </a:ext>
            </a:extLst>
          </p:cNvPr>
          <p:cNvSpPr txBox="1"/>
          <p:nvPr/>
        </p:nvSpPr>
        <p:spPr>
          <a:xfrm>
            <a:off x="1892630" y="3038360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49206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608FA3DB-436C-4EE6-8056-B5041DD503CE}"/>
              </a:ext>
            </a:extLst>
          </p:cNvPr>
          <p:cNvSpPr/>
          <p:nvPr/>
        </p:nvSpPr>
        <p:spPr>
          <a:xfrm>
            <a:off x="-152400" y="2790571"/>
            <a:ext cx="10253134" cy="1498671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1CAF3CC-0BF2-458C-A79A-76A34287FE46}"/>
              </a:ext>
            </a:extLst>
          </p:cNvPr>
          <p:cNvSpPr/>
          <p:nvPr/>
        </p:nvSpPr>
        <p:spPr>
          <a:xfrm>
            <a:off x="1188727" y="2125135"/>
            <a:ext cx="1681473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753BD34-59FD-4F72-ACAD-4D441DD5DF30}"/>
              </a:ext>
            </a:extLst>
          </p:cNvPr>
          <p:cNvSpPr txBox="1"/>
          <p:nvPr/>
        </p:nvSpPr>
        <p:spPr>
          <a:xfrm>
            <a:off x="1903467" y="199454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27501C36-FD9A-42F8-9DB9-D69A5C7D6D0D}"/>
              </a:ext>
            </a:extLst>
          </p:cNvPr>
          <p:cNvCxnSpPr>
            <a:cxnSpLocks/>
            <a:stCxn id="23" idx="4"/>
          </p:cNvCxnSpPr>
          <p:nvPr/>
        </p:nvCxnSpPr>
        <p:spPr>
          <a:xfrm flipH="1">
            <a:off x="1964267" y="2568759"/>
            <a:ext cx="65197" cy="674456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34A6BC75-C844-4101-B73E-B065A5919E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3094600"/>
              </p:ext>
            </p:extLst>
          </p:nvPr>
        </p:nvGraphicFramePr>
        <p:xfrm>
          <a:off x="0" y="3272549"/>
          <a:ext cx="9943899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사용기간 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무기한 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●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기간제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960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사용기간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7" name="TextBox 36">
            <a:extLst>
              <a:ext uri="{FF2B5EF4-FFF2-40B4-BE49-F238E27FC236}">
                <a16:creationId xmlns:a16="http://schemas.microsoft.com/office/drawing/2014/main" id="{D6A3A6B6-EC03-485D-BB4E-1F4F8E35C314}"/>
              </a:ext>
            </a:extLst>
          </p:cNvPr>
          <p:cNvSpPr txBox="1"/>
          <p:nvPr/>
        </p:nvSpPr>
        <p:spPr>
          <a:xfrm>
            <a:off x="-58357" y="3012383"/>
            <a:ext cx="138050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Shop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채널 사용주기</a:t>
            </a:r>
            <a:endParaRPr lang="ko-KR" altLang="en-US" sz="900" dirty="0"/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EA18D235-3186-4DC6-AB35-9CF68A6E400D}"/>
              </a:ext>
            </a:extLst>
          </p:cNvPr>
          <p:cNvSpPr/>
          <p:nvPr/>
        </p:nvSpPr>
        <p:spPr>
          <a:xfrm>
            <a:off x="1288522" y="3523903"/>
            <a:ext cx="792089" cy="13041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39" name="그림 38">
            <a:extLst>
              <a:ext uri="{FF2B5EF4-FFF2-40B4-BE49-F238E27FC236}">
                <a16:creationId xmlns:a16="http://schemas.microsoft.com/office/drawing/2014/main" id="{F20A95CA-B5F8-472D-8839-D3B64194298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41064" y="3516944"/>
            <a:ext cx="146839" cy="146839"/>
          </a:xfrm>
          <a:prstGeom prst="rect">
            <a:avLst/>
          </a:prstGeom>
        </p:spPr>
      </p:pic>
      <p:sp>
        <p:nvSpPr>
          <p:cNvPr id="40" name="직사각형 39">
            <a:extLst>
              <a:ext uri="{FF2B5EF4-FFF2-40B4-BE49-F238E27FC236}">
                <a16:creationId xmlns:a16="http://schemas.microsoft.com/office/drawing/2014/main" id="{DAE4C18B-EDA7-40FD-940D-97DD35170614}"/>
              </a:ext>
            </a:extLst>
          </p:cNvPr>
          <p:cNvSpPr/>
          <p:nvPr/>
        </p:nvSpPr>
        <p:spPr>
          <a:xfrm>
            <a:off x="2395834" y="3523903"/>
            <a:ext cx="654027" cy="13041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시 선택▼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74F3ABD-4006-46B7-A07B-02282612EE3C}"/>
              </a:ext>
            </a:extLst>
          </p:cNvPr>
          <p:cNvSpPr txBox="1"/>
          <p:nvPr/>
        </p:nvSpPr>
        <p:spPr>
          <a:xfrm>
            <a:off x="3025384" y="3467005"/>
            <a:ext cx="26481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/>
              <a:t>~</a:t>
            </a:r>
            <a:endParaRPr lang="ko-KR" altLang="en-US" sz="900" dirty="0"/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524EC47-F2A0-4BE4-8D34-E19C5287A486}"/>
              </a:ext>
            </a:extLst>
          </p:cNvPr>
          <p:cNvSpPr/>
          <p:nvPr/>
        </p:nvSpPr>
        <p:spPr>
          <a:xfrm>
            <a:off x="3283366" y="3523903"/>
            <a:ext cx="792089" cy="13041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43" name="그림 42">
            <a:extLst>
              <a:ext uri="{FF2B5EF4-FFF2-40B4-BE49-F238E27FC236}">
                <a16:creationId xmlns:a16="http://schemas.microsoft.com/office/drawing/2014/main" id="{EF38FF18-E537-4B77-ABF8-3671E032E0A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5908" y="3516944"/>
            <a:ext cx="146839" cy="146839"/>
          </a:xfrm>
          <a:prstGeom prst="rect">
            <a:avLst/>
          </a:prstGeom>
        </p:spPr>
      </p:pic>
      <p:sp>
        <p:nvSpPr>
          <p:cNvPr id="44" name="직사각형 43">
            <a:extLst>
              <a:ext uri="{FF2B5EF4-FFF2-40B4-BE49-F238E27FC236}">
                <a16:creationId xmlns:a16="http://schemas.microsoft.com/office/drawing/2014/main" id="{8F4C3B3A-EE49-4CF2-9E05-2264D90A7361}"/>
              </a:ext>
            </a:extLst>
          </p:cNvPr>
          <p:cNvSpPr/>
          <p:nvPr/>
        </p:nvSpPr>
        <p:spPr>
          <a:xfrm>
            <a:off x="4390678" y="3523903"/>
            <a:ext cx="654027" cy="13041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시 선택▼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1AD53DD-035B-4776-868F-9FAD4ED515CE}"/>
              </a:ext>
            </a:extLst>
          </p:cNvPr>
          <p:cNvSpPr txBox="1"/>
          <p:nvPr/>
        </p:nvSpPr>
        <p:spPr>
          <a:xfrm>
            <a:off x="1005691" y="348361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371706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608FA3DB-436C-4EE6-8056-B5041DD503CE}"/>
              </a:ext>
            </a:extLst>
          </p:cNvPr>
          <p:cNvSpPr/>
          <p:nvPr/>
        </p:nvSpPr>
        <p:spPr>
          <a:xfrm>
            <a:off x="-135466" y="3493305"/>
            <a:ext cx="10253134" cy="1498671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1CAF3CC-0BF2-458C-A79A-76A34287FE46}"/>
              </a:ext>
            </a:extLst>
          </p:cNvPr>
          <p:cNvSpPr/>
          <p:nvPr/>
        </p:nvSpPr>
        <p:spPr>
          <a:xfrm>
            <a:off x="1205661" y="2827869"/>
            <a:ext cx="1681473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753BD34-59FD-4F72-ACAD-4D441DD5DF30}"/>
              </a:ext>
            </a:extLst>
          </p:cNvPr>
          <p:cNvSpPr txBox="1"/>
          <p:nvPr/>
        </p:nvSpPr>
        <p:spPr>
          <a:xfrm>
            <a:off x="1920401" y="2697279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27501C36-FD9A-42F8-9DB9-D69A5C7D6D0D}"/>
              </a:ext>
            </a:extLst>
          </p:cNvPr>
          <p:cNvCxnSpPr>
            <a:cxnSpLocks/>
            <a:stCxn id="23" idx="4"/>
          </p:cNvCxnSpPr>
          <p:nvPr/>
        </p:nvCxnSpPr>
        <p:spPr>
          <a:xfrm flipH="1">
            <a:off x="1981201" y="3271493"/>
            <a:ext cx="65197" cy="674456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DC34BD3A-C220-45E8-BFF1-B7A0FD4044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3041951"/>
              </p:ext>
            </p:extLst>
          </p:nvPr>
        </p:nvGraphicFramePr>
        <p:xfrm>
          <a:off x="0" y="3945949"/>
          <a:ext cx="9943899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로고 사용여부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미사용 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●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 사용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960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로고 이미지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8D1E8197-6EC1-4049-BCEE-F61EF0E0F367}"/>
              </a:ext>
            </a:extLst>
          </p:cNvPr>
          <p:cNvGrpSpPr/>
          <p:nvPr/>
        </p:nvGrpSpPr>
        <p:grpSpPr>
          <a:xfrm>
            <a:off x="1294197" y="4208818"/>
            <a:ext cx="2089400" cy="120097"/>
            <a:chOff x="5148065" y="1124744"/>
            <a:chExt cx="2089400" cy="192328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DE299F27-2DF0-4EE9-89F6-B94A802B87C5}"/>
                </a:ext>
              </a:extLst>
            </p:cNvPr>
            <p:cNvSpPr/>
            <p:nvPr/>
          </p:nvSpPr>
          <p:spPr>
            <a:xfrm>
              <a:off x="5148065" y="1124744"/>
              <a:ext cx="1368151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EE5B1D1E-070F-422F-B4B5-B793CF62B7EE}"/>
                </a:ext>
              </a:extLst>
            </p:cNvPr>
            <p:cNvSpPr/>
            <p:nvPr/>
          </p:nvSpPr>
          <p:spPr>
            <a:xfrm>
              <a:off x="6516216" y="1124744"/>
              <a:ext cx="721249" cy="192328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찾아보기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E9722614-6998-4BE3-B79F-D2CA2A0E4953}"/>
              </a:ext>
            </a:extLst>
          </p:cNvPr>
          <p:cNvSpPr txBox="1"/>
          <p:nvPr/>
        </p:nvSpPr>
        <p:spPr>
          <a:xfrm>
            <a:off x="3481156" y="4159286"/>
            <a:ext cx="15600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최적사이즈 </a:t>
            </a:r>
            <a:r>
              <a:rPr lang="en-US" altLang="ko-KR" sz="900" dirty="0"/>
              <a:t>000px * 000px</a:t>
            </a:r>
            <a:endParaRPr lang="ko-KR" altLang="en-US" sz="900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6F492E1-1C3C-42B5-82FA-2745A012BCDE}"/>
              </a:ext>
            </a:extLst>
          </p:cNvPr>
          <p:cNvSpPr txBox="1"/>
          <p:nvPr/>
        </p:nvSpPr>
        <p:spPr>
          <a:xfrm>
            <a:off x="-58357" y="3685783"/>
            <a:ext cx="347883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Shop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채널 로고 이미지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(</a:t>
            </a:r>
            <a:r>
              <a:rPr lang="en-US" altLang="ko-KR" sz="700" b="0" i="0" u="none" strike="noStrike" dirty="0">
                <a:solidFill>
                  <a:srgbClr val="FF0000"/>
                </a:solidFill>
                <a:effectLst/>
                <a:latin typeface="+mn-ea"/>
              </a:rPr>
              <a:t> Shop </a:t>
            </a:r>
            <a:r>
              <a:rPr lang="ko-KR" altLang="en-US" sz="700" b="0" i="0" u="none" strike="noStrike" dirty="0">
                <a:solidFill>
                  <a:srgbClr val="FF0000"/>
                </a:solidFill>
                <a:effectLst/>
                <a:latin typeface="+mn-ea"/>
              </a:rPr>
              <a:t>채널 로고를 생략 할 경우 </a:t>
            </a:r>
            <a:r>
              <a:rPr lang="ko-KR" altLang="en-US" sz="700" b="0" i="0" u="none" strike="noStrike" dirty="0" err="1">
                <a:solidFill>
                  <a:srgbClr val="FF0000"/>
                </a:solidFill>
                <a:effectLst/>
                <a:latin typeface="+mn-ea"/>
              </a:rPr>
              <a:t>채널명</a:t>
            </a:r>
            <a:r>
              <a:rPr lang="ko-KR" altLang="en-US" sz="700" b="0" i="0" u="none" strike="noStrike" dirty="0">
                <a:solidFill>
                  <a:srgbClr val="FF0000"/>
                </a:solidFill>
                <a:effectLst/>
                <a:latin typeface="+mn-ea"/>
              </a:rPr>
              <a:t> 노출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 )</a:t>
            </a:r>
            <a:endParaRPr lang="ko-KR" altLang="en-US" sz="700" dirty="0"/>
          </a:p>
        </p:txBody>
      </p:sp>
    </p:spTree>
    <p:extLst>
      <p:ext uri="{BB962C8B-B14F-4D97-AF65-F5344CB8AC3E}">
        <p14:creationId xmlns:p14="http://schemas.microsoft.com/office/powerpoint/2010/main" val="99862993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608FA3DB-436C-4EE6-8056-B5041DD503CE}"/>
              </a:ext>
            </a:extLst>
          </p:cNvPr>
          <p:cNvSpPr/>
          <p:nvPr/>
        </p:nvSpPr>
        <p:spPr>
          <a:xfrm>
            <a:off x="-67733" y="4153705"/>
            <a:ext cx="10253134" cy="1498671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1CAF3CC-0BF2-458C-A79A-76A34287FE46}"/>
              </a:ext>
            </a:extLst>
          </p:cNvPr>
          <p:cNvSpPr/>
          <p:nvPr/>
        </p:nvSpPr>
        <p:spPr>
          <a:xfrm>
            <a:off x="1273394" y="3488269"/>
            <a:ext cx="1681473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753BD34-59FD-4F72-ACAD-4D441DD5DF30}"/>
              </a:ext>
            </a:extLst>
          </p:cNvPr>
          <p:cNvSpPr txBox="1"/>
          <p:nvPr/>
        </p:nvSpPr>
        <p:spPr>
          <a:xfrm>
            <a:off x="1988134" y="3357679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F14EADB3-4FF4-43B6-881C-144FAF4542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8760981"/>
              </p:ext>
            </p:extLst>
          </p:nvPr>
        </p:nvGraphicFramePr>
        <p:xfrm>
          <a:off x="125632" y="4542786"/>
          <a:ext cx="9943899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메인 배너 사용여부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미사용 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●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이미지로 등록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960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배너 이미지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Max 5 )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D8D09CCC-5678-4F99-8752-84E2180DD036}"/>
              </a:ext>
            </a:extLst>
          </p:cNvPr>
          <p:cNvGrpSpPr/>
          <p:nvPr/>
        </p:nvGrpSpPr>
        <p:grpSpPr>
          <a:xfrm>
            <a:off x="1419829" y="4805655"/>
            <a:ext cx="2089400" cy="120097"/>
            <a:chOff x="5148065" y="1124744"/>
            <a:chExt cx="2089400" cy="192328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7B9BEF6B-3A47-4574-BDC7-A8C9E2E9E9BD}"/>
                </a:ext>
              </a:extLst>
            </p:cNvPr>
            <p:cNvSpPr/>
            <p:nvPr/>
          </p:nvSpPr>
          <p:spPr>
            <a:xfrm>
              <a:off x="5148065" y="1124744"/>
              <a:ext cx="1368151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E4758800-0504-428E-8799-D66F2775DD1D}"/>
                </a:ext>
              </a:extLst>
            </p:cNvPr>
            <p:cNvSpPr/>
            <p:nvPr/>
          </p:nvSpPr>
          <p:spPr>
            <a:xfrm>
              <a:off x="6516216" y="1124744"/>
              <a:ext cx="721249" cy="192328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찾아보기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8CBFA714-1CD4-4B25-9693-C625373BBBFE}"/>
              </a:ext>
            </a:extLst>
          </p:cNvPr>
          <p:cNvSpPr txBox="1"/>
          <p:nvPr/>
        </p:nvSpPr>
        <p:spPr>
          <a:xfrm>
            <a:off x="3606788" y="4756123"/>
            <a:ext cx="15600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최적사이즈 </a:t>
            </a:r>
            <a:r>
              <a:rPr lang="en-US" altLang="ko-KR" sz="900" dirty="0"/>
              <a:t>000px * 000px</a:t>
            </a:r>
            <a:endParaRPr lang="ko-KR" altLang="en-US" sz="900" dirty="0"/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FFAD2F1-0112-428A-92DA-686CC722B5A6}"/>
              </a:ext>
            </a:extLst>
          </p:cNvPr>
          <p:cNvSpPr/>
          <p:nvPr/>
        </p:nvSpPr>
        <p:spPr>
          <a:xfrm>
            <a:off x="5278037" y="4787039"/>
            <a:ext cx="721249" cy="154747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추가하기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D4ABBFB-28EA-4EA9-B4B7-C0993D646E9E}"/>
              </a:ext>
            </a:extLst>
          </p:cNvPr>
          <p:cNvSpPr txBox="1"/>
          <p:nvPr/>
        </p:nvSpPr>
        <p:spPr>
          <a:xfrm>
            <a:off x="67275" y="4282620"/>
            <a:ext cx="122822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메인 배너 이미지</a:t>
            </a:r>
            <a:endParaRPr lang="ko-KR" altLang="en-US" sz="900" dirty="0"/>
          </a:p>
        </p:txBody>
      </p: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27501C36-FD9A-42F8-9DB9-D69A5C7D6D0D}"/>
              </a:ext>
            </a:extLst>
          </p:cNvPr>
          <p:cNvCxnSpPr>
            <a:cxnSpLocks/>
            <a:stCxn id="23" idx="4"/>
          </p:cNvCxnSpPr>
          <p:nvPr/>
        </p:nvCxnSpPr>
        <p:spPr>
          <a:xfrm flipH="1">
            <a:off x="2048934" y="3931893"/>
            <a:ext cx="65197" cy="674456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6317835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608FA3DB-436C-4EE6-8056-B5041DD503CE}"/>
              </a:ext>
            </a:extLst>
          </p:cNvPr>
          <p:cNvSpPr/>
          <p:nvPr/>
        </p:nvSpPr>
        <p:spPr>
          <a:xfrm>
            <a:off x="-67733" y="4932640"/>
            <a:ext cx="10253134" cy="2391027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1CAF3CC-0BF2-458C-A79A-76A34287FE46}"/>
              </a:ext>
            </a:extLst>
          </p:cNvPr>
          <p:cNvSpPr/>
          <p:nvPr/>
        </p:nvSpPr>
        <p:spPr>
          <a:xfrm>
            <a:off x="1273394" y="4267204"/>
            <a:ext cx="1376673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753BD34-59FD-4F72-ACAD-4D441DD5DF30}"/>
              </a:ext>
            </a:extLst>
          </p:cNvPr>
          <p:cNvSpPr txBox="1"/>
          <p:nvPr/>
        </p:nvSpPr>
        <p:spPr>
          <a:xfrm>
            <a:off x="1988134" y="4136614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34A40855-8C57-4C15-B785-2636DA3BC7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4126396"/>
              </p:ext>
            </p:extLst>
          </p:nvPr>
        </p:nvGraphicFramePr>
        <p:xfrm>
          <a:off x="125632" y="5520292"/>
          <a:ext cx="9943899" cy="9529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7387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OG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사용여부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미사용 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●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사용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96034"/>
                  </a:ext>
                </a:extLst>
              </a:tr>
              <a:tr h="739556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OG TAG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Title          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Description 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Image       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327291CE-FF01-4351-B3EC-AD8E9BB53944}"/>
              </a:ext>
            </a:extLst>
          </p:cNvPr>
          <p:cNvGrpSpPr/>
          <p:nvPr/>
        </p:nvGrpSpPr>
        <p:grpSpPr>
          <a:xfrm>
            <a:off x="2103903" y="6213446"/>
            <a:ext cx="2089400" cy="120097"/>
            <a:chOff x="5148065" y="1124744"/>
            <a:chExt cx="2089400" cy="192328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D1FC37CE-59CA-4606-8083-046BAF2AF3A7}"/>
                </a:ext>
              </a:extLst>
            </p:cNvPr>
            <p:cNvSpPr/>
            <p:nvPr/>
          </p:nvSpPr>
          <p:spPr>
            <a:xfrm>
              <a:off x="5148065" y="1124744"/>
              <a:ext cx="1368151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D2EF4FAD-52C0-4C6D-8EC7-C4DDAA4530A2}"/>
                </a:ext>
              </a:extLst>
            </p:cNvPr>
            <p:cNvSpPr/>
            <p:nvPr/>
          </p:nvSpPr>
          <p:spPr>
            <a:xfrm>
              <a:off x="6516216" y="1124744"/>
              <a:ext cx="721249" cy="192328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찾아보기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50A4FCD1-D5BC-4B2F-90E5-DCBA14044D8E}"/>
              </a:ext>
            </a:extLst>
          </p:cNvPr>
          <p:cNvSpPr txBox="1"/>
          <p:nvPr/>
        </p:nvSpPr>
        <p:spPr>
          <a:xfrm>
            <a:off x="4290862" y="6163914"/>
            <a:ext cx="15600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최적사이즈 </a:t>
            </a:r>
            <a:r>
              <a:rPr lang="en-US" altLang="ko-KR" sz="900" dirty="0"/>
              <a:t>000px * 000px</a:t>
            </a:r>
            <a:endParaRPr lang="ko-KR" altLang="en-US" sz="900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F515E88-4AAF-4A31-9400-06022D3F7054}"/>
              </a:ext>
            </a:extLst>
          </p:cNvPr>
          <p:cNvSpPr txBox="1"/>
          <p:nvPr/>
        </p:nvSpPr>
        <p:spPr>
          <a:xfrm>
            <a:off x="67275" y="5260126"/>
            <a:ext cx="305404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OG (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오픈 그래프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TAG </a:t>
            </a:r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 </a:t>
            </a:r>
            <a:r>
              <a:rPr lang="en-US" altLang="ko-KR" sz="700" b="1" i="0" dirty="0">
                <a:solidFill>
                  <a:srgbClr val="FF0000"/>
                </a:solidFill>
                <a:effectLst/>
                <a:latin typeface="-apple-system"/>
              </a:rPr>
              <a:t>SNS</a:t>
            </a:r>
            <a:r>
              <a:rPr lang="ko-KR" altLang="en-US" sz="700" b="1" i="0" dirty="0">
                <a:solidFill>
                  <a:srgbClr val="FF0000"/>
                </a:solidFill>
                <a:effectLst/>
                <a:latin typeface="-apple-system"/>
              </a:rPr>
              <a:t>에 게시되는데 최적화된 데이터 </a:t>
            </a:r>
            <a:r>
              <a:rPr lang="en-US" altLang="ko-KR" sz="700" b="1" i="0" dirty="0">
                <a:solidFill>
                  <a:srgbClr val="FF0000"/>
                </a:solidFill>
                <a:effectLst/>
                <a:latin typeface="-apple-system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700" b="1" dirty="0">
              <a:solidFill>
                <a:srgbClr val="FF0000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4988395-80E9-42C6-96EF-AC99E5616EF6}"/>
              </a:ext>
            </a:extLst>
          </p:cNvPr>
          <p:cNvSpPr/>
          <p:nvPr/>
        </p:nvSpPr>
        <p:spPr>
          <a:xfrm>
            <a:off x="2103904" y="5779764"/>
            <a:ext cx="7438029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Title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E39E59B2-C09F-4EA9-A3C1-B81A1E08F240}"/>
              </a:ext>
            </a:extLst>
          </p:cNvPr>
          <p:cNvSpPr/>
          <p:nvPr/>
        </p:nvSpPr>
        <p:spPr>
          <a:xfrm>
            <a:off x="2103903" y="5992573"/>
            <a:ext cx="7438029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Description</a:t>
            </a:r>
          </a:p>
        </p:txBody>
      </p: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27501C36-FD9A-42F8-9DB9-D69A5C7D6D0D}"/>
              </a:ext>
            </a:extLst>
          </p:cNvPr>
          <p:cNvCxnSpPr>
            <a:cxnSpLocks/>
            <a:stCxn id="23" idx="4"/>
          </p:cNvCxnSpPr>
          <p:nvPr/>
        </p:nvCxnSpPr>
        <p:spPr>
          <a:xfrm>
            <a:off x="1961731" y="4710828"/>
            <a:ext cx="142172" cy="862277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83262836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608FA3DB-436C-4EE6-8056-B5041DD503CE}"/>
              </a:ext>
            </a:extLst>
          </p:cNvPr>
          <p:cNvSpPr/>
          <p:nvPr/>
        </p:nvSpPr>
        <p:spPr>
          <a:xfrm>
            <a:off x="-76199" y="5662486"/>
            <a:ext cx="10253134" cy="2391027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1CAF3CC-0BF2-458C-A79A-76A34287FE46}"/>
              </a:ext>
            </a:extLst>
          </p:cNvPr>
          <p:cNvSpPr/>
          <p:nvPr/>
        </p:nvSpPr>
        <p:spPr>
          <a:xfrm>
            <a:off x="1264928" y="4997050"/>
            <a:ext cx="1376673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753BD34-59FD-4F72-ACAD-4D441DD5DF30}"/>
              </a:ext>
            </a:extLst>
          </p:cNvPr>
          <p:cNvSpPr txBox="1"/>
          <p:nvPr/>
        </p:nvSpPr>
        <p:spPr>
          <a:xfrm>
            <a:off x="1979668" y="4866460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1291CDB1-5F33-43A9-A146-9BE0539B3A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4188549"/>
              </p:ext>
            </p:extLst>
          </p:nvPr>
        </p:nvGraphicFramePr>
        <p:xfrm>
          <a:off x="76304" y="6111813"/>
          <a:ext cx="991312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5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7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7000">
                  <a:extLst>
                    <a:ext uri="{9D8B030D-6E8A-4147-A177-3AD203B41FA5}">
                      <a16:colId xmlns:a16="http://schemas.microsoft.com/office/drawing/2014/main" val="844629393"/>
                    </a:ext>
                  </a:extLst>
                </a:gridCol>
                <a:gridCol w="3562768">
                  <a:extLst>
                    <a:ext uri="{9D8B030D-6E8A-4147-A177-3AD203B41FA5}">
                      <a16:colId xmlns:a16="http://schemas.microsoft.com/office/drawing/2014/main" val="304293548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 관리자 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미사용   ● 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 관리자 성명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12386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로그인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로그인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PW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41905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정산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지급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방법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● 판매금액</a:t>
                      </a:r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대비 </a:t>
                      </a:r>
                      <a:r>
                        <a:rPr lang="en-US" altLang="ko-KR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% </a:t>
                      </a:r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지급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   ○ 판매</a:t>
                      </a:r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개당 금액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1467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정산요율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                                      %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(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총 판매금액에서 지급되는 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% )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13918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                                     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(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판매당 지급되는 비용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)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7000007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ADEA1788-82BD-42EB-AB49-8F33E55F305D}"/>
              </a:ext>
            </a:extLst>
          </p:cNvPr>
          <p:cNvSpPr txBox="1"/>
          <p:nvPr/>
        </p:nvSpPr>
        <p:spPr>
          <a:xfrm>
            <a:off x="0" y="5884298"/>
            <a:ext cx="210826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Shop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채널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관리자 정보</a:t>
            </a:r>
            <a:endParaRPr lang="ko-KR" altLang="en-US" sz="900" dirty="0"/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A7EE2BC-78C1-41BF-9B2C-6F3F4B2344C6}"/>
              </a:ext>
            </a:extLst>
          </p:cNvPr>
          <p:cNvSpPr/>
          <p:nvPr/>
        </p:nvSpPr>
        <p:spPr>
          <a:xfrm>
            <a:off x="1425518" y="6368046"/>
            <a:ext cx="8049139" cy="12298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4A62105-E8B4-4415-A5DD-6E647742A197}"/>
              </a:ext>
            </a:extLst>
          </p:cNvPr>
          <p:cNvSpPr/>
          <p:nvPr/>
        </p:nvSpPr>
        <p:spPr>
          <a:xfrm>
            <a:off x="1425519" y="6582522"/>
            <a:ext cx="3023516" cy="1215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0B9418F-6453-4370-AA15-C0697C42EBB6}"/>
              </a:ext>
            </a:extLst>
          </p:cNvPr>
          <p:cNvSpPr/>
          <p:nvPr/>
        </p:nvSpPr>
        <p:spPr>
          <a:xfrm>
            <a:off x="6480118" y="6583963"/>
            <a:ext cx="2994539" cy="1215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479B45FF-F555-4124-A1E3-8281BE854F34}"/>
              </a:ext>
            </a:extLst>
          </p:cNvPr>
          <p:cNvSpPr/>
          <p:nvPr/>
        </p:nvSpPr>
        <p:spPr>
          <a:xfrm>
            <a:off x="1430471" y="7007620"/>
            <a:ext cx="1372455" cy="1215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27501C36-FD9A-42F8-9DB9-D69A5C7D6D0D}"/>
              </a:ext>
            </a:extLst>
          </p:cNvPr>
          <p:cNvCxnSpPr>
            <a:cxnSpLocks/>
            <a:stCxn id="23" idx="4"/>
          </p:cNvCxnSpPr>
          <p:nvPr/>
        </p:nvCxnSpPr>
        <p:spPr>
          <a:xfrm>
            <a:off x="1953265" y="5440674"/>
            <a:ext cx="61800" cy="692046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2278E02-38A1-4EC7-BAE4-4459457DB56D}"/>
              </a:ext>
            </a:extLst>
          </p:cNvPr>
          <p:cNvSpPr/>
          <p:nvPr/>
        </p:nvSpPr>
        <p:spPr>
          <a:xfrm>
            <a:off x="1430471" y="7225197"/>
            <a:ext cx="1372455" cy="12154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238526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4056833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80B17341-32B0-4527-AA31-7AF2F51402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0026688"/>
              </p:ext>
            </p:extLst>
          </p:nvPr>
        </p:nvGraphicFramePr>
        <p:xfrm>
          <a:off x="93134" y="550332"/>
          <a:ext cx="9922935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07645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1270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</a:rPr>
                        <a:t>Shop </a:t>
                      </a:r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판매상품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커뮤니티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DBD5C32-F70E-4B7E-9088-6BB0ED9D9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2825437"/>
              </p:ext>
            </p:extLst>
          </p:nvPr>
        </p:nvGraphicFramePr>
        <p:xfrm>
          <a:off x="173528" y="1098250"/>
          <a:ext cx="984254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573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745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08667">
                  <a:extLst>
                    <a:ext uri="{9D8B030D-6E8A-4147-A177-3AD203B41FA5}">
                      <a16:colId xmlns:a16="http://schemas.microsoft.com/office/drawing/2014/main" val="326916466"/>
                    </a:ext>
                  </a:extLst>
                </a:gridCol>
                <a:gridCol w="3302002">
                  <a:extLst>
                    <a:ext uri="{9D8B030D-6E8A-4147-A177-3AD203B41FA5}">
                      <a16:colId xmlns:a16="http://schemas.microsoft.com/office/drawing/2014/main" val="376741952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1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채널코드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Me9-2024-099833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2024-10-20 00:00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채널상태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공개여부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Shop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채널명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채널사용주기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2024-01-00  00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시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~ 2024-10-00  00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구매권한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비회원 구매가능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채널사용주기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기간제 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  2024-01-00  00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시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~ 2024-10-00  00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카피라이트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© 2024.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회사명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Inc. All rights reserved.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1612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그룹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</a:rPr>
                        <a:t>keyword</a:t>
                      </a:r>
                      <a:endParaRPr lang="ko-KR" altLang="en-US" sz="800" b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065601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6C714016-6B18-4ED1-A13E-B5B9835487EF}"/>
              </a:ext>
            </a:extLst>
          </p:cNvPr>
          <p:cNvSpPr txBox="1"/>
          <p:nvPr/>
        </p:nvSpPr>
        <p:spPr>
          <a:xfrm>
            <a:off x="93134" y="891786"/>
            <a:ext cx="105670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Shop 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채널 정보</a:t>
            </a:r>
            <a:endParaRPr lang="ko-KR" altLang="en-US" sz="800" b="1" dirty="0"/>
          </a:p>
        </p:txBody>
      </p:sp>
      <p:sp>
        <p:nvSpPr>
          <p:cNvPr id="10" name="모서리가 둥근 직사각형 89">
            <a:extLst>
              <a:ext uri="{FF2B5EF4-FFF2-40B4-BE49-F238E27FC236}">
                <a16:creationId xmlns:a16="http://schemas.microsoft.com/office/drawing/2014/main" id="{81F9F010-2AB4-4285-817A-AF68E2E77ADE}"/>
              </a:ext>
            </a:extLst>
          </p:cNvPr>
          <p:cNvSpPr/>
          <p:nvPr/>
        </p:nvSpPr>
        <p:spPr>
          <a:xfrm>
            <a:off x="1510802" y="2191538"/>
            <a:ext cx="725985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/>
              <a:t>그룹명</a:t>
            </a:r>
            <a:r>
              <a:rPr lang="ko-KR" altLang="en-US" sz="800" dirty="0"/>
              <a:t> </a:t>
            </a:r>
            <a:r>
              <a:rPr lang="en-US" altLang="ko-KR" sz="800" dirty="0"/>
              <a:t>#2</a:t>
            </a:r>
            <a:endParaRPr lang="ko-KR" altLang="en-US" sz="800" dirty="0"/>
          </a:p>
        </p:txBody>
      </p:sp>
      <p:sp>
        <p:nvSpPr>
          <p:cNvPr id="11" name="모서리가 둥근 직사각형 90">
            <a:extLst>
              <a:ext uri="{FF2B5EF4-FFF2-40B4-BE49-F238E27FC236}">
                <a16:creationId xmlns:a16="http://schemas.microsoft.com/office/drawing/2014/main" id="{4C20F469-A832-4420-A319-670E4732305C}"/>
              </a:ext>
            </a:extLst>
          </p:cNvPr>
          <p:cNvSpPr/>
          <p:nvPr/>
        </p:nvSpPr>
        <p:spPr>
          <a:xfrm>
            <a:off x="2306980" y="2191538"/>
            <a:ext cx="1188857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/>
              <a:t>그룹명</a:t>
            </a:r>
            <a:r>
              <a:rPr lang="ko-KR" altLang="en-US" sz="800" dirty="0"/>
              <a:t> 키워드 </a:t>
            </a:r>
            <a:r>
              <a:rPr lang="en-US" altLang="ko-KR" sz="800" dirty="0"/>
              <a:t>#1</a:t>
            </a:r>
            <a:endParaRPr lang="ko-KR" altLang="en-US" sz="800" dirty="0"/>
          </a:p>
        </p:txBody>
      </p:sp>
      <p:sp>
        <p:nvSpPr>
          <p:cNvPr id="18" name="모서리가 둥근 직사각형 90">
            <a:extLst>
              <a:ext uri="{FF2B5EF4-FFF2-40B4-BE49-F238E27FC236}">
                <a16:creationId xmlns:a16="http://schemas.microsoft.com/office/drawing/2014/main" id="{EDF9BF1E-4854-40E9-BE26-8F78D8A900E3}"/>
              </a:ext>
            </a:extLst>
          </p:cNvPr>
          <p:cNvSpPr/>
          <p:nvPr/>
        </p:nvSpPr>
        <p:spPr>
          <a:xfrm>
            <a:off x="3574497" y="2191538"/>
            <a:ext cx="1188857" cy="15300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/>
              <a:t>그룹명</a:t>
            </a:r>
            <a:r>
              <a:rPr lang="ko-KR" altLang="en-US" sz="800" dirty="0"/>
              <a:t> 키워드 </a:t>
            </a:r>
            <a:r>
              <a:rPr lang="en-US" altLang="ko-KR" sz="800" dirty="0"/>
              <a:t>#2</a:t>
            </a:r>
            <a:endParaRPr lang="ko-KR" altLang="en-US" sz="800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2A8F409-AD82-468D-BF19-F67BBC9EC98C}"/>
              </a:ext>
            </a:extLst>
          </p:cNvPr>
          <p:cNvSpPr txBox="1"/>
          <p:nvPr/>
        </p:nvSpPr>
        <p:spPr>
          <a:xfrm>
            <a:off x="93135" y="3447972"/>
            <a:ext cx="72006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OG TAG</a:t>
            </a:r>
            <a:endParaRPr lang="ko-KR" altLang="en-US" sz="800" b="1" dirty="0"/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AD29BD60-4FF6-41E3-ACC9-EFDC1D97FE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3238973"/>
              </p:ext>
            </p:extLst>
          </p:nvPr>
        </p:nvGraphicFramePr>
        <p:xfrm>
          <a:off x="173528" y="3663416"/>
          <a:ext cx="9842541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404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39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62335">
                  <a:extLst>
                    <a:ext uri="{9D8B030D-6E8A-4147-A177-3AD203B41FA5}">
                      <a16:colId xmlns:a16="http://schemas.microsoft.com/office/drawing/2014/main" val="376741952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1" dirty="0">
                          <a:solidFill>
                            <a:schemeClr val="tx1"/>
                          </a:solidFill>
                        </a:rPr>
                        <a:t>OG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사용여부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2024-10-20 00:00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latinLnBrk="1"/>
                      <a:r>
                        <a:rPr lang="en-US" altLang="ko-KR" sz="800" b="1" dirty="0">
                          <a:solidFill>
                            <a:schemeClr val="tx1"/>
                          </a:solidFill>
                        </a:rPr>
                        <a:t>OG TAG</a:t>
                      </a:r>
                      <a:endParaRPr lang="ko-KR" altLang="en-US" sz="800" b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Title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사이트 제목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b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Description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사이트 내용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b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Image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6793132"/>
                  </a:ext>
                </a:extLst>
              </a:tr>
            </a:tbl>
          </a:graphicData>
        </a:graphic>
      </p:graphicFrame>
      <p:sp>
        <p:nvSpPr>
          <p:cNvPr id="27" name="Large Icons">
            <a:extLst>
              <a:ext uri="{FF2B5EF4-FFF2-40B4-BE49-F238E27FC236}">
                <a16:creationId xmlns:a16="http://schemas.microsoft.com/office/drawing/2014/main" id="{34342565-1BD9-4515-BB06-6C6268EE9B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450915" y="4374419"/>
            <a:ext cx="505351" cy="430711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525A393-9447-4670-A662-31C18283820D}"/>
              </a:ext>
            </a:extLst>
          </p:cNvPr>
          <p:cNvSpPr txBox="1"/>
          <p:nvPr/>
        </p:nvSpPr>
        <p:spPr>
          <a:xfrm>
            <a:off x="93135" y="5007485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이미지</a:t>
            </a:r>
            <a:endParaRPr lang="ko-KR" altLang="en-US" sz="800" b="1" dirty="0"/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3AB23C7D-E324-4071-8DD9-1970DC3F8D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0896105"/>
              </p:ext>
            </p:extLst>
          </p:nvPr>
        </p:nvGraphicFramePr>
        <p:xfrm>
          <a:off x="173528" y="5222929"/>
          <a:ext cx="9842541" cy="3474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404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65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75601">
                  <a:extLst>
                    <a:ext uri="{9D8B030D-6E8A-4147-A177-3AD203B41FA5}">
                      <a16:colId xmlns:a16="http://schemas.microsoft.com/office/drawing/2014/main" val="376741952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로고 이미지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2024-10-20 00:00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rowSpan="5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배너 이미지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#1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b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#2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839346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b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#3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12321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b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#4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711422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b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#5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0656008"/>
                  </a:ext>
                </a:extLst>
              </a:tr>
            </a:tbl>
          </a:graphicData>
        </a:graphic>
      </p:graphicFrame>
      <p:sp>
        <p:nvSpPr>
          <p:cNvPr id="31" name="Large Icons">
            <a:extLst>
              <a:ext uri="{FF2B5EF4-FFF2-40B4-BE49-F238E27FC236}">
                <a16:creationId xmlns:a16="http://schemas.microsoft.com/office/drawing/2014/main" id="{0BCFF75A-C3F8-4D6B-B3F4-6AC61DF608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510803" y="5314946"/>
            <a:ext cx="505351" cy="430711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" name="Large Icons">
            <a:extLst>
              <a:ext uri="{FF2B5EF4-FFF2-40B4-BE49-F238E27FC236}">
                <a16:creationId xmlns:a16="http://schemas.microsoft.com/office/drawing/2014/main" id="{AE7CC71A-225E-4C2D-AA98-A06C7DCE031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75933" y="5865280"/>
            <a:ext cx="505351" cy="430711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" name="Large Icons">
            <a:extLst>
              <a:ext uri="{FF2B5EF4-FFF2-40B4-BE49-F238E27FC236}">
                <a16:creationId xmlns:a16="http://schemas.microsoft.com/office/drawing/2014/main" id="{77632C94-F325-4630-A470-DAB267D8DBD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75932" y="6468012"/>
            <a:ext cx="505351" cy="430711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" name="Large Icons">
            <a:extLst>
              <a:ext uri="{FF2B5EF4-FFF2-40B4-BE49-F238E27FC236}">
                <a16:creationId xmlns:a16="http://schemas.microsoft.com/office/drawing/2014/main" id="{D7859525-60CA-4AE0-B2E9-96B8F3CC1BB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75931" y="7035787"/>
            <a:ext cx="505351" cy="430711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5" name="Large Icons">
            <a:extLst>
              <a:ext uri="{FF2B5EF4-FFF2-40B4-BE49-F238E27FC236}">
                <a16:creationId xmlns:a16="http://schemas.microsoft.com/office/drawing/2014/main" id="{FD3FDB08-01D1-494D-BA39-F6F2DC99B66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75930" y="7620496"/>
            <a:ext cx="505351" cy="430711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6" name="Large Icons">
            <a:extLst>
              <a:ext uri="{FF2B5EF4-FFF2-40B4-BE49-F238E27FC236}">
                <a16:creationId xmlns:a16="http://schemas.microsoft.com/office/drawing/2014/main" id="{191F91F4-2E85-45F9-9111-737FFD7C62D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75929" y="8196738"/>
            <a:ext cx="505351" cy="430711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4B01FD5F-56C9-46B7-A85F-0BC2A5A8E0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1410012"/>
              </p:ext>
            </p:extLst>
          </p:nvPr>
        </p:nvGraphicFramePr>
        <p:xfrm>
          <a:off x="163428" y="2681427"/>
          <a:ext cx="9842541" cy="640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573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745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08667">
                  <a:extLst>
                    <a:ext uri="{9D8B030D-6E8A-4147-A177-3AD203B41FA5}">
                      <a16:colId xmlns:a16="http://schemas.microsoft.com/office/drawing/2014/main" val="326916466"/>
                    </a:ext>
                  </a:extLst>
                </a:gridCol>
                <a:gridCol w="3302002">
                  <a:extLst>
                    <a:ext uri="{9D8B030D-6E8A-4147-A177-3AD203B41FA5}">
                      <a16:colId xmlns:a16="http://schemas.microsoft.com/office/drawing/2014/main" val="376741952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1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채널 관리자 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Shop </a:t>
                      </a:r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채널 관리자 성명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로그인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shopdmin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로그인 </a:t>
                      </a:r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PW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1234$$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정산방법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판매 개당 비용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</a:rPr>
                        <a:t>정산요율</a:t>
                      </a:r>
                      <a:endParaRPr lang="ko-KR" altLang="en-US" sz="800" b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판매개당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 1000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원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8" name="TextBox 37">
            <a:extLst>
              <a:ext uri="{FF2B5EF4-FFF2-40B4-BE49-F238E27FC236}">
                <a16:creationId xmlns:a16="http://schemas.microsoft.com/office/drawing/2014/main" id="{609921F1-2CBA-4163-8EF0-66AC649347B6}"/>
              </a:ext>
            </a:extLst>
          </p:cNvPr>
          <p:cNvSpPr txBox="1"/>
          <p:nvPr/>
        </p:nvSpPr>
        <p:spPr>
          <a:xfrm>
            <a:off x="83034" y="2474963"/>
            <a:ext cx="192232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Shop 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채널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관리자 정보</a:t>
            </a:r>
            <a:endParaRPr lang="ko-KR" altLang="en-US" sz="800" b="1" dirty="0"/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CC051A2A-55F9-4FDD-B97F-872ADA2B0476}"/>
              </a:ext>
            </a:extLst>
          </p:cNvPr>
          <p:cNvSpPr/>
          <p:nvPr/>
        </p:nvSpPr>
        <p:spPr>
          <a:xfrm>
            <a:off x="2956266" y="9146247"/>
            <a:ext cx="1313584" cy="27034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/>
              <a:t>정보수정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4E16405-059E-407F-ACDA-A063C419D96A}"/>
              </a:ext>
            </a:extLst>
          </p:cNvPr>
          <p:cNvSpPr/>
          <p:nvPr/>
        </p:nvSpPr>
        <p:spPr>
          <a:xfrm>
            <a:off x="4422250" y="9146247"/>
            <a:ext cx="1313584" cy="27034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Shop</a:t>
            </a:r>
            <a:r>
              <a:rPr lang="ko-KR" altLang="en-US" sz="1200" dirty="0"/>
              <a:t>채널보기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209D1AB-E1BA-48C0-BE11-15C62B2131A4}"/>
              </a:ext>
            </a:extLst>
          </p:cNvPr>
          <p:cNvSpPr/>
          <p:nvPr/>
        </p:nvSpPr>
        <p:spPr>
          <a:xfrm>
            <a:off x="5888234" y="9146247"/>
            <a:ext cx="1313584" cy="270345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/>
              <a:t>목록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D6651AA-65B6-43DF-A2F8-4DA8E9F34FF2}"/>
              </a:ext>
            </a:extLst>
          </p:cNvPr>
          <p:cNvSpPr txBox="1"/>
          <p:nvPr/>
        </p:nvSpPr>
        <p:spPr>
          <a:xfrm>
            <a:off x="2803866" y="903083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C271C52-10C1-462A-83AB-604DFCF0372D}"/>
              </a:ext>
            </a:extLst>
          </p:cNvPr>
          <p:cNvSpPr txBox="1"/>
          <p:nvPr/>
        </p:nvSpPr>
        <p:spPr>
          <a:xfrm>
            <a:off x="4346050" y="903083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69379A0-BCAA-41C2-8504-B4F8E251F7CA}"/>
              </a:ext>
            </a:extLst>
          </p:cNvPr>
          <p:cNvSpPr txBox="1"/>
          <p:nvPr/>
        </p:nvSpPr>
        <p:spPr>
          <a:xfrm>
            <a:off x="5844008" y="9039619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186072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D852E4DC-9680-47DE-9FC1-29D4CD9E222B}"/>
              </a:ext>
            </a:extLst>
          </p:cNvPr>
          <p:cNvSpPr txBox="1"/>
          <p:nvPr/>
        </p:nvSpPr>
        <p:spPr>
          <a:xfrm>
            <a:off x="6816354" y="861747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9A34716-967C-4748-832E-9E74D9DECE44}"/>
              </a:ext>
            </a:extLst>
          </p:cNvPr>
          <p:cNvSpPr txBox="1"/>
          <p:nvPr/>
        </p:nvSpPr>
        <p:spPr>
          <a:xfrm>
            <a:off x="7970125" y="861747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FD5E22B-E123-404B-9D10-E612DBEF8B32}"/>
              </a:ext>
            </a:extLst>
          </p:cNvPr>
          <p:cNvSpPr txBox="1"/>
          <p:nvPr/>
        </p:nvSpPr>
        <p:spPr>
          <a:xfrm>
            <a:off x="8995395" y="861747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E285ABC-B7DD-434E-980C-F734A5A57283}"/>
              </a:ext>
            </a:extLst>
          </p:cNvPr>
          <p:cNvSpPr txBox="1"/>
          <p:nvPr/>
        </p:nvSpPr>
        <p:spPr>
          <a:xfrm>
            <a:off x="8743403" y="1504653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4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AF359A2-A647-408B-B3BF-BA866EFF081A}"/>
              </a:ext>
            </a:extLst>
          </p:cNvPr>
          <p:cNvSpPr txBox="1"/>
          <p:nvPr/>
        </p:nvSpPr>
        <p:spPr>
          <a:xfrm>
            <a:off x="9809193" y="1504653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5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427291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B3C960D6-7F52-4810-A4B1-FBB33701058C}"/>
              </a:ext>
            </a:extLst>
          </p:cNvPr>
          <p:cNvSpPr txBox="1"/>
          <p:nvPr/>
        </p:nvSpPr>
        <p:spPr>
          <a:xfrm>
            <a:off x="9819946" y="1491534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988515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D8606B51-8127-448E-AB7A-3831B0A27C93}"/>
              </a:ext>
            </a:extLst>
          </p:cNvPr>
          <p:cNvSpPr txBox="1"/>
          <p:nvPr/>
        </p:nvSpPr>
        <p:spPr>
          <a:xfrm>
            <a:off x="9488552" y="686948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9A6A153-F614-43AE-AD41-E930A62B7504}"/>
              </a:ext>
            </a:extLst>
          </p:cNvPr>
          <p:cNvSpPr/>
          <p:nvPr/>
        </p:nvSpPr>
        <p:spPr>
          <a:xfrm>
            <a:off x="446946" y="1450966"/>
            <a:ext cx="9226755" cy="5295005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9" name="표 5">
            <a:extLst>
              <a:ext uri="{FF2B5EF4-FFF2-40B4-BE49-F238E27FC236}">
                <a16:creationId xmlns:a16="http://schemas.microsoft.com/office/drawing/2014/main" id="{1DEE8F42-C44D-4474-8B6C-77D7A8083A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5037265"/>
              </p:ext>
            </p:extLst>
          </p:nvPr>
        </p:nvGraphicFramePr>
        <p:xfrm>
          <a:off x="607808" y="1858286"/>
          <a:ext cx="8880744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0248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2046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자사상품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부분공유상품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9D18B4E4-113A-459C-9F56-5E04C398DC7B}"/>
              </a:ext>
            </a:extLst>
          </p:cNvPr>
          <p:cNvSpPr/>
          <p:nvPr/>
        </p:nvSpPr>
        <p:spPr>
          <a:xfrm>
            <a:off x="1681166" y="2373930"/>
            <a:ext cx="6837869" cy="18024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graphicFrame>
        <p:nvGraphicFramePr>
          <p:cNvPr id="11" name="표 63">
            <a:extLst>
              <a:ext uri="{FF2B5EF4-FFF2-40B4-BE49-F238E27FC236}">
                <a16:creationId xmlns:a16="http://schemas.microsoft.com/office/drawing/2014/main" id="{7E480E4A-1DF6-4463-9188-DD978EEE6496}"/>
              </a:ext>
            </a:extLst>
          </p:cNvPr>
          <p:cNvGraphicFramePr>
            <a:graphicFrameLocks noGrp="1"/>
          </p:cNvGraphicFramePr>
          <p:nvPr/>
        </p:nvGraphicFramePr>
        <p:xfrm>
          <a:off x="633670" y="2340542"/>
          <a:ext cx="8854882" cy="73375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81985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7872897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24458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24458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/>
                        <a:t>상품분류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0206176"/>
                  </a:ext>
                </a:extLst>
              </a:tr>
              <a:tr h="244585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18B87FD5-B185-4308-A24A-93BFE897C762}"/>
              </a:ext>
            </a:extLst>
          </p:cNvPr>
          <p:cNvSpPr/>
          <p:nvPr/>
        </p:nvSpPr>
        <p:spPr>
          <a:xfrm>
            <a:off x="8735933" y="2853375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pic>
        <p:nvPicPr>
          <p:cNvPr id="13" name="Picture 2">
            <a:extLst>
              <a:ext uri="{FF2B5EF4-FFF2-40B4-BE49-F238E27FC236}">
                <a16:creationId xmlns:a16="http://schemas.microsoft.com/office/drawing/2014/main" id="{A2B6AF9B-5A8B-4D79-B8E8-3349DC52DA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25043" y="5516865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434869E8-276C-4E7A-8582-7E317B42BE54}"/>
              </a:ext>
            </a:extLst>
          </p:cNvPr>
          <p:cNvSpPr txBox="1"/>
          <p:nvPr/>
        </p:nvSpPr>
        <p:spPr>
          <a:xfrm>
            <a:off x="553273" y="3316847"/>
            <a:ext cx="253020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</a:rPr>
              <a:t>■ </a:t>
            </a:r>
            <a:r>
              <a:rPr lang="ko-KR" altLang="en-US" sz="800" b="1" dirty="0"/>
              <a:t>총 </a:t>
            </a:r>
            <a:r>
              <a:rPr lang="en-US" altLang="ko-KR" sz="800" b="1" dirty="0"/>
              <a:t>3 </a:t>
            </a:r>
            <a:r>
              <a:rPr lang="ko-KR" altLang="en-US" sz="800" b="1" dirty="0"/>
              <a:t>건</a:t>
            </a: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B07A3CC-5415-4DFF-A828-69699C16EAAA}"/>
              </a:ext>
            </a:extLst>
          </p:cNvPr>
          <p:cNvGraphicFramePr>
            <a:graphicFrameLocks noGrp="1"/>
          </p:cNvGraphicFramePr>
          <p:nvPr/>
        </p:nvGraphicFramePr>
        <p:xfrm>
          <a:off x="633670" y="3558480"/>
          <a:ext cx="8839315" cy="15142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5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6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5208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5373">
                  <a:extLst>
                    <a:ext uri="{9D8B030D-6E8A-4147-A177-3AD203B41FA5}">
                      <a16:colId xmlns:a16="http://schemas.microsoft.com/office/drawing/2014/main" val="1538783997"/>
                    </a:ext>
                  </a:extLst>
                </a:gridCol>
                <a:gridCol w="763326">
                  <a:extLst>
                    <a:ext uri="{9D8B030D-6E8A-4147-A177-3AD203B41FA5}">
                      <a16:colId xmlns:a16="http://schemas.microsoft.com/office/drawing/2014/main" val="2527584646"/>
                    </a:ext>
                  </a:extLst>
                </a:gridCol>
                <a:gridCol w="1224501">
                  <a:extLst>
                    <a:ext uri="{9D8B030D-6E8A-4147-A177-3AD203B41FA5}">
                      <a16:colId xmlns:a16="http://schemas.microsoft.com/office/drawing/2014/main" val="3237610251"/>
                    </a:ext>
                  </a:extLst>
                </a:gridCol>
                <a:gridCol w="71561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166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제약조건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상품추가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a20112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판매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a22333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FC5F2AFC-CFE6-4259-BAC8-F3276824B7F3}"/>
              </a:ext>
            </a:extLst>
          </p:cNvPr>
          <p:cNvGrpSpPr/>
          <p:nvPr/>
        </p:nvGrpSpPr>
        <p:grpSpPr>
          <a:xfrm>
            <a:off x="1807910" y="3779256"/>
            <a:ext cx="2414204" cy="437877"/>
            <a:chOff x="-8060062" y="3437238"/>
            <a:chExt cx="2414204" cy="437877"/>
          </a:xfrm>
        </p:grpSpPr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2B1F7B3E-759A-4B96-B9EF-D4C8CB0F02A9}"/>
                </a:ext>
              </a:extLst>
            </p:cNvPr>
            <p:cNvGrpSpPr/>
            <p:nvPr/>
          </p:nvGrpSpPr>
          <p:grpSpPr>
            <a:xfrm>
              <a:off x="-8060062" y="3524604"/>
              <a:ext cx="517956" cy="248122"/>
              <a:chOff x="2681976" y="1955121"/>
              <a:chExt cx="1929510" cy="596970"/>
            </a:xfrm>
          </p:grpSpPr>
          <p:sp>
            <p:nvSpPr>
              <p:cNvPr id="19" name="Border">
                <a:extLst>
                  <a:ext uri="{FF2B5EF4-FFF2-40B4-BE49-F238E27FC236}">
                    <a16:creationId xmlns:a16="http://schemas.microsoft.com/office/drawing/2014/main" id="{BD1D2258-4744-4DA8-A1B0-A83DF2A4A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" name="Line 2">
                <a:extLst>
                  <a:ext uri="{FF2B5EF4-FFF2-40B4-BE49-F238E27FC236}">
                    <a16:creationId xmlns:a16="http://schemas.microsoft.com/office/drawing/2014/main" id="{335FD5AC-403C-4827-AC44-56ECD6644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" name="Line 1">
                <a:extLst>
                  <a:ext uri="{FF2B5EF4-FFF2-40B4-BE49-F238E27FC236}">
                    <a16:creationId xmlns:a16="http://schemas.microsoft.com/office/drawing/2014/main" id="{914E0BF9-F502-41A6-9D75-DD04784D5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9449437-E49A-4630-87E5-A6DCE9AA7A1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3B99DC19-36C8-49CA-85AD-869D5D22F172}"/>
                </a:ext>
              </a:extLst>
            </p:cNvPr>
            <p:cNvSpPr/>
            <p:nvPr/>
          </p:nvSpPr>
          <p:spPr>
            <a:xfrm>
              <a:off x="-7542106" y="3437238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72BD616D-D9D3-4696-B657-67008A2810E3}"/>
              </a:ext>
            </a:extLst>
          </p:cNvPr>
          <p:cNvGrpSpPr/>
          <p:nvPr/>
        </p:nvGrpSpPr>
        <p:grpSpPr>
          <a:xfrm>
            <a:off x="1807910" y="4189365"/>
            <a:ext cx="2414204" cy="437877"/>
            <a:chOff x="-8060062" y="3847347"/>
            <a:chExt cx="2414204" cy="437877"/>
          </a:xfrm>
        </p:grpSpPr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5E3E355C-272F-4342-ADF2-8C097A9CBC5B}"/>
                </a:ext>
              </a:extLst>
            </p:cNvPr>
            <p:cNvGrpSpPr/>
            <p:nvPr/>
          </p:nvGrpSpPr>
          <p:grpSpPr>
            <a:xfrm>
              <a:off x="-8060062" y="3934713"/>
              <a:ext cx="517956" cy="248122"/>
              <a:chOff x="2681976" y="1955121"/>
              <a:chExt cx="1929510" cy="596970"/>
            </a:xfrm>
          </p:grpSpPr>
          <p:sp>
            <p:nvSpPr>
              <p:cNvPr id="26" name="Border">
                <a:extLst>
                  <a:ext uri="{FF2B5EF4-FFF2-40B4-BE49-F238E27FC236}">
                    <a16:creationId xmlns:a16="http://schemas.microsoft.com/office/drawing/2014/main" id="{0899FAB6-D865-4239-8C96-F8B73CE75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" name="Line 2">
                <a:extLst>
                  <a:ext uri="{FF2B5EF4-FFF2-40B4-BE49-F238E27FC236}">
                    <a16:creationId xmlns:a16="http://schemas.microsoft.com/office/drawing/2014/main" id="{52484D28-1334-4E0B-A0D5-522BA0594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" name="Line 1">
                <a:extLst>
                  <a:ext uri="{FF2B5EF4-FFF2-40B4-BE49-F238E27FC236}">
                    <a16:creationId xmlns:a16="http://schemas.microsoft.com/office/drawing/2014/main" id="{2FC845B3-0068-4B2F-B4FB-E6E446A5F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C3F4B74F-5413-4181-BC7F-A770E7055A6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CA01328-3BD2-4489-B6F3-90C2FA409072}"/>
                </a:ext>
              </a:extLst>
            </p:cNvPr>
            <p:cNvSpPr/>
            <p:nvPr/>
          </p:nvSpPr>
          <p:spPr>
            <a:xfrm>
              <a:off x="-7542106" y="3847347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B5987A68-8868-41B3-B002-50377BDC1E69}"/>
              </a:ext>
            </a:extLst>
          </p:cNvPr>
          <p:cNvGrpSpPr/>
          <p:nvPr/>
        </p:nvGrpSpPr>
        <p:grpSpPr>
          <a:xfrm>
            <a:off x="1807910" y="4639302"/>
            <a:ext cx="2414204" cy="437877"/>
            <a:chOff x="-8060062" y="4297284"/>
            <a:chExt cx="2414204" cy="437877"/>
          </a:xfrm>
        </p:grpSpPr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9105ED12-3F5F-45C9-9359-FCE9ADBD78CF}"/>
                </a:ext>
              </a:extLst>
            </p:cNvPr>
            <p:cNvGrpSpPr/>
            <p:nvPr/>
          </p:nvGrpSpPr>
          <p:grpSpPr>
            <a:xfrm>
              <a:off x="-8060062" y="4384650"/>
              <a:ext cx="517956" cy="248122"/>
              <a:chOff x="2681976" y="1955121"/>
              <a:chExt cx="1929510" cy="596970"/>
            </a:xfrm>
          </p:grpSpPr>
          <p:sp>
            <p:nvSpPr>
              <p:cNvPr id="33" name="Border">
                <a:extLst>
                  <a:ext uri="{FF2B5EF4-FFF2-40B4-BE49-F238E27FC236}">
                    <a16:creationId xmlns:a16="http://schemas.microsoft.com/office/drawing/2014/main" id="{763E838C-8CF0-4677-9738-553B7616E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" name="Line 2">
                <a:extLst>
                  <a:ext uri="{FF2B5EF4-FFF2-40B4-BE49-F238E27FC236}">
                    <a16:creationId xmlns:a16="http://schemas.microsoft.com/office/drawing/2014/main" id="{130F6FAA-A202-4AD1-96EB-ADAB86D9F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7" name="Line 1">
                <a:extLst>
                  <a:ext uri="{FF2B5EF4-FFF2-40B4-BE49-F238E27FC236}">
                    <a16:creationId xmlns:a16="http://schemas.microsoft.com/office/drawing/2014/main" id="{340C8B27-9F98-4D69-9C4F-CAC956D40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28FBB89A-3DA3-4EAB-B5B0-8D38FDDDC414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8A186014-E270-43DC-B74D-093B9B6857A3}"/>
                </a:ext>
              </a:extLst>
            </p:cNvPr>
            <p:cNvSpPr/>
            <p:nvPr/>
          </p:nvSpPr>
          <p:spPr>
            <a:xfrm>
              <a:off x="-7542106" y="4297284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139391D-7E66-4F5B-A377-BE5F39D66BB5}"/>
              </a:ext>
            </a:extLst>
          </p:cNvPr>
          <p:cNvSpPr/>
          <p:nvPr/>
        </p:nvSpPr>
        <p:spPr>
          <a:xfrm>
            <a:off x="8607898" y="3897821"/>
            <a:ext cx="729245" cy="184881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9A65C9A-4DEE-4E5E-BD8E-D41D03922300}"/>
              </a:ext>
            </a:extLst>
          </p:cNvPr>
          <p:cNvSpPr/>
          <p:nvPr/>
        </p:nvSpPr>
        <p:spPr>
          <a:xfrm>
            <a:off x="8607896" y="4762573"/>
            <a:ext cx="729246" cy="179118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C5875E3-6D59-418C-A762-CCEFC9E0666E}"/>
              </a:ext>
            </a:extLst>
          </p:cNvPr>
          <p:cNvSpPr/>
          <p:nvPr/>
        </p:nvSpPr>
        <p:spPr>
          <a:xfrm>
            <a:off x="8601042" y="4320318"/>
            <a:ext cx="729245" cy="184881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128EF56-6069-40CE-9617-08AC63FDE9F6}"/>
              </a:ext>
            </a:extLst>
          </p:cNvPr>
          <p:cNvSpPr/>
          <p:nvPr/>
        </p:nvSpPr>
        <p:spPr>
          <a:xfrm>
            <a:off x="1691873" y="2610663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75B1DFB-FC86-4EEC-888F-F1ABB375103E}"/>
              </a:ext>
            </a:extLst>
          </p:cNvPr>
          <p:cNvSpPr/>
          <p:nvPr/>
        </p:nvSpPr>
        <p:spPr>
          <a:xfrm>
            <a:off x="2530386" y="2612041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01B03F1C-1EB5-4DBA-97C4-4B1C7DC8ABE4}"/>
              </a:ext>
            </a:extLst>
          </p:cNvPr>
          <p:cNvSpPr/>
          <p:nvPr/>
        </p:nvSpPr>
        <p:spPr>
          <a:xfrm>
            <a:off x="3359693" y="2606105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세분류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D1FD72B-8B4A-43CC-A0AD-C9512FB8FFBA}"/>
              </a:ext>
            </a:extLst>
          </p:cNvPr>
          <p:cNvSpPr/>
          <p:nvPr/>
        </p:nvSpPr>
        <p:spPr>
          <a:xfrm>
            <a:off x="8561369" y="3275228"/>
            <a:ext cx="911616" cy="196067"/>
          </a:xfrm>
          <a:prstGeom prst="rect">
            <a:avLst/>
          </a:prstGeom>
          <a:solidFill>
            <a:schemeClr val="accent5">
              <a:lumMod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상품 관리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74AED82-58D6-4BA0-97E8-C68BF06AC964}"/>
              </a:ext>
            </a:extLst>
          </p:cNvPr>
          <p:cNvSpPr txBox="1"/>
          <p:nvPr/>
        </p:nvSpPr>
        <p:spPr>
          <a:xfrm>
            <a:off x="8436752" y="3136513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C75915D-6EAC-4C58-8A29-4CA16F7411AB}"/>
              </a:ext>
            </a:extLst>
          </p:cNvPr>
          <p:cNvSpPr/>
          <p:nvPr/>
        </p:nvSpPr>
        <p:spPr>
          <a:xfrm>
            <a:off x="8918907" y="847145"/>
            <a:ext cx="1394959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9FB8827B-6494-4604-B4C0-A2A768742D14}"/>
              </a:ext>
            </a:extLst>
          </p:cNvPr>
          <p:cNvCxnSpPr>
            <a:cxnSpLocks/>
            <a:stCxn id="47" idx="3"/>
          </p:cNvCxnSpPr>
          <p:nvPr/>
        </p:nvCxnSpPr>
        <p:spPr>
          <a:xfrm flipH="1">
            <a:off x="5444012" y="1225802"/>
            <a:ext cx="3679182" cy="431553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7477551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C28EB53D-9A4E-4002-B283-E0A34E6B622F}"/>
              </a:ext>
            </a:extLst>
          </p:cNvPr>
          <p:cNvSpPr/>
          <p:nvPr/>
        </p:nvSpPr>
        <p:spPr>
          <a:xfrm>
            <a:off x="446946" y="1450966"/>
            <a:ext cx="9226755" cy="5295005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7" name="표 5">
            <a:extLst>
              <a:ext uri="{FF2B5EF4-FFF2-40B4-BE49-F238E27FC236}">
                <a16:creationId xmlns:a16="http://schemas.microsoft.com/office/drawing/2014/main" id="{BA65385D-718B-486E-BD23-A77F3B5928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4245180"/>
              </p:ext>
            </p:extLst>
          </p:nvPr>
        </p:nvGraphicFramePr>
        <p:xfrm>
          <a:off x="607808" y="1858286"/>
          <a:ext cx="8880744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0248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2046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자사상품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부분공유상품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29" name="직사각형 28">
            <a:extLst>
              <a:ext uri="{FF2B5EF4-FFF2-40B4-BE49-F238E27FC236}">
                <a16:creationId xmlns:a16="http://schemas.microsoft.com/office/drawing/2014/main" id="{3544C930-4720-4A3C-B258-43BB0C341FF7}"/>
              </a:ext>
            </a:extLst>
          </p:cNvPr>
          <p:cNvSpPr/>
          <p:nvPr/>
        </p:nvSpPr>
        <p:spPr>
          <a:xfrm>
            <a:off x="1681166" y="2373930"/>
            <a:ext cx="6837869" cy="18024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graphicFrame>
        <p:nvGraphicFramePr>
          <p:cNvPr id="31" name="표 63">
            <a:extLst>
              <a:ext uri="{FF2B5EF4-FFF2-40B4-BE49-F238E27FC236}">
                <a16:creationId xmlns:a16="http://schemas.microsoft.com/office/drawing/2014/main" id="{F21BF813-0384-4790-A941-9A2D5D5575E3}"/>
              </a:ext>
            </a:extLst>
          </p:cNvPr>
          <p:cNvGraphicFramePr>
            <a:graphicFrameLocks noGrp="1"/>
          </p:cNvGraphicFramePr>
          <p:nvPr/>
        </p:nvGraphicFramePr>
        <p:xfrm>
          <a:off x="633670" y="2340542"/>
          <a:ext cx="8854882" cy="73375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81985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7872897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24458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24458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/>
                        <a:t>상품분류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0206176"/>
                  </a:ext>
                </a:extLst>
              </a:tr>
              <a:tr h="244585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34" name="직사각형 33">
            <a:extLst>
              <a:ext uri="{FF2B5EF4-FFF2-40B4-BE49-F238E27FC236}">
                <a16:creationId xmlns:a16="http://schemas.microsoft.com/office/drawing/2014/main" id="{0FBCB5C1-E361-4820-8C25-C46077963346}"/>
              </a:ext>
            </a:extLst>
          </p:cNvPr>
          <p:cNvSpPr/>
          <p:nvPr/>
        </p:nvSpPr>
        <p:spPr>
          <a:xfrm>
            <a:off x="8735933" y="2853375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pic>
        <p:nvPicPr>
          <p:cNvPr id="35" name="Picture 2">
            <a:extLst>
              <a:ext uri="{FF2B5EF4-FFF2-40B4-BE49-F238E27FC236}">
                <a16:creationId xmlns:a16="http://schemas.microsoft.com/office/drawing/2014/main" id="{E83F7B29-CDB9-4389-8F39-53364483D3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25043" y="5516865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TextBox 35">
            <a:extLst>
              <a:ext uri="{FF2B5EF4-FFF2-40B4-BE49-F238E27FC236}">
                <a16:creationId xmlns:a16="http://schemas.microsoft.com/office/drawing/2014/main" id="{2746C25F-4E1F-4CA2-9A0F-8A6AF8A7D0FA}"/>
              </a:ext>
            </a:extLst>
          </p:cNvPr>
          <p:cNvSpPr txBox="1"/>
          <p:nvPr/>
        </p:nvSpPr>
        <p:spPr>
          <a:xfrm>
            <a:off x="553273" y="3316847"/>
            <a:ext cx="253020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</a:rPr>
              <a:t>■ </a:t>
            </a:r>
            <a:r>
              <a:rPr lang="ko-KR" altLang="en-US" sz="800" b="1" dirty="0"/>
              <a:t>총 </a:t>
            </a:r>
            <a:r>
              <a:rPr lang="en-US" altLang="ko-KR" sz="800" b="1" dirty="0"/>
              <a:t>3 </a:t>
            </a:r>
            <a:r>
              <a:rPr lang="ko-KR" altLang="en-US" sz="800" b="1" dirty="0"/>
              <a:t>건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3628C7AA-EBCC-474D-84BE-0B4C9FC77DC1}"/>
              </a:ext>
            </a:extLst>
          </p:cNvPr>
          <p:cNvGraphicFramePr>
            <a:graphicFrameLocks noGrp="1"/>
          </p:cNvGraphicFramePr>
          <p:nvPr/>
        </p:nvGraphicFramePr>
        <p:xfrm>
          <a:off x="633670" y="3558480"/>
          <a:ext cx="8839315" cy="15142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5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6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5208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5373">
                  <a:extLst>
                    <a:ext uri="{9D8B030D-6E8A-4147-A177-3AD203B41FA5}">
                      <a16:colId xmlns:a16="http://schemas.microsoft.com/office/drawing/2014/main" val="1538783997"/>
                    </a:ext>
                  </a:extLst>
                </a:gridCol>
                <a:gridCol w="763326">
                  <a:extLst>
                    <a:ext uri="{9D8B030D-6E8A-4147-A177-3AD203B41FA5}">
                      <a16:colId xmlns:a16="http://schemas.microsoft.com/office/drawing/2014/main" val="2527584646"/>
                    </a:ext>
                  </a:extLst>
                </a:gridCol>
                <a:gridCol w="1224501">
                  <a:extLst>
                    <a:ext uri="{9D8B030D-6E8A-4147-A177-3AD203B41FA5}">
                      <a16:colId xmlns:a16="http://schemas.microsoft.com/office/drawing/2014/main" val="3237610251"/>
                    </a:ext>
                  </a:extLst>
                </a:gridCol>
                <a:gridCol w="71561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166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제약조건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상품추가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a20112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판매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baseline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en-US" altLang="ko-KR" sz="800" b="0" baseline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범위형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a22333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고정형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8" name="그룹 37">
            <a:extLst>
              <a:ext uri="{FF2B5EF4-FFF2-40B4-BE49-F238E27FC236}">
                <a16:creationId xmlns:a16="http://schemas.microsoft.com/office/drawing/2014/main" id="{8AE6B602-DE8D-4681-9510-F80B4284ABCE}"/>
              </a:ext>
            </a:extLst>
          </p:cNvPr>
          <p:cNvGrpSpPr/>
          <p:nvPr/>
        </p:nvGrpSpPr>
        <p:grpSpPr>
          <a:xfrm>
            <a:off x="1807910" y="3779256"/>
            <a:ext cx="2414204" cy="437877"/>
            <a:chOff x="-8060062" y="3437238"/>
            <a:chExt cx="2414204" cy="437877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941854D8-D432-4DF5-9B0C-542A987CD7D3}"/>
                </a:ext>
              </a:extLst>
            </p:cNvPr>
            <p:cNvGrpSpPr/>
            <p:nvPr/>
          </p:nvGrpSpPr>
          <p:grpSpPr>
            <a:xfrm>
              <a:off x="-8060062" y="3524604"/>
              <a:ext cx="517956" cy="248122"/>
              <a:chOff x="2681976" y="1955121"/>
              <a:chExt cx="1929510" cy="596970"/>
            </a:xfrm>
          </p:grpSpPr>
          <p:sp>
            <p:nvSpPr>
              <p:cNvPr id="41" name="Border">
                <a:extLst>
                  <a:ext uri="{FF2B5EF4-FFF2-40B4-BE49-F238E27FC236}">
                    <a16:creationId xmlns:a16="http://schemas.microsoft.com/office/drawing/2014/main" id="{6A9D9DEC-020C-4A4F-820B-C438F9E37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Line 2">
                <a:extLst>
                  <a:ext uri="{FF2B5EF4-FFF2-40B4-BE49-F238E27FC236}">
                    <a16:creationId xmlns:a16="http://schemas.microsoft.com/office/drawing/2014/main" id="{42991612-9D8A-4999-A5B5-C498914E5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" name="Line 1">
                <a:extLst>
                  <a:ext uri="{FF2B5EF4-FFF2-40B4-BE49-F238E27FC236}">
                    <a16:creationId xmlns:a16="http://schemas.microsoft.com/office/drawing/2014/main" id="{7B13D5DE-7FB0-45BA-9B89-1CD12BAC0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5832B258-42D3-480A-B1A8-4998B0517C55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31560E5A-3715-41C9-A61A-EED81A9641D1}"/>
                </a:ext>
              </a:extLst>
            </p:cNvPr>
            <p:cNvSpPr/>
            <p:nvPr/>
          </p:nvSpPr>
          <p:spPr>
            <a:xfrm>
              <a:off x="-7542106" y="3437238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8046A024-0D0D-40E0-93BA-1BCCEF5C462F}"/>
              </a:ext>
            </a:extLst>
          </p:cNvPr>
          <p:cNvGrpSpPr/>
          <p:nvPr/>
        </p:nvGrpSpPr>
        <p:grpSpPr>
          <a:xfrm>
            <a:off x="1807910" y="4189365"/>
            <a:ext cx="2414204" cy="437877"/>
            <a:chOff x="-8060062" y="3847347"/>
            <a:chExt cx="2414204" cy="437877"/>
          </a:xfrm>
        </p:grpSpPr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C7C5BB9B-1BCD-4A1A-8198-3BA59D9C8482}"/>
                </a:ext>
              </a:extLst>
            </p:cNvPr>
            <p:cNvGrpSpPr/>
            <p:nvPr/>
          </p:nvGrpSpPr>
          <p:grpSpPr>
            <a:xfrm>
              <a:off x="-8060062" y="3934713"/>
              <a:ext cx="517956" cy="248122"/>
              <a:chOff x="2681976" y="1955121"/>
              <a:chExt cx="1929510" cy="596970"/>
            </a:xfrm>
          </p:grpSpPr>
          <p:sp>
            <p:nvSpPr>
              <p:cNvPr id="48" name="Border">
                <a:extLst>
                  <a:ext uri="{FF2B5EF4-FFF2-40B4-BE49-F238E27FC236}">
                    <a16:creationId xmlns:a16="http://schemas.microsoft.com/office/drawing/2014/main" id="{9A5C77FB-91F1-46AD-89B2-F89BC9888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" name="Line 2">
                <a:extLst>
                  <a:ext uri="{FF2B5EF4-FFF2-40B4-BE49-F238E27FC236}">
                    <a16:creationId xmlns:a16="http://schemas.microsoft.com/office/drawing/2014/main" id="{53F9B0BF-C857-4198-A34B-32D95A691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" name="Line 1">
                <a:extLst>
                  <a:ext uri="{FF2B5EF4-FFF2-40B4-BE49-F238E27FC236}">
                    <a16:creationId xmlns:a16="http://schemas.microsoft.com/office/drawing/2014/main" id="{660362C4-7611-491A-85DE-EFE5B43D4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C5648914-0EF9-44C8-9C18-C26EE0D4B43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659E56A6-49BC-4540-A7F0-BD27786076F5}"/>
                </a:ext>
              </a:extLst>
            </p:cNvPr>
            <p:cNvSpPr/>
            <p:nvPr/>
          </p:nvSpPr>
          <p:spPr>
            <a:xfrm>
              <a:off x="-7542106" y="3847347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222222</a:t>
              </a:r>
              <a:endParaRPr lang="ko-KR" altLang="en-US" sz="800" b="1" dirty="0"/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E0783550-7CA9-4421-9643-80C5BFA38F78}"/>
              </a:ext>
            </a:extLst>
          </p:cNvPr>
          <p:cNvGrpSpPr/>
          <p:nvPr/>
        </p:nvGrpSpPr>
        <p:grpSpPr>
          <a:xfrm>
            <a:off x="1807910" y="4639302"/>
            <a:ext cx="2414204" cy="437877"/>
            <a:chOff x="-8060062" y="4297284"/>
            <a:chExt cx="2414204" cy="437877"/>
          </a:xfrm>
        </p:grpSpPr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D600D023-EFFE-41CF-90BA-F134457802B2}"/>
                </a:ext>
              </a:extLst>
            </p:cNvPr>
            <p:cNvGrpSpPr/>
            <p:nvPr/>
          </p:nvGrpSpPr>
          <p:grpSpPr>
            <a:xfrm>
              <a:off x="-8060062" y="4384650"/>
              <a:ext cx="517956" cy="248122"/>
              <a:chOff x="2681976" y="1955121"/>
              <a:chExt cx="1929510" cy="596970"/>
            </a:xfrm>
          </p:grpSpPr>
          <p:sp>
            <p:nvSpPr>
              <p:cNvPr id="55" name="Border">
                <a:extLst>
                  <a:ext uri="{FF2B5EF4-FFF2-40B4-BE49-F238E27FC236}">
                    <a16:creationId xmlns:a16="http://schemas.microsoft.com/office/drawing/2014/main" id="{C77855FF-1375-4ECD-AA88-7729F937D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" name="Line 2">
                <a:extLst>
                  <a:ext uri="{FF2B5EF4-FFF2-40B4-BE49-F238E27FC236}">
                    <a16:creationId xmlns:a16="http://schemas.microsoft.com/office/drawing/2014/main" id="{94626EE2-FFA9-4C99-8EB8-879BD1BC4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" name="Line 1">
                <a:extLst>
                  <a:ext uri="{FF2B5EF4-FFF2-40B4-BE49-F238E27FC236}">
                    <a16:creationId xmlns:a16="http://schemas.microsoft.com/office/drawing/2014/main" id="{047B30CA-A476-475A-BFC4-EDBA394B8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E1310EDB-A4A7-4960-9B1F-0837BCC62A2D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29510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7EE05187-44CF-4C5E-B529-E10277A36BA6}"/>
                </a:ext>
              </a:extLst>
            </p:cNvPr>
            <p:cNvSpPr/>
            <p:nvPr/>
          </p:nvSpPr>
          <p:spPr>
            <a:xfrm>
              <a:off x="-7542106" y="4297284"/>
              <a:ext cx="1896248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b="1" dirty="0"/>
                <a:t>상품명 </a:t>
              </a:r>
              <a:r>
                <a:rPr lang="en-US" altLang="ko-KR" sz="800" b="1" dirty="0"/>
                <a:t>333333</a:t>
              </a:r>
              <a:endParaRPr lang="ko-KR" altLang="en-US" sz="800" b="1" dirty="0"/>
            </a:p>
          </p:txBody>
        </p:sp>
      </p:grp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B34F3-12E3-4555-9083-CF6ABFC233E7}"/>
              </a:ext>
            </a:extLst>
          </p:cNvPr>
          <p:cNvSpPr/>
          <p:nvPr/>
        </p:nvSpPr>
        <p:spPr>
          <a:xfrm>
            <a:off x="8607898" y="3897821"/>
            <a:ext cx="729245" cy="184881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86C14B2B-9892-4BDE-9F13-AC6D4B0E54F9}"/>
              </a:ext>
            </a:extLst>
          </p:cNvPr>
          <p:cNvSpPr/>
          <p:nvPr/>
        </p:nvSpPr>
        <p:spPr>
          <a:xfrm>
            <a:off x="8607896" y="4762573"/>
            <a:ext cx="729246" cy="179118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1ADF3B5-BD52-4C61-8789-85DFDAFA3C77}"/>
              </a:ext>
            </a:extLst>
          </p:cNvPr>
          <p:cNvSpPr/>
          <p:nvPr/>
        </p:nvSpPr>
        <p:spPr>
          <a:xfrm>
            <a:off x="8601042" y="4320318"/>
            <a:ext cx="729245" cy="184881"/>
          </a:xfrm>
          <a:prstGeom prst="rect">
            <a:avLst/>
          </a:prstGeom>
          <a:solidFill>
            <a:srgbClr val="00B0F0"/>
          </a:solidFill>
          <a:ln w="6350">
            <a:solidFill>
              <a:srgbClr val="00B0F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추가하기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B86EEF2B-1AFB-40AC-8C94-694978756553}"/>
              </a:ext>
            </a:extLst>
          </p:cNvPr>
          <p:cNvSpPr/>
          <p:nvPr/>
        </p:nvSpPr>
        <p:spPr>
          <a:xfrm>
            <a:off x="1691873" y="2610663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E762A0F7-282E-4CFF-B82A-9B43039057DF}"/>
              </a:ext>
            </a:extLst>
          </p:cNvPr>
          <p:cNvSpPr/>
          <p:nvPr/>
        </p:nvSpPr>
        <p:spPr>
          <a:xfrm>
            <a:off x="2530386" y="2612041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BE6198DC-9BEE-467E-B489-0A02F45909F0}"/>
              </a:ext>
            </a:extLst>
          </p:cNvPr>
          <p:cNvSpPr/>
          <p:nvPr/>
        </p:nvSpPr>
        <p:spPr>
          <a:xfrm>
            <a:off x="3359693" y="2606105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세분류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E0CFEB93-E5FB-4413-BD43-597BA5703C65}"/>
              </a:ext>
            </a:extLst>
          </p:cNvPr>
          <p:cNvSpPr/>
          <p:nvPr/>
        </p:nvSpPr>
        <p:spPr>
          <a:xfrm>
            <a:off x="8561369" y="3275228"/>
            <a:ext cx="911616" cy="196067"/>
          </a:xfrm>
          <a:prstGeom prst="rect">
            <a:avLst/>
          </a:prstGeom>
          <a:solidFill>
            <a:schemeClr val="accent5">
              <a:lumMod val="50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상품 관리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27A9511-B4F6-45C7-87AE-69AB8A55F487}"/>
              </a:ext>
            </a:extLst>
          </p:cNvPr>
          <p:cNvSpPr/>
          <p:nvPr/>
        </p:nvSpPr>
        <p:spPr>
          <a:xfrm>
            <a:off x="3642066" y="2429116"/>
            <a:ext cx="3935785" cy="4549089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89E159FC-B28F-4B84-B786-16B4BA3AC6BE}"/>
              </a:ext>
            </a:extLst>
          </p:cNvPr>
          <p:cNvGrpSpPr/>
          <p:nvPr/>
        </p:nvGrpSpPr>
        <p:grpSpPr>
          <a:xfrm>
            <a:off x="3858792" y="3528745"/>
            <a:ext cx="517956" cy="248122"/>
            <a:chOff x="2681976" y="1955121"/>
            <a:chExt cx="1929510" cy="596970"/>
          </a:xfrm>
        </p:grpSpPr>
        <p:sp>
          <p:nvSpPr>
            <p:cNvPr id="7" name="Border">
              <a:extLst>
                <a:ext uri="{FF2B5EF4-FFF2-40B4-BE49-F238E27FC236}">
                  <a16:creationId xmlns:a16="http://schemas.microsoft.com/office/drawing/2014/main" id="{6D0FA132-32B6-4DE2-A599-DF11C3325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" name="Line 2">
              <a:extLst>
                <a:ext uri="{FF2B5EF4-FFF2-40B4-BE49-F238E27FC236}">
                  <a16:creationId xmlns:a16="http://schemas.microsoft.com/office/drawing/2014/main" id="{36CADFC4-2919-4215-A980-4B8E57E11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1">
              <a:extLst>
                <a:ext uri="{FF2B5EF4-FFF2-40B4-BE49-F238E27FC236}">
                  <a16:creationId xmlns:a16="http://schemas.microsoft.com/office/drawing/2014/main" id="{A080F050-73A6-4A5D-825C-76725278F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CB024EC-5A2B-4A8F-9D7F-DC37AB1847CF}"/>
                </a:ext>
              </a:extLst>
            </p:cNvPr>
            <p:cNvSpPr txBox="1"/>
            <p:nvPr/>
          </p:nvSpPr>
          <p:spPr>
            <a:xfrm>
              <a:off x="2681976" y="2012505"/>
              <a:ext cx="1929510" cy="51834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>
                      <a:lumMod val="75000"/>
                    </a:schemeClr>
                  </a:solidFill>
                </a:rPr>
                <a:t>IMG</a:t>
              </a:r>
              <a:endParaRPr lang="ko-KR" alt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33CC699-B06B-4CEF-8749-CF55C7AA0398}"/>
              </a:ext>
            </a:extLst>
          </p:cNvPr>
          <p:cNvSpPr/>
          <p:nvPr/>
        </p:nvSpPr>
        <p:spPr>
          <a:xfrm>
            <a:off x="4376747" y="3441379"/>
            <a:ext cx="3093515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51269C8-004A-4D44-BF0A-3DF12E955DE8}"/>
              </a:ext>
            </a:extLst>
          </p:cNvPr>
          <p:cNvSpPr txBox="1"/>
          <p:nvPr/>
        </p:nvSpPr>
        <p:spPr>
          <a:xfrm>
            <a:off x="3762635" y="2528149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판매 상품 정보</a:t>
            </a:r>
            <a:endParaRPr lang="ko-KR" altLang="en-US" sz="900" dirty="0"/>
          </a:p>
        </p:txBody>
      </p:sp>
      <p:graphicFrame>
        <p:nvGraphicFramePr>
          <p:cNvPr id="13" name="표 17">
            <a:extLst>
              <a:ext uri="{FF2B5EF4-FFF2-40B4-BE49-F238E27FC236}">
                <a16:creationId xmlns:a16="http://schemas.microsoft.com/office/drawing/2014/main" id="{FF1123EB-1F2B-46E4-A335-3755E0CABE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6473860"/>
              </p:ext>
            </p:extLst>
          </p:nvPr>
        </p:nvGraphicFramePr>
        <p:xfrm>
          <a:off x="3902234" y="4224377"/>
          <a:ext cx="3472494" cy="10668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가격제약조건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1,500 </a:t>
                      </a:r>
                      <a:r>
                        <a:rPr lang="ko-KR" altLang="en-US" sz="800" dirty="0"/>
                        <a:t>원 </a:t>
                      </a:r>
                      <a:r>
                        <a:rPr lang="en-US" altLang="ko-KR" sz="800" dirty="0"/>
                        <a:t>~ 5,000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이익분배조건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 개당 </a:t>
                      </a:r>
                      <a:r>
                        <a:rPr lang="en-US" altLang="ko-KR" sz="800" dirty="0"/>
                        <a:t>500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3067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20,000 </a:t>
                      </a:r>
                      <a:r>
                        <a:rPr lang="ko-KR" altLang="en-US" sz="800" dirty="0"/>
                        <a:t>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5250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구매제한수량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</a:t>
                      </a:r>
                      <a:r>
                        <a:rPr lang="ko-KR" altLang="en-US" sz="800" dirty="0"/>
                        <a:t>회 </a:t>
                      </a:r>
                      <a:r>
                        <a:rPr lang="ko-KR" altLang="en-US" sz="800" dirty="0" err="1"/>
                        <a:t>구매시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100</a:t>
                      </a:r>
                      <a:r>
                        <a:rPr lang="ko-KR" altLang="en-US" sz="800" dirty="0"/>
                        <a:t>개 까지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36159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상품 판매 기간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무기한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57030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E0A489B6-40E4-4BB9-8F49-C7E735938C93}"/>
              </a:ext>
            </a:extLst>
          </p:cNvPr>
          <p:cNvSpPr txBox="1"/>
          <p:nvPr/>
        </p:nvSpPr>
        <p:spPr>
          <a:xfrm>
            <a:off x="3795416" y="4002372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제약 조건</a:t>
            </a:r>
            <a:endParaRPr lang="ko-KR" altLang="en-US" sz="900" dirty="0"/>
          </a:p>
        </p:txBody>
      </p:sp>
      <p:graphicFrame>
        <p:nvGraphicFramePr>
          <p:cNvPr id="15" name="표 17">
            <a:extLst>
              <a:ext uri="{FF2B5EF4-FFF2-40B4-BE49-F238E27FC236}">
                <a16:creationId xmlns:a16="http://schemas.microsoft.com/office/drawing/2014/main" id="{FD739926-09F7-4A11-866A-6AB3E494EC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0316357"/>
              </p:ext>
            </p:extLst>
          </p:nvPr>
        </p:nvGraphicFramePr>
        <p:xfrm>
          <a:off x="3902234" y="5655015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 설정 금액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                            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834B3749-A2FA-418D-B427-7F89ADD53B7E}"/>
              </a:ext>
            </a:extLst>
          </p:cNvPr>
          <p:cNvSpPr txBox="1"/>
          <p:nvPr/>
        </p:nvSpPr>
        <p:spPr>
          <a:xfrm>
            <a:off x="3795416" y="5433010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 설정 정보</a:t>
            </a:r>
            <a:endParaRPr lang="ko-KR" altLang="en-US" sz="900" dirty="0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D7F50FB-E09A-4463-8666-067B044D9081}"/>
              </a:ext>
            </a:extLst>
          </p:cNvPr>
          <p:cNvSpPr/>
          <p:nvPr/>
        </p:nvSpPr>
        <p:spPr>
          <a:xfrm>
            <a:off x="4457843" y="6182273"/>
            <a:ext cx="1358901" cy="21336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상품추가하기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8" name="Image">
            <a:extLst>
              <a:ext uri="{FF2B5EF4-FFF2-40B4-BE49-F238E27FC236}">
                <a16:creationId xmlns:a16="http://schemas.microsoft.com/office/drawing/2014/main" id="{A9036044-C64E-4EE8-B417-757E3F4C70CD}"/>
              </a:ext>
            </a:extLst>
          </p:cNvPr>
          <p:cNvGrpSpPr>
            <a:grpSpLocks/>
          </p:cNvGrpSpPr>
          <p:nvPr/>
        </p:nvGrpSpPr>
        <p:grpSpPr bwMode="auto">
          <a:xfrm>
            <a:off x="7265546" y="2549184"/>
            <a:ext cx="204716" cy="209797"/>
            <a:chOff x="508000" y="1397000"/>
            <a:chExt cx="1008112" cy="1008112"/>
          </a:xfrm>
        </p:grpSpPr>
        <p:sp>
          <p:nvSpPr>
            <p:cNvPr id="19" name="Border">
              <a:extLst>
                <a:ext uri="{FF2B5EF4-FFF2-40B4-BE49-F238E27FC236}">
                  <a16:creationId xmlns:a16="http://schemas.microsoft.com/office/drawing/2014/main" id="{119D0B22-7978-4EB4-B112-95DBE92B7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Line 2">
              <a:extLst>
                <a:ext uri="{FF2B5EF4-FFF2-40B4-BE49-F238E27FC236}">
                  <a16:creationId xmlns:a16="http://schemas.microsoft.com/office/drawing/2014/main" id="{83F735CA-C588-4EA2-8EB2-E2E4D3FA9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Line 1">
              <a:extLst>
                <a:ext uri="{FF2B5EF4-FFF2-40B4-BE49-F238E27FC236}">
                  <a16:creationId xmlns:a16="http://schemas.microsoft.com/office/drawing/2014/main" id="{6651E808-26E1-4927-8906-34CEB5C3F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" name="타원 21">
            <a:extLst>
              <a:ext uri="{FF2B5EF4-FFF2-40B4-BE49-F238E27FC236}">
                <a16:creationId xmlns:a16="http://schemas.microsoft.com/office/drawing/2014/main" id="{8547736A-300F-445B-B18C-953B1BCBC256}"/>
              </a:ext>
            </a:extLst>
          </p:cNvPr>
          <p:cNvSpPr/>
          <p:nvPr/>
        </p:nvSpPr>
        <p:spPr>
          <a:xfrm>
            <a:off x="8388226" y="3768040"/>
            <a:ext cx="1109688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1F89687-F566-4217-A026-153B6C318691}"/>
              </a:ext>
            </a:extLst>
          </p:cNvPr>
          <p:cNvSpPr txBox="1"/>
          <p:nvPr/>
        </p:nvSpPr>
        <p:spPr>
          <a:xfrm>
            <a:off x="8817074" y="3640447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63595162-9EF9-4442-AC23-B90B8EC56B96}"/>
              </a:ext>
            </a:extLst>
          </p:cNvPr>
          <p:cNvCxnSpPr>
            <a:cxnSpLocks/>
            <a:stCxn id="22" idx="2"/>
          </p:cNvCxnSpPr>
          <p:nvPr/>
        </p:nvCxnSpPr>
        <p:spPr>
          <a:xfrm flipH="1">
            <a:off x="7265546" y="3989852"/>
            <a:ext cx="1122680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F903228-CB18-45F8-895D-28F9403DA9EC}"/>
              </a:ext>
            </a:extLst>
          </p:cNvPr>
          <p:cNvSpPr/>
          <p:nvPr/>
        </p:nvSpPr>
        <p:spPr>
          <a:xfrm>
            <a:off x="5923553" y="6182273"/>
            <a:ext cx="891615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4A3CA57-F603-4C98-93A8-5A57F69C52A5}"/>
              </a:ext>
            </a:extLst>
          </p:cNvPr>
          <p:cNvSpPr/>
          <p:nvPr/>
        </p:nvSpPr>
        <p:spPr>
          <a:xfrm>
            <a:off x="5028550" y="5673809"/>
            <a:ext cx="1027352" cy="17691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3,500</a:t>
            </a:r>
          </a:p>
        </p:txBody>
      </p:sp>
      <p:graphicFrame>
        <p:nvGraphicFramePr>
          <p:cNvPr id="32" name="표 17">
            <a:extLst>
              <a:ext uri="{FF2B5EF4-FFF2-40B4-BE49-F238E27FC236}">
                <a16:creationId xmlns:a16="http://schemas.microsoft.com/office/drawing/2014/main" id="{E62D0572-2BD9-4882-AF4C-33B0743577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1029045"/>
              </p:ext>
            </p:extLst>
          </p:nvPr>
        </p:nvGraphicFramePr>
        <p:xfrm>
          <a:off x="3902234" y="3079376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 상품 코드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Me9-Shop-0032021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33" name="TextBox 32">
            <a:extLst>
              <a:ext uri="{FF2B5EF4-FFF2-40B4-BE49-F238E27FC236}">
                <a16:creationId xmlns:a16="http://schemas.microsoft.com/office/drawing/2014/main" id="{C975E634-D7CB-4400-B38A-901F70CF0CD2}"/>
              </a:ext>
            </a:extLst>
          </p:cNvPr>
          <p:cNvSpPr txBox="1"/>
          <p:nvPr/>
        </p:nvSpPr>
        <p:spPr>
          <a:xfrm>
            <a:off x="3795416" y="2857371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 상품 코드</a:t>
            </a:r>
            <a:endParaRPr lang="ko-KR" altLang="en-US" sz="900" dirty="0"/>
          </a:p>
        </p:txBody>
      </p:sp>
    </p:spTree>
    <p:extLst>
      <p:ext uri="{BB962C8B-B14F-4D97-AF65-F5344CB8AC3E}">
        <p14:creationId xmlns:p14="http://schemas.microsoft.com/office/powerpoint/2010/main" val="289547606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직사각형 20">
            <a:extLst>
              <a:ext uri="{FF2B5EF4-FFF2-40B4-BE49-F238E27FC236}">
                <a16:creationId xmlns:a16="http://schemas.microsoft.com/office/drawing/2014/main" id="{8DB036C1-BDD4-4073-9C6A-E0F3146C9F9B}"/>
              </a:ext>
            </a:extLst>
          </p:cNvPr>
          <p:cNvSpPr/>
          <p:nvPr/>
        </p:nvSpPr>
        <p:spPr>
          <a:xfrm>
            <a:off x="576206" y="1303198"/>
            <a:ext cx="9226755" cy="7167024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2" name="표 5">
            <a:extLst>
              <a:ext uri="{FF2B5EF4-FFF2-40B4-BE49-F238E27FC236}">
                <a16:creationId xmlns:a16="http://schemas.microsoft.com/office/drawing/2014/main" id="{DE7CD544-51D5-47DA-8148-A1BC63BEE2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4220116"/>
              </p:ext>
            </p:extLst>
          </p:nvPr>
        </p:nvGraphicFramePr>
        <p:xfrm>
          <a:off x="737068" y="1710518"/>
          <a:ext cx="8880744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0248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2046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자사상품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부분공유상품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pic>
        <p:nvPicPr>
          <p:cNvPr id="23" name="Picture 2">
            <a:extLst>
              <a:ext uri="{FF2B5EF4-FFF2-40B4-BE49-F238E27FC236}">
                <a16:creationId xmlns:a16="http://schemas.microsoft.com/office/drawing/2014/main" id="{DCA388EF-1998-4C71-BB2C-1615EEF8E0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6446" y="7604385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" name="직사각형 23">
            <a:extLst>
              <a:ext uri="{FF2B5EF4-FFF2-40B4-BE49-F238E27FC236}">
                <a16:creationId xmlns:a16="http://schemas.microsoft.com/office/drawing/2014/main" id="{56710DB9-F599-4687-866F-ECD47337510C}"/>
              </a:ext>
            </a:extLst>
          </p:cNvPr>
          <p:cNvSpPr/>
          <p:nvPr/>
        </p:nvSpPr>
        <p:spPr>
          <a:xfrm>
            <a:off x="1775718" y="2263767"/>
            <a:ext cx="6078955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2898C9DC-076B-4A2E-AA03-747721434BB5}"/>
              </a:ext>
            </a:extLst>
          </p:cNvPr>
          <p:cNvSpPr/>
          <p:nvPr/>
        </p:nvSpPr>
        <p:spPr>
          <a:xfrm>
            <a:off x="8844219" y="2252286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26" name="표 63">
            <a:extLst>
              <a:ext uri="{FF2B5EF4-FFF2-40B4-BE49-F238E27FC236}">
                <a16:creationId xmlns:a16="http://schemas.microsoft.com/office/drawing/2014/main" id="{3749DA67-9DA0-4024-B417-F9FC4DD7F1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3645065"/>
              </p:ext>
            </p:extLst>
          </p:nvPr>
        </p:nvGraphicFramePr>
        <p:xfrm>
          <a:off x="737068" y="2240815"/>
          <a:ext cx="8880744" cy="45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84852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7895892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27" name="직사각형 26">
            <a:extLst>
              <a:ext uri="{FF2B5EF4-FFF2-40B4-BE49-F238E27FC236}">
                <a16:creationId xmlns:a16="http://schemas.microsoft.com/office/drawing/2014/main" id="{3F44DA0A-50CB-4CF5-98B1-09E090C58D33}"/>
              </a:ext>
            </a:extLst>
          </p:cNvPr>
          <p:cNvSpPr/>
          <p:nvPr/>
        </p:nvSpPr>
        <p:spPr>
          <a:xfrm>
            <a:off x="8846667" y="2479505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518883D9-451B-4922-A009-3231F1AB63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70290"/>
              </p:ext>
            </p:extLst>
          </p:nvPr>
        </p:nvGraphicFramePr>
        <p:xfrm>
          <a:off x="737065" y="3147600"/>
          <a:ext cx="8880745" cy="423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2070">
                  <a:extLst>
                    <a:ext uri="{9D8B030D-6E8A-4147-A177-3AD203B41FA5}">
                      <a16:colId xmlns:a16="http://schemas.microsoft.com/office/drawing/2014/main" val="401447903"/>
                    </a:ext>
                  </a:extLst>
                </a:gridCol>
                <a:gridCol w="697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9729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568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69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1465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7345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55092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  <a:gridCol w="705822">
                  <a:extLst>
                    <a:ext uri="{9D8B030D-6E8A-4147-A177-3AD203B41FA5}">
                      <a16:colId xmlns:a16="http://schemas.microsoft.com/office/drawing/2014/main" val="53107074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상세보기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관심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상품추가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792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545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3428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C20320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000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774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F20212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055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Z20321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57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3424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086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936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E20312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094304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872B0A8B-A780-437A-B580-31B88E675BBA}"/>
              </a:ext>
            </a:extLst>
          </p:cNvPr>
          <p:cNvSpPr txBox="1"/>
          <p:nvPr/>
        </p:nvSpPr>
        <p:spPr>
          <a:xfrm>
            <a:off x="680013" y="2932156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4B9F9814-9E8A-4F59-89A4-7A2C8C870F7A}"/>
              </a:ext>
            </a:extLst>
          </p:cNvPr>
          <p:cNvGrpSpPr/>
          <p:nvPr/>
        </p:nvGrpSpPr>
        <p:grpSpPr>
          <a:xfrm>
            <a:off x="1920487" y="3357824"/>
            <a:ext cx="2414206" cy="338554"/>
            <a:chOff x="1237833" y="3417650"/>
            <a:chExt cx="1708480" cy="338554"/>
          </a:xfrm>
        </p:grpSpPr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168B0F76-4C2E-4CCB-87BB-AB3E86E41AF3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34" name="Border">
                <a:extLst>
                  <a:ext uri="{FF2B5EF4-FFF2-40B4-BE49-F238E27FC236}">
                    <a16:creationId xmlns:a16="http://schemas.microsoft.com/office/drawing/2014/main" id="{21980E82-7278-439C-9509-21E1E30E8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Line 2">
                <a:extLst>
                  <a:ext uri="{FF2B5EF4-FFF2-40B4-BE49-F238E27FC236}">
                    <a16:creationId xmlns:a16="http://schemas.microsoft.com/office/drawing/2014/main" id="{A01DD34D-12D0-435B-9D95-0329E904F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" name="Line 1">
                <a:extLst>
                  <a:ext uri="{FF2B5EF4-FFF2-40B4-BE49-F238E27FC236}">
                    <a16:creationId xmlns:a16="http://schemas.microsoft.com/office/drawing/2014/main" id="{4735FE75-D260-4C09-B503-6977C668C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2CF00D94-9FCE-4D29-ABA6-A0C1B57C8A7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96E6556-F866-4557-B544-79567ABA9FCE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CA968E8A-65C0-4F89-B54A-454C7828FA45}"/>
              </a:ext>
            </a:extLst>
          </p:cNvPr>
          <p:cNvGrpSpPr/>
          <p:nvPr/>
        </p:nvGrpSpPr>
        <p:grpSpPr>
          <a:xfrm>
            <a:off x="1911778" y="3691960"/>
            <a:ext cx="2414206" cy="338554"/>
            <a:chOff x="1237833" y="3417650"/>
            <a:chExt cx="1708480" cy="338554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BC37E85C-8393-4B55-8A85-807F5505CC3C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41" name="Border">
                <a:extLst>
                  <a:ext uri="{FF2B5EF4-FFF2-40B4-BE49-F238E27FC236}">
                    <a16:creationId xmlns:a16="http://schemas.microsoft.com/office/drawing/2014/main" id="{B86875CB-618E-4473-9D37-CF98202D0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Line 2">
                <a:extLst>
                  <a:ext uri="{FF2B5EF4-FFF2-40B4-BE49-F238E27FC236}">
                    <a16:creationId xmlns:a16="http://schemas.microsoft.com/office/drawing/2014/main" id="{515B133F-3E66-417A-B0D7-8E17B3304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" name="Line 1">
                <a:extLst>
                  <a:ext uri="{FF2B5EF4-FFF2-40B4-BE49-F238E27FC236}">
                    <a16:creationId xmlns:a16="http://schemas.microsoft.com/office/drawing/2014/main" id="{2330FA35-5854-4A94-B636-BCBEC52A7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B2417178-1974-456C-849C-5085D2A2A50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25A19236-D1AF-4AC2-945A-1DB51096A486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7E2484F7-DDAF-4B65-BF91-51BCC8851DF5}"/>
              </a:ext>
            </a:extLst>
          </p:cNvPr>
          <p:cNvGrpSpPr/>
          <p:nvPr/>
        </p:nvGrpSpPr>
        <p:grpSpPr>
          <a:xfrm>
            <a:off x="1916484" y="4028246"/>
            <a:ext cx="2414206" cy="338554"/>
            <a:chOff x="1237833" y="3417650"/>
            <a:chExt cx="1708480" cy="338554"/>
          </a:xfrm>
        </p:grpSpPr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958F0C82-710B-4666-B9E0-48C002520685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48" name="Border">
                <a:extLst>
                  <a:ext uri="{FF2B5EF4-FFF2-40B4-BE49-F238E27FC236}">
                    <a16:creationId xmlns:a16="http://schemas.microsoft.com/office/drawing/2014/main" id="{77732461-B499-43B6-B191-20537BC1B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" name="Line 2">
                <a:extLst>
                  <a:ext uri="{FF2B5EF4-FFF2-40B4-BE49-F238E27FC236}">
                    <a16:creationId xmlns:a16="http://schemas.microsoft.com/office/drawing/2014/main" id="{66642C0C-4F18-418D-9E3E-EF9798327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" name="Line 1">
                <a:extLst>
                  <a:ext uri="{FF2B5EF4-FFF2-40B4-BE49-F238E27FC236}">
                    <a16:creationId xmlns:a16="http://schemas.microsoft.com/office/drawing/2014/main" id="{A2456E36-03AB-45B9-AC56-4630AA242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7E810C0B-157C-484F-99C9-285313583C8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214DAE7F-6FA9-48F8-A7ED-807460F88BFC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409C78DF-01D0-4B73-A0CD-12415C2D1779}"/>
              </a:ext>
            </a:extLst>
          </p:cNvPr>
          <p:cNvGrpSpPr/>
          <p:nvPr/>
        </p:nvGrpSpPr>
        <p:grpSpPr>
          <a:xfrm>
            <a:off x="1911778" y="4362382"/>
            <a:ext cx="2414206" cy="338554"/>
            <a:chOff x="1237833" y="3417650"/>
            <a:chExt cx="1708480" cy="338554"/>
          </a:xfrm>
        </p:grpSpPr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DF132719-DC60-464A-9F33-D0F7C360BE30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55" name="Border">
                <a:extLst>
                  <a:ext uri="{FF2B5EF4-FFF2-40B4-BE49-F238E27FC236}">
                    <a16:creationId xmlns:a16="http://schemas.microsoft.com/office/drawing/2014/main" id="{8E6FE8B2-4BC5-4597-A074-13990327E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" name="Line 2">
                <a:extLst>
                  <a:ext uri="{FF2B5EF4-FFF2-40B4-BE49-F238E27FC236}">
                    <a16:creationId xmlns:a16="http://schemas.microsoft.com/office/drawing/2014/main" id="{F0461F69-0DE1-4809-A428-17758B98F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" name="Line 1">
                <a:extLst>
                  <a:ext uri="{FF2B5EF4-FFF2-40B4-BE49-F238E27FC236}">
                    <a16:creationId xmlns:a16="http://schemas.microsoft.com/office/drawing/2014/main" id="{64872B69-C0E2-47E0-A1F7-1AF340645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04F3B13-74E2-45DB-88AB-074E2F6711A6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DBD2E8ED-E434-40E0-A757-0798610298AC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F1AAA9FF-7BC2-4CE5-970D-E62F3987EC27}"/>
              </a:ext>
            </a:extLst>
          </p:cNvPr>
          <p:cNvGrpSpPr/>
          <p:nvPr/>
        </p:nvGrpSpPr>
        <p:grpSpPr>
          <a:xfrm>
            <a:off x="1903069" y="4696518"/>
            <a:ext cx="2414206" cy="338554"/>
            <a:chOff x="1237833" y="3417650"/>
            <a:chExt cx="1708480" cy="338554"/>
          </a:xfrm>
        </p:grpSpPr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84F143F3-8EF6-4221-8ADE-0781C62A20FE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65" name="Border">
                <a:extLst>
                  <a:ext uri="{FF2B5EF4-FFF2-40B4-BE49-F238E27FC236}">
                    <a16:creationId xmlns:a16="http://schemas.microsoft.com/office/drawing/2014/main" id="{DBE0B82D-7237-4580-9386-7A403578A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" name="Line 2">
                <a:extLst>
                  <a:ext uri="{FF2B5EF4-FFF2-40B4-BE49-F238E27FC236}">
                    <a16:creationId xmlns:a16="http://schemas.microsoft.com/office/drawing/2014/main" id="{0A881274-E301-4022-ABFC-9BCD7264E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7" name="Line 1">
                <a:extLst>
                  <a:ext uri="{FF2B5EF4-FFF2-40B4-BE49-F238E27FC236}">
                    <a16:creationId xmlns:a16="http://schemas.microsoft.com/office/drawing/2014/main" id="{51ABABE5-1382-4123-A71F-C7CD4306E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C32FF387-2061-4DBB-8476-0D6AA11FF27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3D228545-CAAB-45C3-B6B4-20139A3A8377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9AC64A02-52A1-4256-A862-4674D11FA428}"/>
              </a:ext>
            </a:extLst>
          </p:cNvPr>
          <p:cNvGrpSpPr/>
          <p:nvPr/>
        </p:nvGrpSpPr>
        <p:grpSpPr>
          <a:xfrm>
            <a:off x="1907775" y="5032804"/>
            <a:ext cx="2414206" cy="338554"/>
            <a:chOff x="1237833" y="3417650"/>
            <a:chExt cx="1708480" cy="338554"/>
          </a:xfrm>
        </p:grpSpPr>
        <p:grpSp>
          <p:nvGrpSpPr>
            <p:cNvPr id="70" name="그룹 69">
              <a:extLst>
                <a:ext uri="{FF2B5EF4-FFF2-40B4-BE49-F238E27FC236}">
                  <a16:creationId xmlns:a16="http://schemas.microsoft.com/office/drawing/2014/main" id="{23480C8A-7189-4DD6-B5F5-22A38056D558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72" name="Border">
                <a:extLst>
                  <a:ext uri="{FF2B5EF4-FFF2-40B4-BE49-F238E27FC236}">
                    <a16:creationId xmlns:a16="http://schemas.microsoft.com/office/drawing/2014/main" id="{296D215C-B949-4F41-AAF6-86DFE90EF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3" name="Line 2">
                <a:extLst>
                  <a:ext uri="{FF2B5EF4-FFF2-40B4-BE49-F238E27FC236}">
                    <a16:creationId xmlns:a16="http://schemas.microsoft.com/office/drawing/2014/main" id="{F5BC56FC-86D4-4FA8-8680-393E23B5F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" name="Line 1">
                <a:extLst>
                  <a:ext uri="{FF2B5EF4-FFF2-40B4-BE49-F238E27FC236}">
                    <a16:creationId xmlns:a16="http://schemas.microsoft.com/office/drawing/2014/main" id="{A053A94E-19E6-4CF2-BF8F-1E50092EA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99A34C4-CAB3-446F-BAC8-66D8D0DA06F5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18C04C12-1068-4D73-9C90-D20C6BD77F9D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C1E4A560-7140-4315-AD8C-C6F76CCDA094}"/>
              </a:ext>
            </a:extLst>
          </p:cNvPr>
          <p:cNvGrpSpPr/>
          <p:nvPr/>
        </p:nvGrpSpPr>
        <p:grpSpPr>
          <a:xfrm>
            <a:off x="1924490" y="5367731"/>
            <a:ext cx="2414206" cy="338554"/>
            <a:chOff x="1237833" y="3417650"/>
            <a:chExt cx="1708480" cy="338554"/>
          </a:xfrm>
        </p:grpSpPr>
        <p:grpSp>
          <p:nvGrpSpPr>
            <p:cNvPr id="77" name="그룹 76">
              <a:extLst>
                <a:ext uri="{FF2B5EF4-FFF2-40B4-BE49-F238E27FC236}">
                  <a16:creationId xmlns:a16="http://schemas.microsoft.com/office/drawing/2014/main" id="{B2272C1D-F421-4F38-BD5C-D35E75AA3D24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79" name="Border">
                <a:extLst>
                  <a:ext uri="{FF2B5EF4-FFF2-40B4-BE49-F238E27FC236}">
                    <a16:creationId xmlns:a16="http://schemas.microsoft.com/office/drawing/2014/main" id="{39BF09C6-6E5E-4ECE-8BE7-21232D5C6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0" name="Line 2">
                <a:extLst>
                  <a:ext uri="{FF2B5EF4-FFF2-40B4-BE49-F238E27FC236}">
                    <a16:creationId xmlns:a16="http://schemas.microsoft.com/office/drawing/2014/main" id="{B82A96B3-B32E-4F76-BBB6-8405FD10E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1" name="Line 1">
                <a:extLst>
                  <a:ext uri="{FF2B5EF4-FFF2-40B4-BE49-F238E27FC236}">
                    <a16:creationId xmlns:a16="http://schemas.microsoft.com/office/drawing/2014/main" id="{2C8B9FEB-23F4-471A-99AE-20DD5D103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412C2090-F929-48EB-B143-EDB50974DCAA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00090A8D-F68D-4773-A8B8-F58BAF579727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6BC3439A-B735-4661-A6ED-618C2C1DB8B9}"/>
              </a:ext>
            </a:extLst>
          </p:cNvPr>
          <p:cNvGrpSpPr/>
          <p:nvPr/>
        </p:nvGrpSpPr>
        <p:grpSpPr>
          <a:xfrm>
            <a:off x="1915781" y="5701867"/>
            <a:ext cx="2414206" cy="338554"/>
            <a:chOff x="1237833" y="3417650"/>
            <a:chExt cx="1708480" cy="338554"/>
          </a:xfrm>
        </p:grpSpPr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D55B2E31-F2F4-4A46-8257-5025A0D40074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86" name="Border">
                <a:extLst>
                  <a:ext uri="{FF2B5EF4-FFF2-40B4-BE49-F238E27FC236}">
                    <a16:creationId xmlns:a16="http://schemas.microsoft.com/office/drawing/2014/main" id="{AB3DB0B4-F1C9-485E-96C5-DAD32A554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7" name="Line 2">
                <a:extLst>
                  <a:ext uri="{FF2B5EF4-FFF2-40B4-BE49-F238E27FC236}">
                    <a16:creationId xmlns:a16="http://schemas.microsoft.com/office/drawing/2014/main" id="{06CD77F5-7F6B-4DFA-92F9-48E10029B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8" name="Line 1">
                <a:extLst>
                  <a:ext uri="{FF2B5EF4-FFF2-40B4-BE49-F238E27FC236}">
                    <a16:creationId xmlns:a16="http://schemas.microsoft.com/office/drawing/2014/main" id="{7367DD52-0C33-4B17-ABF2-EBE7B1BE6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41DA5155-3E06-4E21-85AB-FB54BE34736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7716655-3717-4499-B975-F08342AD3BF0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6732EB11-3887-4035-9772-E5857E85230C}"/>
              </a:ext>
            </a:extLst>
          </p:cNvPr>
          <p:cNvGrpSpPr/>
          <p:nvPr/>
        </p:nvGrpSpPr>
        <p:grpSpPr>
          <a:xfrm>
            <a:off x="1920487" y="6038153"/>
            <a:ext cx="2414206" cy="338554"/>
            <a:chOff x="1237833" y="3417650"/>
            <a:chExt cx="1708480" cy="338554"/>
          </a:xfrm>
        </p:grpSpPr>
        <p:grpSp>
          <p:nvGrpSpPr>
            <p:cNvPr id="91" name="그룹 90">
              <a:extLst>
                <a:ext uri="{FF2B5EF4-FFF2-40B4-BE49-F238E27FC236}">
                  <a16:creationId xmlns:a16="http://schemas.microsoft.com/office/drawing/2014/main" id="{44AA35AD-1161-41C1-B239-96FF6DC8F657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93" name="Border">
                <a:extLst>
                  <a:ext uri="{FF2B5EF4-FFF2-40B4-BE49-F238E27FC236}">
                    <a16:creationId xmlns:a16="http://schemas.microsoft.com/office/drawing/2014/main" id="{948B54F0-081D-4E67-86E6-9D042EFA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4" name="Line 2">
                <a:extLst>
                  <a:ext uri="{FF2B5EF4-FFF2-40B4-BE49-F238E27FC236}">
                    <a16:creationId xmlns:a16="http://schemas.microsoft.com/office/drawing/2014/main" id="{315F36DB-D9CF-4445-AD93-4332D367A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5" name="Line 1">
                <a:extLst>
                  <a:ext uri="{FF2B5EF4-FFF2-40B4-BE49-F238E27FC236}">
                    <a16:creationId xmlns:a16="http://schemas.microsoft.com/office/drawing/2014/main" id="{4C56997E-A738-4534-B617-C439C0FC6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658B5B0E-9836-4A42-A5A2-656963AE1BD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4AD12E8A-4F0C-48CE-AD79-94C094D64DF8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797ABCF2-228E-4FDC-955A-D9BA0BED22BA}"/>
              </a:ext>
            </a:extLst>
          </p:cNvPr>
          <p:cNvGrpSpPr/>
          <p:nvPr/>
        </p:nvGrpSpPr>
        <p:grpSpPr>
          <a:xfrm>
            <a:off x="1924490" y="6375344"/>
            <a:ext cx="2414206" cy="338554"/>
            <a:chOff x="1237833" y="3417650"/>
            <a:chExt cx="1708480" cy="338554"/>
          </a:xfrm>
        </p:grpSpPr>
        <p:grpSp>
          <p:nvGrpSpPr>
            <p:cNvPr id="98" name="그룹 97">
              <a:extLst>
                <a:ext uri="{FF2B5EF4-FFF2-40B4-BE49-F238E27FC236}">
                  <a16:creationId xmlns:a16="http://schemas.microsoft.com/office/drawing/2014/main" id="{56C1AAD8-7608-4263-B24F-F1EA4854BACA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00" name="Border">
                <a:extLst>
                  <a:ext uri="{FF2B5EF4-FFF2-40B4-BE49-F238E27FC236}">
                    <a16:creationId xmlns:a16="http://schemas.microsoft.com/office/drawing/2014/main" id="{4A6F17FB-7EA0-484E-B4DB-1D1085166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1" name="Line 2">
                <a:extLst>
                  <a:ext uri="{FF2B5EF4-FFF2-40B4-BE49-F238E27FC236}">
                    <a16:creationId xmlns:a16="http://schemas.microsoft.com/office/drawing/2014/main" id="{44585DD9-D52B-463E-BA2F-C09823FA0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2" name="Line 1">
                <a:extLst>
                  <a:ext uri="{FF2B5EF4-FFF2-40B4-BE49-F238E27FC236}">
                    <a16:creationId xmlns:a16="http://schemas.microsoft.com/office/drawing/2014/main" id="{7405A817-8E10-4EC2-8A33-097045075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A751314E-6A9A-4204-825B-C79D9FC2D29C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88743D3F-E351-424E-AA9B-EE67892B80CA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970A5AB3-A8DE-4867-86E2-4E91FC91EBDA}"/>
              </a:ext>
            </a:extLst>
          </p:cNvPr>
          <p:cNvGrpSpPr/>
          <p:nvPr/>
        </p:nvGrpSpPr>
        <p:grpSpPr>
          <a:xfrm>
            <a:off x="1915781" y="6709480"/>
            <a:ext cx="2414206" cy="338554"/>
            <a:chOff x="1237833" y="3417650"/>
            <a:chExt cx="1708480" cy="338554"/>
          </a:xfrm>
        </p:grpSpPr>
        <p:grpSp>
          <p:nvGrpSpPr>
            <p:cNvPr id="105" name="그룹 104">
              <a:extLst>
                <a:ext uri="{FF2B5EF4-FFF2-40B4-BE49-F238E27FC236}">
                  <a16:creationId xmlns:a16="http://schemas.microsoft.com/office/drawing/2014/main" id="{65EF8725-E0B2-4497-8AC5-288A62F0E46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07" name="Border">
                <a:extLst>
                  <a:ext uri="{FF2B5EF4-FFF2-40B4-BE49-F238E27FC236}">
                    <a16:creationId xmlns:a16="http://schemas.microsoft.com/office/drawing/2014/main" id="{C5AF9896-6817-47A1-8170-2FE3A66AD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8" name="Line 2">
                <a:extLst>
                  <a:ext uri="{FF2B5EF4-FFF2-40B4-BE49-F238E27FC236}">
                    <a16:creationId xmlns:a16="http://schemas.microsoft.com/office/drawing/2014/main" id="{7F966741-D25A-4F19-B1D9-298DC31C9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9" name="Line 1">
                <a:extLst>
                  <a:ext uri="{FF2B5EF4-FFF2-40B4-BE49-F238E27FC236}">
                    <a16:creationId xmlns:a16="http://schemas.microsoft.com/office/drawing/2014/main" id="{1AE9469F-2E2F-4038-BA14-64A1E4857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A6EBDF2F-9F6B-4CC0-BD00-A28E7A8090A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F397FB83-8B0C-4CEB-9934-E543A2158B82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B1E628F5-6EE1-4BAB-A2DD-633B8C336391}"/>
              </a:ext>
            </a:extLst>
          </p:cNvPr>
          <p:cNvGrpSpPr/>
          <p:nvPr/>
        </p:nvGrpSpPr>
        <p:grpSpPr>
          <a:xfrm>
            <a:off x="1920487" y="7045766"/>
            <a:ext cx="2414206" cy="338554"/>
            <a:chOff x="1237833" y="3417650"/>
            <a:chExt cx="1708480" cy="338554"/>
          </a:xfrm>
        </p:grpSpPr>
        <p:grpSp>
          <p:nvGrpSpPr>
            <p:cNvPr id="112" name="그룹 111">
              <a:extLst>
                <a:ext uri="{FF2B5EF4-FFF2-40B4-BE49-F238E27FC236}">
                  <a16:creationId xmlns:a16="http://schemas.microsoft.com/office/drawing/2014/main" id="{942E3C7A-B651-4214-B998-4BB21D78008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14" name="Border">
                <a:extLst>
                  <a:ext uri="{FF2B5EF4-FFF2-40B4-BE49-F238E27FC236}">
                    <a16:creationId xmlns:a16="http://schemas.microsoft.com/office/drawing/2014/main" id="{4C553171-0DAD-43DE-BED1-715B258C4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5" name="Line 2">
                <a:extLst>
                  <a:ext uri="{FF2B5EF4-FFF2-40B4-BE49-F238E27FC236}">
                    <a16:creationId xmlns:a16="http://schemas.microsoft.com/office/drawing/2014/main" id="{DB27DB2B-063E-4C6E-B018-5A5512C5E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6" name="Line 1">
                <a:extLst>
                  <a:ext uri="{FF2B5EF4-FFF2-40B4-BE49-F238E27FC236}">
                    <a16:creationId xmlns:a16="http://schemas.microsoft.com/office/drawing/2014/main" id="{16EC4EDF-7217-4D4D-88BB-BE1C4F6B3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DE93FAD8-CEBE-43FA-ACCF-BFB12298D3C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2BB629D6-9C94-4AC3-9672-63CDAABCDB67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ECFF4039-F45D-4D9A-B185-E0C010995C54}"/>
              </a:ext>
            </a:extLst>
          </p:cNvPr>
          <p:cNvSpPr/>
          <p:nvPr/>
        </p:nvSpPr>
        <p:spPr>
          <a:xfrm>
            <a:off x="7565759" y="345961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8BEC0D9F-9D36-49E1-B5FE-8E100888371E}"/>
              </a:ext>
            </a:extLst>
          </p:cNvPr>
          <p:cNvSpPr/>
          <p:nvPr/>
        </p:nvSpPr>
        <p:spPr>
          <a:xfrm>
            <a:off x="7565759" y="379374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8E8E57B1-AA0A-4A24-A54A-E2135B8A7F49}"/>
              </a:ext>
            </a:extLst>
          </p:cNvPr>
          <p:cNvSpPr/>
          <p:nvPr/>
        </p:nvSpPr>
        <p:spPr>
          <a:xfrm>
            <a:off x="7565759" y="4130034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B8487AB8-09AF-4B92-BA0F-AF14F58C37E2}"/>
              </a:ext>
            </a:extLst>
          </p:cNvPr>
          <p:cNvSpPr/>
          <p:nvPr/>
        </p:nvSpPr>
        <p:spPr>
          <a:xfrm>
            <a:off x="7565759" y="446083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DF1E8B1-F632-43BF-B2C4-9A57A8ACC0A7}"/>
              </a:ext>
            </a:extLst>
          </p:cNvPr>
          <p:cNvSpPr/>
          <p:nvPr/>
        </p:nvSpPr>
        <p:spPr>
          <a:xfrm>
            <a:off x="7565759" y="4794974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B7B8AC3C-FD09-4B3D-9F14-02E906E8E5FD}"/>
              </a:ext>
            </a:extLst>
          </p:cNvPr>
          <p:cNvSpPr/>
          <p:nvPr/>
        </p:nvSpPr>
        <p:spPr>
          <a:xfrm>
            <a:off x="7565759" y="5131260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C5750BF9-A2B8-4A59-8AAB-DBFC2EA04BF6}"/>
              </a:ext>
            </a:extLst>
          </p:cNvPr>
          <p:cNvSpPr/>
          <p:nvPr/>
        </p:nvSpPr>
        <p:spPr>
          <a:xfrm>
            <a:off x="7558562" y="546365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3ED077E9-3C1F-4AAC-B647-F33933FA39A3}"/>
              </a:ext>
            </a:extLst>
          </p:cNvPr>
          <p:cNvSpPr/>
          <p:nvPr/>
        </p:nvSpPr>
        <p:spPr>
          <a:xfrm>
            <a:off x="7558562" y="579779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BCFAEDB2-546C-401F-8D79-06A94E3739A2}"/>
              </a:ext>
            </a:extLst>
          </p:cNvPr>
          <p:cNvSpPr/>
          <p:nvPr/>
        </p:nvSpPr>
        <p:spPr>
          <a:xfrm>
            <a:off x="7558562" y="6134079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DAA8AEED-C190-461A-87C1-7F51FC83B7FA}"/>
              </a:ext>
            </a:extLst>
          </p:cNvPr>
          <p:cNvSpPr/>
          <p:nvPr/>
        </p:nvSpPr>
        <p:spPr>
          <a:xfrm>
            <a:off x="7558562" y="646488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95EC7FE5-366E-4E31-AEAA-A2AD1E264E28}"/>
              </a:ext>
            </a:extLst>
          </p:cNvPr>
          <p:cNvSpPr/>
          <p:nvPr/>
        </p:nvSpPr>
        <p:spPr>
          <a:xfrm>
            <a:off x="7558562" y="6799019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B422E22-ACA1-4D12-A685-5F144C63470F}"/>
              </a:ext>
            </a:extLst>
          </p:cNvPr>
          <p:cNvSpPr/>
          <p:nvPr/>
        </p:nvSpPr>
        <p:spPr>
          <a:xfrm>
            <a:off x="7558562" y="7135305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03E00D46-E7A3-4101-9E77-854AAC346007}"/>
              </a:ext>
            </a:extLst>
          </p:cNvPr>
          <p:cNvSpPr txBox="1"/>
          <p:nvPr/>
        </p:nvSpPr>
        <p:spPr>
          <a:xfrm>
            <a:off x="485073" y="1254894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C4FA260C-F336-4EE1-A2E2-0A05555842B0}"/>
              </a:ext>
            </a:extLst>
          </p:cNvPr>
          <p:cNvSpPr/>
          <p:nvPr/>
        </p:nvSpPr>
        <p:spPr>
          <a:xfrm>
            <a:off x="9027879" y="3468869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5D9AA278-D7D3-40AE-BB63-3DCD30B29A11}"/>
              </a:ext>
            </a:extLst>
          </p:cNvPr>
          <p:cNvSpPr/>
          <p:nvPr/>
        </p:nvSpPr>
        <p:spPr>
          <a:xfrm>
            <a:off x="9030842" y="3794257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B49A296C-181E-4A18-89B7-AA6A9DF2690D}"/>
              </a:ext>
            </a:extLst>
          </p:cNvPr>
          <p:cNvSpPr/>
          <p:nvPr/>
        </p:nvSpPr>
        <p:spPr>
          <a:xfrm>
            <a:off x="9027879" y="4146891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B38C6267-4BCE-442A-B017-711F997027F1}"/>
              </a:ext>
            </a:extLst>
          </p:cNvPr>
          <p:cNvSpPr/>
          <p:nvPr/>
        </p:nvSpPr>
        <p:spPr>
          <a:xfrm>
            <a:off x="9023134" y="4453238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CD80F39-D7A6-441C-AAD4-A5BE30C5C04A}"/>
              </a:ext>
            </a:extLst>
          </p:cNvPr>
          <p:cNvSpPr/>
          <p:nvPr/>
        </p:nvSpPr>
        <p:spPr>
          <a:xfrm>
            <a:off x="9026097" y="4778626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CBB2958F-FD58-4A87-9C72-B4E6F3741732}"/>
              </a:ext>
            </a:extLst>
          </p:cNvPr>
          <p:cNvSpPr/>
          <p:nvPr/>
        </p:nvSpPr>
        <p:spPr>
          <a:xfrm>
            <a:off x="9023134" y="5131260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2DF87639-03D6-4290-84F2-AFE6F0DCDD10}"/>
              </a:ext>
            </a:extLst>
          </p:cNvPr>
          <p:cNvSpPr/>
          <p:nvPr/>
        </p:nvSpPr>
        <p:spPr>
          <a:xfrm>
            <a:off x="9028837" y="5460994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3D811124-9BA6-43B7-9C1E-FF26DF97502D}"/>
              </a:ext>
            </a:extLst>
          </p:cNvPr>
          <p:cNvSpPr/>
          <p:nvPr/>
        </p:nvSpPr>
        <p:spPr>
          <a:xfrm>
            <a:off x="9031800" y="5786382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2B5477DE-5B48-43B7-8E4C-DC870712EC48}"/>
              </a:ext>
            </a:extLst>
          </p:cNvPr>
          <p:cNvSpPr/>
          <p:nvPr/>
        </p:nvSpPr>
        <p:spPr>
          <a:xfrm>
            <a:off x="9028837" y="6139016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CAAA4FEE-11F4-4812-BA36-AFE2C9CC4AF2}"/>
              </a:ext>
            </a:extLst>
          </p:cNvPr>
          <p:cNvSpPr/>
          <p:nvPr/>
        </p:nvSpPr>
        <p:spPr>
          <a:xfrm>
            <a:off x="9024092" y="6445363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36AC985A-B9A8-4915-AA40-711BEFCE2A39}"/>
              </a:ext>
            </a:extLst>
          </p:cNvPr>
          <p:cNvSpPr/>
          <p:nvPr/>
        </p:nvSpPr>
        <p:spPr>
          <a:xfrm>
            <a:off x="9027055" y="6770751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32F903BB-D336-4F8C-BE6B-33641E7E652A}"/>
              </a:ext>
            </a:extLst>
          </p:cNvPr>
          <p:cNvSpPr/>
          <p:nvPr/>
        </p:nvSpPr>
        <p:spPr>
          <a:xfrm>
            <a:off x="9024092" y="7123385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319246527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직사각형 20">
            <a:extLst>
              <a:ext uri="{FF2B5EF4-FFF2-40B4-BE49-F238E27FC236}">
                <a16:creationId xmlns:a16="http://schemas.microsoft.com/office/drawing/2014/main" id="{8DB036C1-BDD4-4073-9C6A-E0F3146C9F9B}"/>
              </a:ext>
            </a:extLst>
          </p:cNvPr>
          <p:cNvSpPr/>
          <p:nvPr/>
        </p:nvSpPr>
        <p:spPr>
          <a:xfrm>
            <a:off x="576206" y="1303198"/>
            <a:ext cx="9226755" cy="7167024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2" name="표 5">
            <a:extLst>
              <a:ext uri="{FF2B5EF4-FFF2-40B4-BE49-F238E27FC236}">
                <a16:creationId xmlns:a16="http://schemas.microsoft.com/office/drawing/2014/main" id="{DE7CD544-51D5-47DA-8148-A1BC63BEE2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5435813"/>
              </p:ext>
            </p:extLst>
          </p:nvPr>
        </p:nvGraphicFramePr>
        <p:xfrm>
          <a:off x="737068" y="1710518"/>
          <a:ext cx="8880744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0248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2046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자사상품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부분공유상품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pic>
        <p:nvPicPr>
          <p:cNvPr id="172" name="Picture 2">
            <a:extLst>
              <a:ext uri="{FF2B5EF4-FFF2-40B4-BE49-F238E27FC236}">
                <a16:creationId xmlns:a16="http://schemas.microsoft.com/office/drawing/2014/main" id="{D474CB32-512D-431B-91BA-9EE5E3C9B7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6446" y="7604385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BBDD625C-9E4E-450A-992A-9E58938C059E}"/>
              </a:ext>
            </a:extLst>
          </p:cNvPr>
          <p:cNvSpPr/>
          <p:nvPr/>
        </p:nvSpPr>
        <p:spPr>
          <a:xfrm>
            <a:off x="1775718" y="2263767"/>
            <a:ext cx="6078955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A241FECE-99CB-475F-AEB4-366F74B5ACE5}"/>
              </a:ext>
            </a:extLst>
          </p:cNvPr>
          <p:cNvSpPr/>
          <p:nvPr/>
        </p:nvSpPr>
        <p:spPr>
          <a:xfrm>
            <a:off x="8844219" y="2252286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175" name="표 63">
            <a:extLst>
              <a:ext uri="{FF2B5EF4-FFF2-40B4-BE49-F238E27FC236}">
                <a16:creationId xmlns:a16="http://schemas.microsoft.com/office/drawing/2014/main" id="{418AC977-C398-43FC-A2E4-1F448BF745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655703"/>
              </p:ext>
            </p:extLst>
          </p:nvPr>
        </p:nvGraphicFramePr>
        <p:xfrm>
          <a:off x="737068" y="2240815"/>
          <a:ext cx="8880744" cy="45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84852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7895892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2DC2E58F-9A5F-40E1-9F38-43FE013ECDFD}"/>
              </a:ext>
            </a:extLst>
          </p:cNvPr>
          <p:cNvSpPr/>
          <p:nvPr/>
        </p:nvSpPr>
        <p:spPr>
          <a:xfrm>
            <a:off x="8846667" y="2479505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177" name="표 176">
            <a:extLst>
              <a:ext uri="{FF2B5EF4-FFF2-40B4-BE49-F238E27FC236}">
                <a16:creationId xmlns:a16="http://schemas.microsoft.com/office/drawing/2014/main" id="{2AB6603C-2F64-415B-8E8E-C3C8544B33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4133810"/>
              </p:ext>
            </p:extLst>
          </p:nvPr>
        </p:nvGraphicFramePr>
        <p:xfrm>
          <a:off x="737065" y="3147600"/>
          <a:ext cx="8880745" cy="423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2070">
                  <a:extLst>
                    <a:ext uri="{9D8B030D-6E8A-4147-A177-3AD203B41FA5}">
                      <a16:colId xmlns:a16="http://schemas.microsoft.com/office/drawing/2014/main" val="401447903"/>
                    </a:ext>
                  </a:extLst>
                </a:gridCol>
                <a:gridCol w="697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9729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568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69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1465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7345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55092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  <a:gridCol w="705822">
                  <a:extLst>
                    <a:ext uri="{9D8B030D-6E8A-4147-A177-3AD203B41FA5}">
                      <a16:colId xmlns:a16="http://schemas.microsoft.com/office/drawing/2014/main" val="53107074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상세보기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관심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상품추가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792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545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3428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C20320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000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774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F20212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055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Z20321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57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3424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086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936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E20312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094304"/>
                  </a:ext>
                </a:extLst>
              </a:tr>
            </a:tbl>
          </a:graphicData>
        </a:graphic>
      </p:graphicFrame>
      <p:sp>
        <p:nvSpPr>
          <p:cNvPr id="178" name="TextBox 177">
            <a:extLst>
              <a:ext uri="{FF2B5EF4-FFF2-40B4-BE49-F238E27FC236}">
                <a16:creationId xmlns:a16="http://schemas.microsoft.com/office/drawing/2014/main" id="{A998AC10-B742-474B-B050-75D7139A3020}"/>
              </a:ext>
            </a:extLst>
          </p:cNvPr>
          <p:cNvSpPr txBox="1"/>
          <p:nvPr/>
        </p:nvSpPr>
        <p:spPr>
          <a:xfrm>
            <a:off x="680013" y="2932156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30BEE751-2FAF-45B9-BA3E-DFB97C4E0916}"/>
              </a:ext>
            </a:extLst>
          </p:cNvPr>
          <p:cNvGrpSpPr/>
          <p:nvPr/>
        </p:nvGrpSpPr>
        <p:grpSpPr>
          <a:xfrm>
            <a:off x="1920487" y="3357824"/>
            <a:ext cx="2414206" cy="338554"/>
            <a:chOff x="1237833" y="3417650"/>
            <a:chExt cx="1708480" cy="338554"/>
          </a:xfrm>
        </p:grpSpPr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C04DDD77-C903-4CBB-A9F8-E65FB2CB027F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82" name="Border">
                <a:extLst>
                  <a:ext uri="{FF2B5EF4-FFF2-40B4-BE49-F238E27FC236}">
                    <a16:creationId xmlns:a16="http://schemas.microsoft.com/office/drawing/2014/main" id="{4878785F-289A-40F1-982B-4019B5A65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3" name="Line 2">
                <a:extLst>
                  <a:ext uri="{FF2B5EF4-FFF2-40B4-BE49-F238E27FC236}">
                    <a16:creationId xmlns:a16="http://schemas.microsoft.com/office/drawing/2014/main" id="{C512CAD9-8CCF-4512-ACF4-63D9F0876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4" name="Line 1">
                <a:extLst>
                  <a:ext uri="{FF2B5EF4-FFF2-40B4-BE49-F238E27FC236}">
                    <a16:creationId xmlns:a16="http://schemas.microsoft.com/office/drawing/2014/main" id="{478EBFAD-4ACE-4380-850A-6E2109719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C1600C1B-5B0B-41FB-8EED-2225B1DC9A6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FE93033A-3C9E-4894-AF53-4F5A2F17D91E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506AD1C7-364E-4EC7-848E-93D467F6AC3E}"/>
              </a:ext>
            </a:extLst>
          </p:cNvPr>
          <p:cNvGrpSpPr/>
          <p:nvPr/>
        </p:nvGrpSpPr>
        <p:grpSpPr>
          <a:xfrm>
            <a:off x="1911778" y="3691960"/>
            <a:ext cx="2414206" cy="338554"/>
            <a:chOff x="1237833" y="3417650"/>
            <a:chExt cx="1708480" cy="338554"/>
          </a:xfrm>
        </p:grpSpPr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4067626B-9C4F-45D6-A8FE-D9BDF741D2CA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89" name="Border">
                <a:extLst>
                  <a:ext uri="{FF2B5EF4-FFF2-40B4-BE49-F238E27FC236}">
                    <a16:creationId xmlns:a16="http://schemas.microsoft.com/office/drawing/2014/main" id="{059A4AB0-6F2D-4F94-A8D8-1491AB6AC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0" name="Line 2">
                <a:extLst>
                  <a:ext uri="{FF2B5EF4-FFF2-40B4-BE49-F238E27FC236}">
                    <a16:creationId xmlns:a16="http://schemas.microsoft.com/office/drawing/2014/main" id="{8058ED7F-111D-4D37-9894-1E4211F54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1" name="Line 1">
                <a:extLst>
                  <a:ext uri="{FF2B5EF4-FFF2-40B4-BE49-F238E27FC236}">
                    <a16:creationId xmlns:a16="http://schemas.microsoft.com/office/drawing/2014/main" id="{688FBA21-BDBF-45CC-BF10-CC4990D4D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531B6968-9357-43D5-8CE7-CB0DD142598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88" name="직사각형 187">
              <a:extLst>
                <a:ext uri="{FF2B5EF4-FFF2-40B4-BE49-F238E27FC236}">
                  <a16:creationId xmlns:a16="http://schemas.microsoft.com/office/drawing/2014/main" id="{96235B6F-98E2-4892-B12D-E7351C9B50A4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01FB3990-401C-48A2-A9B7-4F3CB6A442B2}"/>
              </a:ext>
            </a:extLst>
          </p:cNvPr>
          <p:cNvGrpSpPr/>
          <p:nvPr/>
        </p:nvGrpSpPr>
        <p:grpSpPr>
          <a:xfrm>
            <a:off x="1916484" y="4028246"/>
            <a:ext cx="2414206" cy="338554"/>
            <a:chOff x="1237833" y="3417650"/>
            <a:chExt cx="1708480" cy="338554"/>
          </a:xfrm>
        </p:grpSpPr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509F5773-7FEB-43CF-ABFF-0AC2B032E1E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96" name="Border">
                <a:extLst>
                  <a:ext uri="{FF2B5EF4-FFF2-40B4-BE49-F238E27FC236}">
                    <a16:creationId xmlns:a16="http://schemas.microsoft.com/office/drawing/2014/main" id="{13326823-B703-4880-8D4D-9AF32F235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7" name="Line 2">
                <a:extLst>
                  <a:ext uri="{FF2B5EF4-FFF2-40B4-BE49-F238E27FC236}">
                    <a16:creationId xmlns:a16="http://schemas.microsoft.com/office/drawing/2014/main" id="{5F8D6138-ECED-4303-93CF-94072626C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Line 1">
                <a:extLst>
                  <a:ext uri="{FF2B5EF4-FFF2-40B4-BE49-F238E27FC236}">
                    <a16:creationId xmlns:a16="http://schemas.microsoft.com/office/drawing/2014/main" id="{9FA4FE47-032C-4614-9E0D-20E59E858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D6FA33EE-4AA8-4167-A2E9-581C03BA18C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95" name="직사각형 194">
              <a:extLst>
                <a:ext uri="{FF2B5EF4-FFF2-40B4-BE49-F238E27FC236}">
                  <a16:creationId xmlns:a16="http://schemas.microsoft.com/office/drawing/2014/main" id="{C3A42B07-AFC5-443C-9958-49A9E5DB2C9E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200" name="그룹 199">
            <a:extLst>
              <a:ext uri="{FF2B5EF4-FFF2-40B4-BE49-F238E27FC236}">
                <a16:creationId xmlns:a16="http://schemas.microsoft.com/office/drawing/2014/main" id="{051A6325-07C5-4ECB-85EA-64570EFA394E}"/>
              </a:ext>
            </a:extLst>
          </p:cNvPr>
          <p:cNvGrpSpPr/>
          <p:nvPr/>
        </p:nvGrpSpPr>
        <p:grpSpPr>
          <a:xfrm>
            <a:off x="1911778" y="4362382"/>
            <a:ext cx="2414206" cy="338554"/>
            <a:chOff x="1237833" y="3417650"/>
            <a:chExt cx="1708480" cy="338554"/>
          </a:xfrm>
        </p:grpSpPr>
        <p:grpSp>
          <p:nvGrpSpPr>
            <p:cNvPr id="201" name="그룹 200">
              <a:extLst>
                <a:ext uri="{FF2B5EF4-FFF2-40B4-BE49-F238E27FC236}">
                  <a16:creationId xmlns:a16="http://schemas.microsoft.com/office/drawing/2014/main" id="{B998BA9E-E90B-4DF9-92D9-A153627E48F3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03" name="Border">
                <a:extLst>
                  <a:ext uri="{FF2B5EF4-FFF2-40B4-BE49-F238E27FC236}">
                    <a16:creationId xmlns:a16="http://schemas.microsoft.com/office/drawing/2014/main" id="{64883B51-C201-4E7B-B21D-F4560453C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4" name="Line 2">
                <a:extLst>
                  <a:ext uri="{FF2B5EF4-FFF2-40B4-BE49-F238E27FC236}">
                    <a16:creationId xmlns:a16="http://schemas.microsoft.com/office/drawing/2014/main" id="{23766955-1792-4627-86B4-0DE86FE08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5" name="Line 1">
                <a:extLst>
                  <a:ext uri="{FF2B5EF4-FFF2-40B4-BE49-F238E27FC236}">
                    <a16:creationId xmlns:a16="http://schemas.microsoft.com/office/drawing/2014/main" id="{8B819B3C-3FDD-42E2-A6B7-A9283A720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E76B14D2-FEEB-4943-B74A-8C347E65481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5CE7B0FE-CE2E-4EA4-A38F-1EC27A32D82D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207" name="그룹 206">
            <a:extLst>
              <a:ext uri="{FF2B5EF4-FFF2-40B4-BE49-F238E27FC236}">
                <a16:creationId xmlns:a16="http://schemas.microsoft.com/office/drawing/2014/main" id="{4FC8A38A-2E6C-4ED1-924F-EBA8396EAD16}"/>
              </a:ext>
            </a:extLst>
          </p:cNvPr>
          <p:cNvGrpSpPr/>
          <p:nvPr/>
        </p:nvGrpSpPr>
        <p:grpSpPr>
          <a:xfrm>
            <a:off x="1903069" y="4696518"/>
            <a:ext cx="2414206" cy="338554"/>
            <a:chOff x="1237833" y="3417650"/>
            <a:chExt cx="1708480" cy="338554"/>
          </a:xfrm>
        </p:grpSpPr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29018976-6DF1-4FDB-BAFE-AF1F77880CBB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10" name="Border">
                <a:extLst>
                  <a:ext uri="{FF2B5EF4-FFF2-40B4-BE49-F238E27FC236}">
                    <a16:creationId xmlns:a16="http://schemas.microsoft.com/office/drawing/2014/main" id="{7433BEFE-3FD8-4F07-856F-E8EDC11E0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Line 2">
                <a:extLst>
                  <a:ext uri="{FF2B5EF4-FFF2-40B4-BE49-F238E27FC236}">
                    <a16:creationId xmlns:a16="http://schemas.microsoft.com/office/drawing/2014/main" id="{904059A7-7BDD-4069-AE22-608CAE2E9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2" name="Line 1">
                <a:extLst>
                  <a:ext uri="{FF2B5EF4-FFF2-40B4-BE49-F238E27FC236}">
                    <a16:creationId xmlns:a16="http://schemas.microsoft.com/office/drawing/2014/main" id="{8E643799-23A1-4749-B684-B9F0D52A6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DC2F3B8F-CDD6-492A-972A-FE6C4BEC4672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4E585044-A4CC-4CE7-B716-0D5F9C0320FD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01E799F5-586C-4D87-AB45-D92CB14D3362}"/>
              </a:ext>
            </a:extLst>
          </p:cNvPr>
          <p:cNvGrpSpPr/>
          <p:nvPr/>
        </p:nvGrpSpPr>
        <p:grpSpPr>
          <a:xfrm>
            <a:off x="1907775" y="5032804"/>
            <a:ext cx="2414206" cy="338554"/>
            <a:chOff x="1237833" y="3417650"/>
            <a:chExt cx="1708480" cy="338554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F924049C-E1E0-44A9-9138-85054D157304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17" name="Border">
                <a:extLst>
                  <a:ext uri="{FF2B5EF4-FFF2-40B4-BE49-F238E27FC236}">
                    <a16:creationId xmlns:a16="http://schemas.microsoft.com/office/drawing/2014/main" id="{FB7D0A81-50A6-4170-9B51-CF847FEC6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Line 2">
                <a:extLst>
                  <a:ext uri="{FF2B5EF4-FFF2-40B4-BE49-F238E27FC236}">
                    <a16:creationId xmlns:a16="http://schemas.microsoft.com/office/drawing/2014/main" id="{48823866-5305-4040-B5F1-C4D28AC4F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9" name="Line 1">
                <a:extLst>
                  <a:ext uri="{FF2B5EF4-FFF2-40B4-BE49-F238E27FC236}">
                    <a16:creationId xmlns:a16="http://schemas.microsoft.com/office/drawing/2014/main" id="{DBA660EB-BD83-4BCE-B8E6-A1BC7910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419A0BBA-E181-4820-87FB-41B8AD290041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25EB5758-8278-4667-A075-AB811EC0D554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221" name="그룹 220">
            <a:extLst>
              <a:ext uri="{FF2B5EF4-FFF2-40B4-BE49-F238E27FC236}">
                <a16:creationId xmlns:a16="http://schemas.microsoft.com/office/drawing/2014/main" id="{856D9820-3515-49E2-A51F-D7341E6B7474}"/>
              </a:ext>
            </a:extLst>
          </p:cNvPr>
          <p:cNvGrpSpPr/>
          <p:nvPr/>
        </p:nvGrpSpPr>
        <p:grpSpPr>
          <a:xfrm>
            <a:off x="1924490" y="5367731"/>
            <a:ext cx="2414206" cy="338554"/>
            <a:chOff x="1237833" y="3417650"/>
            <a:chExt cx="1708480" cy="338554"/>
          </a:xfrm>
        </p:grpSpPr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C02122AD-5590-4978-8108-FBC9B275A57A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24" name="Border">
                <a:extLst>
                  <a:ext uri="{FF2B5EF4-FFF2-40B4-BE49-F238E27FC236}">
                    <a16:creationId xmlns:a16="http://schemas.microsoft.com/office/drawing/2014/main" id="{34A1DC89-BFAE-4638-974B-799C68D19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5" name="Line 2">
                <a:extLst>
                  <a:ext uri="{FF2B5EF4-FFF2-40B4-BE49-F238E27FC236}">
                    <a16:creationId xmlns:a16="http://schemas.microsoft.com/office/drawing/2014/main" id="{541C6BA1-7FE5-4C94-B9ED-0EC9658C1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6" name="Line 1">
                <a:extLst>
                  <a:ext uri="{FF2B5EF4-FFF2-40B4-BE49-F238E27FC236}">
                    <a16:creationId xmlns:a16="http://schemas.microsoft.com/office/drawing/2014/main" id="{F3BFDEF4-90BA-466E-9B0D-381BBC5EE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9F74F22A-C9D3-4EF1-926E-5DC253A6E4B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08600A60-5B01-454F-AB6A-846CE18FAF90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57A80076-5659-4836-9B89-6629A794E7B1}"/>
              </a:ext>
            </a:extLst>
          </p:cNvPr>
          <p:cNvGrpSpPr/>
          <p:nvPr/>
        </p:nvGrpSpPr>
        <p:grpSpPr>
          <a:xfrm>
            <a:off x="1915781" y="5701867"/>
            <a:ext cx="2414206" cy="338554"/>
            <a:chOff x="1237833" y="3417650"/>
            <a:chExt cx="1708480" cy="338554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8AD99273-E1DB-413A-B85F-05E3DA2C1AA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31" name="Border">
                <a:extLst>
                  <a:ext uri="{FF2B5EF4-FFF2-40B4-BE49-F238E27FC236}">
                    <a16:creationId xmlns:a16="http://schemas.microsoft.com/office/drawing/2014/main" id="{825EDCB6-F066-4444-AAD0-52A2F5C76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2" name="Line 2">
                <a:extLst>
                  <a:ext uri="{FF2B5EF4-FFF2-40B4-BE49-F238E27FC236}">
                    <a16:creationId xmlns:a16="http://schemas.microsoft.com/office/drawing/2014/main" id="{D39268ED-1C18-49D4-87B7-A1E5A7D3B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3" name="Line 1">
                <a:extLst>
                  <a:ext uri="{FF2B5EF4-FFF2-40B4-BE49-F238E27FC236}">
                    <a16:creationId xmlns:a16="http://schemas.microsoft.com/office/drawing/2014/main" id="{E693A6A1-110E-4D50-AC0B-0AF4B2027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9C365BD4-7CFC-48CA-A01B-DCAE60067CA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AE9A15E7-870A-4155-8BC4-3FA6C8DD3F3E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DE2F7D02-88E1-4783-8DC1-700B18BF2A49}"/>
              </a:ext>
            </a:extLst>
          </p:cNvPr>
          <p:cNvGrpSpPr/>
          <p:nvPr/>
        </p:nvGrpSpPr>
        <p:grpSpPr>
          <a:xfrm>
            <a:off x="1920487" y="6038153"/>
            <a:ext cx="2414206" cy="338554"/>
            <a:chOff x="1237833" y="3417650"/>
            <a:chExt cx="1708480" cy="338554"/>
          </a:xfrm>
        </p:grpSpPr>
        <p:grpSp>
          <p:nvGrpSpPr>
            <p:cNvPr id="236" name="그룹 235">
              <a:extLst>
                <a:ext uri="{FF2B5EF4-FFF2-40B4-BE49-F238E27FC236}">
                  <a16:creationId xmlns:a16="http://schemas.microsoft.com/office/drawing/2014/main" id="{141034B7-E66D-48E8-ACB1-E62B20B72EE7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38" name="Border">
                <a:extLst>
                  <a:ext uri="{FF2B5EF4-FFF2-40B4-BE49-F238E27FC236}">
                    <a16:creationId xmlns:a16="http://schemas.microsoft.com/office/drawing/2014/main" id="{A7BEDBA0-3715-4A49-853B-704F9241A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9" name="Line 2">
                <a:extLst>
                  <a:ext uri="{FF2B5EF4-FFF2-40B4-BE49-F238E27FC236}">
                    <a16:creationId xmlns:a16="http://schemas.microsoft.com/office/drawing/2014/main" id="{3018D631-ED2D-4B56-8096-68C5510A4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0" name="Line 1">
                <a:extLst>
                  <a:ext uri="{FF2B5EF4-FFF2-40B4-BE49-F238E27FC236}">
                    <a16:creationId xmlns:a16="http://schemas.microsoft.com/office/drawing/2014/main" id="{E399EB08-1077-474F-AABA-7F3A53A83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651B9321-6B94-4CE9-80E5-C0B6509AFDB5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D02F06DC-7F4E-45FC-84ED-B566E8A1875C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242" name="그룹 241">
            <a:extLst>
              <a:ext uri="{FF2B5EF4-FFF2-40B4-BE49-F238E27FC236}">
                <a16:creationId xmlns:a16="http://schemas.microsoft.com/office/drawing/2014/main" id="{C9413564-AAB6-41E4-B8E1-7EBA333FCD79}"/>
              </a:ext>
            </a:extLst>
          </p:cNvPr>
          <p:cNvGrpSpPr/>
          <p:nvPr/>
        </p:nvGrpSpPr>
        <p:grpSpPr>
          <a:xfrm>
            <a:off x="1924490" y="6375344"/>
            <a:ext cx="2414206" cy="338554"/>
            <a:chOff x="1237833" y="3417650"/>
            <a:chExt cx="1708480" cy="338554"/>
          </a:xfrm>
        </p:grpSpPr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58AB6096-1238-4213-92F6-391F68B4ABD8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45" name="Border">
                <a:extLst>
                  <a:ext uri="{FF2B5EF4-FFF2-40B4-BE49-F238E27FC236}">
                    <a16:creationId xmlns:a16="http://schemas.microsoft.com/office/drawing/2014/main" id="{20057F55-BE3C-4E75-9822-3374896E6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6" name="Line 2">
                <a:extLst>
                  <a:ext uri="{FF2B5EF4-FFF2-40B4-BE49-F238E27FC236}">
                    <a16:creationId xmlns:a16="http://schemas.microsoft.com/office/drawing/2014/main" id="{BEF31CA6-53EE-49F1-B775-4077215BB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7" name="Line 1">
                <a:extLst>
                  <a:ext uri="{FF2B5EF4-FFF2-40B4-BE49-F238E27FC236}">
                    <a16:creationId xmlns:a16="http://schemas.microsoft.com/office/drawing/2014/main" id="{AF5ADF80-7922-407C-81CF-9D422C0BE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4E51470C-265F-4455-B3C3-DC21E69EE064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745BE652-03E2-474B-A562-7753F96C348A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249" name="그룹 248">
            <a:extLst>
              <a:ext uri="{FF2B5EF4-FFF2-40B4-BE49-F238E27FC236}">
                <a16:creationId xmlns:a16="http://schemas.microsoft.com/office/drawing/2014/main" id="{9D926088-C1FC-4D19-8AB5-D2C3C89A25C9}"/>
              </a:ext>
            </a:extLst>
          </p:cNvPr>
          <p:cNvGrpSpPr/>
          <p:nvPr/>
        </p:nvGrpSpPr>
        <p:grpSpPr>
          <a:xfrm>
            <a:off x="1915781" y="6709480"/>
            <a:ext cx="2414206" cy="338554"/>
            <a:chOff x="1237833" y="3417650"/>
            <a:chExt cx="1708480" cy="338554"/>
          </a:xfrm>
        </p:grpSpPr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3AC66E6B-F1C9-42C4-B9E9-D8AD570A2065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52" name="Border">
                <a:extLst>
                  <a:ext uri="{FF2B5EF4-FFF2-40B4-BE49-F238E27FC236}">
                    <a16:creationId xmlns:a16="http://schemas.microsoft.com/office/drawing/2014/main" id="{4D7F963D-C2D9-47E1-A40A-077ACE442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3" name="Line 2">
                <a:extLst>
                  <a:ext uri="{FF2B5EF4-FFF2-40B4-BE49-F238E27FC236}">
                    <a16:creationId xmlns:a16="http://schemas.microsoft.com/office/drawing/2014/main" id="{EB2BE288-456C-49F6-A8AA-3EB12D4E7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4" name="Line 1">
                <a:extLst>
                  <a:ext uri="{FF2B5EF4-FFF2-40B4-BE49-F238E27FC236}">
                    <a16:creationId xmlns:a16="http://schemas.microsoft.com/office/drawing/2014/main" id="{A73238E8-0611-4844-A256-2263038B8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962CDB45-67BB-4314-965F-2DC05790DDBA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F988C0AA-F62C-4314-AC08-8F4AA0BC1759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4A26ABC1-AB93-4867-A70D-6256D058DD62}"/>
              </a:ext>
            </a:extLst>
          </p:cNvPr>
          <p:cNvGrpSpPr/>
          <p:nvPr/>
        </p:nvGrpSpPr>
        <p:grpSpPr>
          <a:xfrm>
            <a:off x="1920487" y="7045766"/>
            <a:ext cx="2414206" cy="338554"/>
            <a:chOff x="1237833" y="3417650"/>
            <a:chExt cx="1708480" cy="338554"/>
          </a:xfrm>
        </p:grpSpPr>
        <p:grpSp>
          <p:nvGrpSpPr>
            <p:cNvPr id="257" name="그룹 256">
              <a:extLst>
                <a:ext uri="{FF2B5EF4-FFF2-40B4-BE49-F238E27FC236}">
                  <a16:creationId xmlns:a16="http://schemas.microsoft.com/office/drawing/2014/main" id="{A3AB90AE-D854-447A-B80B-0EA20211CDF5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59" name="Border">
                <a:extLst>
                  <a:ext uri="{FF2B5EF4-FFF2-40B4-BE49-F238E27FC236}">
                    <a16:creationId xmlns:a16="http://schemas.microsoft.com/office/drawing/2014/main" id="{DDEBEB53-54A4-4BF3-8062-2C28261B5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0" name="Line 2">
                <a:extLst>
                  <a:ext uri="{FF2B5EF4-FFF2-40B4-BE49-F238E27FC236}">
                    <a16:creationId xmlns:a16="http://schemas.microsoft.com/office/drawing/2014/main" id="{1D740B31-41E1-4F66-8AE6-EE36C0D44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1" name="Line 1">
                <a:extLst>
                  <a:ext uri="{FF2B5EF4-FFF2-40B4-BE49-F238E27FC236}">
                    <a16:creationId xmlns:a16="http://schemas.microsoft.com/office/drawing/2014/main" id="{59DFAEFF-5CE8-4BDC-BF59-160ABFF41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9FD14830-C784-49C0-8BE4-C5B76C22F3D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DC42AF5E-30FB-4634-B59F-92FB94F3444D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sp>
        <p:nvSpPr>
          <p:cNvPr id="263" name="직사각형 262">
            <a:extLst>
              <a:ext uri="{FF2B5EF4-FFF2-40B4-BE49-F238E27FC236}">
                <a16:creationId xmlns:a16="http://schemas.microsoft.com/office/drawing/2014/main" id="{8B9F1B38-5DEE-4445-A474-65929C798A7D}"/>
              </a:ext>
            </a:extLst>
          </p:cNvPr>
          <p:cNvSpPr/>
          <p:nvPr/>
        </p:nvSpPr>
        <p:spPr>
          <a:xfrm>
            <a:off x="7565759" y="345961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601F5EEB-E8AE-4D9C-A38C-7BA9FB24173D}"/>
              </a:ext>
            </a:extLst>
          </p:cNvPr>
          <p:cNvSpPr/>
          <p:nvPr/>
        </p:nvSpPr>
        <p:spPr>
          <a:xfrm>
            <a:off x="7565759" y="379374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4C59FB9A-4660-4317-8E46-1FBF8C94113E}"/>
              </a:ext>
            </a:extLst>
          </p:cNvPr>
          <p:cNvSpPr/>
          <p:nvPr/>
        </p:nvSpPr>
        <p:spPr>
          <a:xfrm>
            <a:off x="7565759" y="4130034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408D564-B0E5-40C2-9156-8C47763D0893}"/>
              </a:ext>
            </a:extLst>
          </p:cNvPr>
          <p:cNvSpPr/>
          <p:nvPr/>
        </p:nvSpPr>
        <p:spPr>
          <a:xfrm>
            <a:off x="7565759" y="446083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6CFD0FDD-4AA7-4491-91F1-B9EC1DAC17F0}"/>
              </a:ext>
            </a:extLst>
          </p:cNvPr>
          <p:cNvSpPr/>
          <p:nvPr/>
        </p:nvSpPr>
        <p:spPr>
          <a:xfrm>
            <a:off x="7565759" y="4794974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88832838-54BE-4471-A3D2-F4E05A901D0A}"/>
              </a:ext>
            </a:extLst>
          </p:cNvPr>
          <p:cNvSpPr/>
          <p:nvPr/>
        </p:nvSpPr>
        <p:spPr>
          <a:xfrm>
            <a:off x="7565759" y="5131260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C295030A-B623-48D3-856D-5645F63240A3}"/>
              </a:ext>
            </a:extLst>
          </p:cNvPr>
          <p:cNvSpPr/>
          <p:nvPr/>
        </p:nvSpPr>
        <p:spPr>
          <a:xfrm>
            <a:off x="7558562" y="546365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E849066C-074C-42C9-92CE-2330089DC015}"/>
              </a:ext>
            </a:extLst>
          </p:cNvPr>
          <p:cNvSpPr/>
          <p:nvPr/>
        </p:nvSpPr>
        <p:spPr>
          <a:xfrm>
            <a:off x="7558562" y="579779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71" name="직사각형 270">
            <a:extLst>
              <a:ext uri="{FF2B5EF4-FFF2-40B4-BE49-F238E27FC236}">
                <a16:creationId xmlns:a16="http://schemas.microsoft.com/office/drawing/2014/main" id="{55C77D7C-E169-41EE-A7CF-EB6DD7676F36}"/>
              </a:ext>
            </a:extLst>
          </p:cNvPr>
          <p:cNvSpPr/>
          <p:nvPr/>
        </p:nvSpPr>
        <p:spPr>
          <a:xfrm>
            <a:off x="7558562" y="6134079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96EB94B4-6219-4C8B-BA2A-9C4616D43C04}"/>
              </a:ext>
            </a:extLst>
          </p:cNvPr>
          <p:cNvSpPr/>
          <p:nvPr/>
        </p:nvSpPr>
        <p:spPr>
          <a:xfrm>
            <a:off x="7558562" y="646488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73" name="직사각형 272">
            <a:extLst>
              <a:ext uri="{FF2B5EF4-FFF2-40B4-BE49-F238E27FC236}">
                <a16:creationId xmlns:a16="http://schemas.microsoft.com/office/drawing/2014/main" id="{65528B35-706A-4F41-B62D-1469DC8E6696}"/>
              </a:ext>
            </a:extLst>
          </p:cNvPr>
          <p:cNvSpPr/>
          <p:nvPr/>
        </p:nvSpPr>
        <p:spPr>
          <a:xfrm>
            <a:off x="7558562" y="6799019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30F817E0-1428-402A-8205-2DA2D4C84E14}"/>
              </a:ext>
            </a:extLst>
          </p:cNvPr>
          <p:cNvSpPr/>
          <p:nvPr/>
        </p:nvSpPr>
        <p:spPr>
          <a:xfrm>
            <a:off x="7558562" y="7135305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DDE07DCE-D555-4011-A3F3-8246FAB5FCBC}"/>
              </a:ext>
            </a:extLst>
          </p:cNvPr>
          <p:cNvSpPr/>
          <p:nvPr/>
        </p:nvSpPr>
        <p:spPr>
          <a:xfrm>
            <a:off x="9027879" y="3468869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276" name="직사각형 275">
            <a:extLst>
              <a:ext uri="{FF2B5EF4-FFF2-40B4-BE49-F238E27FC236}">
                <a16:creationId xmlns:a16="http://schemas.microsoft.com/office/drawing/2014/main" id="{DE0D7EC3-BF1D-400F-A4F9-B807BD48F6AD}"/>
              </a:ext>
            </a:extLst>
          </p:cNvPr>
          <p:cNvSpPr/>
          <p:nvPr/>
        </p:nvSpPr>
        <p:spPr>
          <a:xfrm>
            <a:off x="9030842" y="3794257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661A2B6F-54E3-4162-B5FB-67148F0C5C2C}"/>
              </a:ext>
            </a:extLst>
          </p:cNvPr>
          <p:cNvSpPr/>
          <p:nvPr/>
        </p:nvSpPr>
        <p:spPr>
          <a:xfrm>
            <a:off x="9027879" y="4146891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83AEF880-F13C-4D7F-A9E4-520050DFE979}"/>
              </a:ext>
            </a:extLst>
          </p:cNvPr>
          <p:cNvSpPr/>
          <p:nvPr/>
        </p:nvSpPr>
        <p:spPr>
          <a:xfrm>
            <a:off x="-493049" y="2130231"/>
            <a:ext cx="7328848" cy="6747311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D2CFFEE3-A62C-4562-86A0-498E2F78C469}"/>
              </a:ext>
            </a:extLst>
          </p:cNvPr>
          <p:cNvGrpSpPr/>
          <p:nvPr/>
        </p:nvGrpSpPr>
        <p:grpSpPr>
          <a:xfrm>
            <a:off x="-104181" y="2465265"/>
            <a:ext cx="2798648" cy="2361452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34" name="Border">
              <a:extLst>
                <a:ext uri="{FF2B5EF4-FFF2-40B4-BE49-F238E27FC236}">
                  <a16:creationId xmlns:a16="http://schemas.microsoft.com/office/drawing/2014/main" id="{47045F17-77D8-4DB3-8510-3094DFDE1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5" name="Line 2">
              <a:extLst>
                <a:ext uri="{FF2B5EF4-FFF2-40B4-BE49-F238E27FC236}">
                  <a16:creationId xmlns:a16="http://schemas.microsoft.com/office/drawing/2014/main" id="{BB0DE461-09F5-4F0F-B521-B434B073D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6" name="Line 1">
              <a:extLst>
                <a:ext uri="{FF2B5EF4-FFF2-40B4-BE49-F238E27FC236}">
                  <a16:creationId xmlns:a16="http://schemas.microsoft.com/office/drawing/2014/main" id="{808883F6-5544-4F85-9DF4-4D685695D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32AF48C3-2D2F-4EE3-9B8C-F45C52C44C4E}"/>
                </a:ext>
              </a:extLst>
            </p:cNvPr>
            <p:cNvSpPr txBox="1"/>
            <p:nvPr/>
          </p:nvSpPr>
          <p:spPr>
            <a:xfrm>
              <a:off x="3381983" y="2215369"/>
              <a:ext cx="598462" cy="764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59EF8749-E228-4A14-AB1E-77ACC6F283B4}"/>
              </a:ext>
            </a:extLst>
          </p:cNvPr>
          <p:cNvGrpSpPr/>
          <p:nvPr/>
        </p:nvGrpSpPr>
        <p:grpSpPr>
          <a:xfrm>
            <a:off x="-116870" y="4940537"/>
            <a:ext cx="492940" cy="406337"/>
            <a:chOff x="3092355" y="3209109"/>
            <a:chExt cx="353705" cy="305189"/>
          </a:xfrm>
        </p:grpSpPr>
        <p:sp>
          <p:nvSpPr>
            <p:cNvPr id="139" name="Border">
              <a:extLst>
                <a:ext uri="{FF2B5EF4-FFF2-40B4-BE49-F238E27FC236}">
                  <a16:creationId xmlns:a16="http://schemas.microsoft.com/office/drawing/2014/main" id="{A737BFF0-3E01-4787-95A9-FDDD8D9BF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0" name="Line 2">
              <a:extLst>
                <a:ext uri="{FF2B5EF4-FFF2-40B4-BE49-F238E27FC236}">
                  <a16:creationId xmlns:a16="http://schemas.microsoft.com/office/drawing/2014/main" id="{5A2329DE-8952-41B5-8562-D8D94D5D0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1" name="Line 1">
              <a:extLst>
                <a:ext uri="{FF2B5EF4-FFF2-40B4-BE49-F238E27FC236}">
                  <a16:creationId xmlns:a16="http://schemas.microsoft.com/office/drawing/2014/main" id="{91CD7605-FCCC-4152-8EAF-1426F5633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72C5A714-111F-4BFD-9CEE-87B3F1195393}"/>
              </a:ext>
            </a:extLst>
          </p:cNvPr>
          <p:cNvGrpSpPr/>
          <p:nvPr/>
        </p:nvGrpSpPr>
        <p:grpSpPr>
          <a:xfrm>
            <a:off x="462280" y="4940533"/>
            <a:ext cx="492940" cy="406337"/>
            <a:chOff x="3092355" y="3209109"/>
            <a:chExt cx="353705" cy="305189"/>
          </a:xfrm>
        </p:grpSpPr>
        <p:sp>
          <p:nvSpPr>
            <p:cNvPr id="143" name="Border">
              <a:extLst>
                <a:ext uri="{FF2B5EF4-FFF2-40B4-BE49-F238E27FC236}">
                  <a16:creationId xmlns:a16="http://schemas.microsoft.com/office/drawing/2014/main" id="{68C6CA93-3AD8-4C71-951E-72BBC9CD1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4" name="Line 2">
              <a:extLst>
                <a:ext uri="{FF2B5EF4-FFF2-40B4-BE49-F238E27FC236}">
                  <a16:creationId xmlns:a16="http://schemas.microsoft.com/office/drawing/2014/main" id="{B0BEF721-37A8-432C-82F3-F1C79C66D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5" name="Line 1">
              <a:extLst>
                <a:ext uri="{FF2B5EF4-FFF2-40B4-BE49-F238E27FC236}">
                  <a16:creationId xmlns:a16="http://schemas.microsoft.com/office/drawing/2014/main" id="{407E487F-841B-41C2-899C-998727E08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ED6D7E5E-3732-4159-9B35-E05D1F168947}"/>
              </a:ext>
            </a:extLst>
          </p:cNvPr>
          <p:cNvSpPr txBox="1"/>
          <p:nvPr/>
        </p:nvSpPr>
        <p:spPr>
          <a:xfrm>
            <a:off x="2743471" y="2399773"/>
            <a:ext cx="3948564" cy="7148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대분류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1200" b="1" dirty="0"/>
              <a:t>상품명</a:t>
            </a:r>
            <a:r>
              <a:rPr lang="en-US" altLang="ko-KR" sz="1200" b="1" dirty="0"/>
              <a:t>23232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상품코드 </a:t>
            </a:r>
            <a:r>
              <a:rPr lang="en-US" altLang="ko-KR" sz="800" dirty="0"/>
              <a:t>:  a200392            </a:t>
            </a:r>
            <a:r>
              <a:rPr lang="ko-KR" altLang="en-US" sz="800" dirty="0"/>
              <a:t>판매자 </a:t>
            </a:r>
            <a:r>
              <a:rPr lang="en-US" altLang="ko-KR" sz="800" dirty="0"/>
              <a:t>: </a:t>
            </a:r>
            <a:r>
              <a:rPr lang="en-US" altLang="ko-KR" sz="800" dirty="0" err="1"/>
              <a:t>aabbds</a:t>
            </a:r>
            <a:endParaRPr lang="ko-KR" altLang="en-US" sz="800" dirty="0"/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C9377CAA-D55E-42B9-A15E-649E0907649B}"/>
              </a:ext>
            </a:extLst>
          </p:cNvPr>
          <p:cNvSpPr/>
          <p:nvPr/>
        </p:nvSpPr>
        <p:spPr>
          <a:xfrm>
            <a:off x="-104181" y="5942018"/>
            <a:ext cx="1215128" cy="281224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상품 판매 조건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B3874C96-5246-4703-8354-C5038A5F39E6}"/>
              </a:ext>
            </a:extLst>
          </p:cNvPr>
          <p:cNvSpPr/>
          <p:nvPr/>
        </p:nvSpPr>
        <p:spPr>
          <a:xfrm>
            <a:off x="1110947" y="5942018"/>
            <a:ext cx="1215128" cy="2812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상품 상세 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97F1ECB1-EDE1-4297-9502-FC7E7E437E0C}"/>
              </a:ext>
            </a:extLst>
          </p:cNvPr>
          <p:cNvSpPr/>
          <p:nvPr/>
        </p:nvSpPr>
        <p:spPr>
          <a:xfrm>
            <a:off x="-104181" y="6223242"/>
            <a:ext cx="6796216" cy="1758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162" name="표 43">
            <a:extLst>
              <a:ext uri="{FF2B5EF4-FFF2-40B4-BE49-F238E27FC236}">
                <a16:creationId xmlns:a16="http://schemas.microsoft.com/office/drawing/2014/main" id="{A4975405-4D60-4772-9D90-48A81F20D5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3149285"/>
              </p:ext>
            </p:extLst>
          </p:nvPr>
        </p:nvGraphicFramePr>
        <p:xfrm>
          <a:off x="37803" y="6390882"/>
          <a:ext cx="650874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57666">
                  <a:extLst>
                    <a:ext uri="{9D8B030D-6E8A-4147-A177-3AD203B41FA5}">
                      <a16:colId xmlns:a16="http://schemas.microsoft.com/office/drawing/2014/main" val="1601486229"/>
                    </a:ext>
                  </a:extLst>
                </a:gridCol>
                <a:gridCol w="5451078">
                  <a:extLst>
                    <a:ext uri="{9D8B030D-6E8A-4147-A177-3AD203B41FA5}">
                      <a16:colId xmlns:a16="http://schemas.microsoft.com/office/drawing/2014/main" val="273860845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지급포인트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1,000 point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81730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과세구분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과세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4451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판매가격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5,000 </a:t>
                      </a:r>
                      <a:r>
                        <a:rPr lang="ko-KR" altLang="en-US" sz="800" dirty="0"/>
                        <a:t>원 </a:t>
                      </a:r>
                      <a:r>
                        <a:rPr lang="en-US" altLang="ko-KR" sz="800" dirty="0"/>
                        <a:t>~ 11,000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0007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이익분배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판매개당 </a:t>
                      </a:r>
                      <a:r>
                        <a:rPr lang="en-US" altLang="ko-KR" sz="800" dirty="0"/>
                        <a:t>4,000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53287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재고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3,223 </a:t>
                      </a:r>
                      <a:r>
                        <a:rPr lang="ko-KR" altLang="en-US" sz="800" dirty="0"/>
                        <a:t>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7791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구매제한수량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</a:t>
                      </a:r>
                      <a:r>
                        <a:rPr lang="ko-KR" altLang="en-US" sz="800" dirty="0"/>
                        <a:t>회 구매에 </a:t>
                      </a:r>
                      <a:r>
                        <a:rPr lang="en-US" altLang="ko-KR" sz="800" dirty="0"/>
                        <a:t>100 </a:t>
                      </a:r>
                      <a:r>
                        <a:rPr lang="ko-KR" altLang="en-US" sz="800" dirty="0"/>
                        <a:t>개까지 구매가능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1333764"/>
                  </a:ext>
                </a:extLst>
              </a:tr>
            </a:tbl>
          </a:graphicData>
        </a:graphic>
      </p:graphicFrame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B23E3087-4FD8-46F3-A52F-FD606E1BFC5D}"/>
              </a:ext>
            </a:extLst>
          </p:cNvPr>
          <p:cNvSpPr/>
          <p:nvPr/>
        </p:nvSpPr>
        <p:spPr>
          <a:xfrm>
            <a:off x="2931550" y="8350501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64" name="Image">
            <a:extLst>
              <a:ext uri="{FF2B5EF4-FFF2-40B4-BE49-F238E27FC236}">
                <a16:creationId xmlns:a16="http://schemas.microsoft.com/office/drawing/2014/main" id="{DB4947BF-46D6-441E-9258-70AFF0194BEA}"/>
              </a:ext>
            </a:extLst>
          </p:cNvPr>
          <p:cNvGrpSpPr>
            <a:grpSpLocks/>
          </p:cNvGrpSpPr>
          <p:nvPr/>
        </p:nvGrpSpPr>
        <p:grpSpPr bwMode="auto">
          <a:xfrm>
            <a:off x="6464946" y="2214808"/>
            <a:ext cx="263570" cy="250457"/>
            <a:chOff x="508000" y="1397000"/>
            <a:chExt cx="1008112" cy="1008112"/>
          </a:xfrm>
        </p:grpSpPr>
        <p:sp>
          <p:nvSpPr>
            <p:cNvPr id="165" name="Border">
              <a:extLst>
                <a:ext uri="{FF2B5EF4-FFF2-40B4-BE49-F238E27FC236}">
                  <a16:creationId xmlns:a16="http://schemas.microsoft.com/office/drawing/2014/main" id="{3DBF0AA0-B669-4982-A40F-80886EB7E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6" name="Line 2">
              <a:extLst>
                <a:ext uri="{FF2B5EF4-FFF2-40B4-BE49-F238E27FC236}">
                  <a16:creationId xmlns:a16="http://schemas.microsoft.com/office/drawing/2014/main" id="{D06B3A4B-280F-42B8-9A07-909969A93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7" name="Line 1">
              <a:extLst>
                <a:ext uri="{FF2B5EF4-FFF2-40B4-BE49-F238E27FC236}">
                  <a16:creationId xmlns:a16="http://schemas.microsoft.com/office/drawing/2014/main" id="{FFA8EBA1-0151-46F0-A92F-02601045A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168" name="그림 167">
            <a:extLst>
              <a:ext uri="{FF2B5EF4-FFF2-40B4-BE49-F238E27FC236}">
                <a16:creationId xmlns:a16="http://schemas.microsoft.com/office/drawing/2014/main" id="{DBFEEBAE-5E92-4E44-A10F-1A591C04C1B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91961" y="3149604"/>
            <a:ext cx="3946343" cy="1682825"/>
          </a:xfrm>
          <a:prstGeom prst="rect">
            <a:avLst/>
          </a:prstGeom>
        </p:spPr>
      </p:pic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F740F662-53EE-4191-8D13-BFFE0E8E44D7}"/>
              </a:ext>
            </a:extLst>
          </p:cNvPr>
          <p:cNvGrpSpPr/>
          <p:nvPr/>
        </p:nvGrpSpPr>
        <p:grpSpPr>
          <a:xfrm>
            <a:off x="1041430" y="4941575"/>
            <a:ext cx="492940" cy="406337"/>
            <a:chOff x="3092355" y="3209109"/>
            <a:chExt cx="353705" cy="305189"/>
          </a:xfrm>
        </p:grpSpPr>
        <p:sp>
          <p:nvSpPr>
            <p:cNvPr id="288" name="Border">
              <a:extLst>
                <a:ext uri="{FF2B5EF4-FFF2-40B4-BE49-F238E27FC236}">
                  <a16:creationId xmlns:a16="http://schemas.microsoft.com/office/drawing/2014/main" id="{0FCDFB1D-75B7-4F95-A53D-6F6E9EE87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9" name="Line 2">
              <a:extLst>
                <a:ext uri="{FF2B5EF4-FFF2-40B4-BE49-F238E27FC236}">
                  <a16:creationId xmlns:a16="http://schemas.microsoft.com/office/drawing/2014/main" id="{265ADD64-48CC-40FC-8141-9FF3FF238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0" name="Line 1">
              <a:extLst>
                <a:ext uri="{FF2B5EF4-FFF2-40B4-BE49-F238E27FC236}">
                  <a16:creationId xmlns:a16="http://schemas.microsoft.com/office/drawing/2014/main" id="{5EE8702C-9985-4423-AAA0-E82B9FBA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1" name="그룹 290">
            <a:extLst>
              <a:ext uri="{FF2B5EF4-FFF2-40B4-BE49-F238E27FC236}">
                <a16:creationId xmlns:a16="http://schemas.microsoft.com/office/drawing/2014/main" id="{5B4596B1-CAB2-42BC-8D7D-1A0D7F4109DB}"/>
              </a:ext>
            </a:extLst>
          </p:cNvPr>
          <p:cNvGrpSpPr/>
          <p:nvPr/>
        </p:nvGrpSpPr>
        <p:grpSpPr>
          <a:xfrm>
            <a:off x="1620580" y="4941571"/>
            <a:ext cx="492940" cy="406337"/>
            <a:chOff x="3092355" y="3209109"/>
            <a:chExt cx="353705" cy="305189"/>
          </a:xfrm>
        </p:grpSpPr>
        <p:sp>
          <p:nvSpPr>
            <p:cNvPr id="292" name="Border">
              <a:extLst>
                <a:ext uri="{FF2B5EF4-FFF2-40B4-BE49-F238E27FC236}">
                  <a16:creationId xmlns:a16="http://schemas.microsoft.com/office/drawing/2014/main" id="{BAECBB6B-CF36-4544-A675-82424F2C9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3" name="Line 2">
              <a:extLst>
                <a:ext uri="{FF2B5EF4-FFF2-40B4-BE49-F238E27FC236}">
                  <a16:creationId xmlns:a16="http://schemas.microsoft.com/office/drawing/2014/main" id="{A46943BC-1E05-4D37-A924-BF9835901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4" name="Line 1">
              <a:extLst>
                <a:ext uri="{FF2B5EF4-FFF2-40B4-BE49-F238E27FC236}">
                  <a16:creationId xmlns:a16="http://schemas.microsoft.com/office/drawing/2014/main" id="{DDE4580E-6823-40F0-B274-D4B92B95A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C2FF2760-30E1-4911-BCFE-5961B5A8799D}"/>
              </a:ext>
            </a:extLst>
          </p:cNvPr>
          <p:cNvGrpSpPr/>
          <p:nvPr/>
        </p:nvGrpSpPr>
        <p:grpSpPr>
          <a:xfrm>
            <a:off x="2204020" y="4938031"/>
            <a:ext cx="492940" cy="406337"/>
            <a:chOff x="3092355" y="3209109"/>
            <a:chExt cx="353705" cy="305189"/>
          </a:xfrm>
        </p:grpSpPr>
        <p:sp>
          <p:nvSpPr>
            <p:cNvPr id="296" name="Border">
              <a:extLst>
                <a:ext uri="{FF2B5EF4-FFF2-40B4-BE49-F238E27FC236}">
                  <a16:creationId xmlns:a16="http://schemas.microsoft.com/office/drawing/2014/main" id="{E83590D1-18E5-4C19-B1CA-84AC18706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7" name="Line 2">
              <a:extLst>
                <a:ext uri="{FF2B5EF4-FFF2-40B4-BE49-F238E27FC236}">
                  <a16:creationId xmlns:a16="http://schemas.microsoft.com/office/drawing/2014/main" id="{DB6ACBC6-4388-4037-AD0B-4414B9489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8" name="Line 1">
              <a:extLst>
                <a:ext uri="{FF2B5EF4-FFF2-40B4-BE49-F238E27FC236}">
                  <a16:creationId xmlns:a16="http://schemas.microsoft.com/office/drawing/2014/main" id="{A7FBB51D-8293-4E57-A357-2D5520857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99" name="타원 298">
            <a:extLst>
              <a:ext uri="{FF2B5EF4-FFF2-40B4-BE49-F238E27FC236}">
                <a16:creationId xmlns:a16="http://schemas.microsoft.com/office/drawing/2014/main" id="{28903DB2-D4C8-495F-97A7-232B5BDC052A}"/>
              </a:ext>
            </a:extLst>
          </p:cNvPr>
          <p:cNvSpPr/>
          <p:nvPr/>
        </p:nvSpPr>
        <p:spPr>
          <a:xfrm>
            <a:off x="7425986" y="3285214"/>
            <a:ext cx="755848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035DACDB-45E6-46DF-995B-6F1B21A4CC68}"/>
              </a:ext>
            </a:extLst>
          </p:cNvPr>
          <p:cNvSpPr txBox="1"/>
          <p:nvPr/>
        </p:nvSpPr>
        <p:spPr>
          <a:xfrm>
            <a:off x="7672976" y="3147933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cxnSp>
        <p:nvCxnSpPr>
          <p:cNvPr id="301" name="직선 화살표 연결선 300">
            <a:extLst>
              <a:ext uri="{FF2B5EF4-FFF2-40B4-BE49-F238E27FC236}">
                <a16:creationId xmlns:a16="http://schemas.microsoft.com/office/drawing/2014/main" id="{6220F31D-936B-4F9F-B9B6-473B0BFBD13E}"/>
              </a:ext>
            </a:extLst>
          </p:cNvPr>
          <p:cNvCxnSpPr>
            <a:cxnSpLocks/>
            <a:stCxn id="299" idx="2"/>
          </p:cNvCxnSpPr>
          <p:nvPr/>
        </p:nvCxnSpPr>
        <p:spPr>
          <a:xfrm flipH="1">
            <a:off x="6662217" y="3507026"/>
            <a:ext cx="763769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2" name="직사각형 301">
            <a:extLst>
              <a:ext uri="{FF2B5EF4-FFF2-40B4-BE49-F238E27FC236}">
                <a16:creationId xmlns:a16="http://schemas.microsoft.com/office/drawing/2014/main" id="{F919B757-18CB-4913-9AAE-AEE534A12CE5}"/>
              </a:ext>
            </a:extLst>
          </p:cNvPr>
          <p:cNvSpPr/>
          <p:nvPr/>
        </p:nvSpPr>
        <p:spPr>
          <a:xfrm>
            <a:off x="9023134" y="4453238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50A55DFF-82B4-4875-82C9-3A7FDA4C14CC}"/>
              </a:ext>
            </a:extLst>
          </p:cNvPr>
          <p:cNvSpPr/>
          <p:nvPr/>
        </p:nvSpPr>
        <p:spPr>
          <a:xfrm>
            <a:off x="9026097" y="4778626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304" name="직사각형 303">
            <a:extLst>
              <a:ext uri="{FF2B5EF4-FFF2-40B4-BE49-F238E27FC236}">
                <a16:creationId xmlns:a16="http://schemas.microsoft.com/office/drawing/2014/main" id="{14081D9B-A42A-458E-BD9A-6BF2DD4D30CB}"/>
              </a:ext>
            </a:extLst>
          </p:cNvPr>
          <p:cNvSpPr/>
          <p:nvPr/>
        </p:nvSpPr>
        <p:spPr>
          <a:xfrm>
            <a:off x="9023134" y="5131260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35347DEE-C6B2-46A5-9FB9-B22518CE203A}"/>
              </a:ext>
            </a:extLst>
          </p:cNvPr>
          <p:cNvSpPr/>
          <p:nvPr/>
        </p:nvSpPr>
        <p:spPr>
          <a:xfrm>
            <a:off x="9028837" y="5460994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306" name="직사각형 305">
            <a:extLst>
              <a:ext uri="{FF2B5EF4-FFF2-40B4-BE49-F238E27FC236}">
                <a16:creationId xmlns:a16="http://schemas.microsoft.com/office/drawing/2014/main" id="{D2B7B661-161C-4CA1-9CEC-41758F4E0406}"/>
              </a:ext>
            </a:extLst>
          </p:cNvPr>
          <p:cNvSpPr/>
          <p:nvPr/>
        </p:nvSpPr>
        <p:spPr>
          <a:xfrm>
            <a:off x="9031800" y="5786382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307" name="직사각형 306">
            <a:extLst>
              <a:ext uri="{FF2B5EF4-FFF2-40B4-BE49-F238E27FC236}">
                <a16:creationId xmlns:a16="http://schemas.microsoft.com/office/drawing/2014/main" id="{CF010F44-EC32-4023-8692-3C5711D6674B}"/>
              </a:ext>
            </a:extLst>
          </p:cNvPr>
          <p:cNvSpPr/>
          <p:nvPr/>
        </p:nvSpPr>
        <p:spPr>
          <a:xfrm>
            <a:off x="9028837" y="6139016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308" name="직사각형 307">
            <a:extLst>
              <a:ext uri="{FF2B5EF4-FFF2-40B4-BE49-F238E27FC236}">
                <a16:creationId xmlns:a16="http://schemas.microsoft.com/office/drawing/2014/main" id="{68BD1904-A134-46F2-8A90-D18F72911F60}"/>
              </a:ext>
            </a:extLst>
          </p:cNvPr>
          <p:cNvSpPr/>
          <p:nvPr/>
        </p:nvSpPr>
        <p:spPr>
          <a:xfrm>
            <a:off x="9024092" y="6445363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9028F20A-4F80-4C60-B7E9-A479C671B348}"/>
              </a:ext>
            </a:extLst>
          </p:cNvPr>
          <p:cNvSpPr/>
          <p:nvPr/>
        </p:nvSpPr>
        <p:spPr>
          <a:xfrm>
            <a:off x="9027055" y="6770751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310" name="직사각형 309">
            <a:extLst>
              <a:ext uri="{FF2B5EF4-FFF2-40B4-BE49-F238E27FC236}">
                <a16:creationId xmlns:a16="http://schemas.microsoft.com/office/drawing/2014/main" id="{5CCD0AE0-BF6D-4EF3-9B22-8C9C7C5449CA}"/>
              </a:ext>
            </a:extLst>
          </p:cNvPr>
          <p:cNvSpPr/>
          <p:nvPr/>
        </p:nvSpPr>
        <p:spPr>
          <a:xfrm>
            <a:off x="9024092" y="7123385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212099164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직사각형 20">
            <a:extLst>
              <a:ext uri="{FF2B5EF4-FFF2-40B4-BE49-F238E27FC236}">
                <a16:creationId xmlns:a16="http://schemas.microsoft.com/office/drawing/2014/main" id="{8DB036C1-BDD4-4073-9C6A-E0F3146C9F9B}"/>
              </a:ext>
            </a:extLst>
          </p:cNvPr>
          <p:cNvSpPr/>
          <p:nvPr/>
        </p:nvSpPr>
        <p:spPr>
          <a:xfrm>
            <a:off x="576206" y="1303198"/>
            <a:ext cx="9226755" cy="7167024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2" name="표 5">
            <a:extLst>
              <a:ext uri="{FF2B5EF4-FFF2-40B4-BE49-F238E27FC236}">
                <a16:creationId xmlns:a16="http://schemas.microsoft.com/office/drawing/2014/main" id="{DE7CD544-51D5-47DA-8148-A1BC63BEE2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0574516"/>
              </p:ext>
            </p:extLst>
          </p:nvPr>
        </p:nvGraphicFramePr>
        <p:xfrm>
          <a:off x="737068" y="1710518"/>
          <a:ext cx="8880744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0248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2046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자사상품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부분공유상품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pic>
        <p:nvPicPr>
          <p:cNvPr id="23" name="Picture 2">
            <a:extLst>
              <a:ext uri="{FF2B5EF4-FFF2-40B4-BE49-F238E27FC236}">
                <a16:creationId xmlns:a16="http://schemas.microsoft.com/office/drawing/2014/main" id="{DCA388EF-1998-4C71-BB2C-1615EEF8E0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6446" y="7604385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" name="직사각형 23">
            <a:extLst>
              <a:ext uri="{FF2B5EF4-FFF2-40B4-BE49-F238E27FC236}">
                <a16:creationId xmlns:a16="http://schemas.microsoft.com/office/drawing/2014/main" id="{56710DB9-F599-4687-866F-ECD47337510C}"/>
              </a:ext>
            </a:extLst>
          </p:cNvPr>
          <p:cNvSpPr/>
          <p:nvPr/>
        </p:nvSpPr>
        <p:spPr>
          <a:xfrm>
            <a:off x="1775718" y="2263767"/>
            <a:ext cx="6078955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2898C9DC-076B-4A2E-AA03-747721434BB5}"/>
              </a:ext>
            </a:extLst>
          </p:cNvPr>
          <p:cNvSpPr/>
          <p:nvPr/>
        </p:nvSpPr>
        <p:spPr>
          <a:xfrm>
            <a:off x="8844219" y="2252286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26" name="표 63">
            <a:extLst>
              <a:ext uri="{FF2B5EF4-FFF2-40B4-BE49-F238E27FC236}">
                <a16:creationId xmlns:a16="http://schemas.microsoft.com/office/drawing/2014/main" id="{3749DA67-9DA0-4024-B417-F9FC4DD7F1EB}"/>
              </a:ext>
            </a:extLst>
          </p:cNvPr>
          <p:cNvGraphicFramePr>
            <a:graphicFrameLocks noGrp="1"/>
          </p:cNvGraphicFramePr>
          <p:nvPr/>
        </p:nvGraphicFramePr>
        <p:xfrm>
          <a:off x="737068" y="2240815"/>
          <a:ext cx="8880744" cy="45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84852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7895892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27" name="직사각형 26">
            <a:extLst>
              <a:ext uri="{FF2B5EF4-FFF2-40B4-BE49-F238E27FC236}">
                <a16:creationId xmlns:a16="http://schemas.microsoft.com/office/drawing/2014/main" id="{3F44DA0A-50CB-4CF5-98B1-09E090C58D33}"/>
              </a:ext>
            </a:extLst>
          </p:cNvPr>
          <p:cNvSpPr/>
          <p:nvPr/>
        </p:nvSpPr>
        <p:spPr>
          <a:xfrm>
            <a:off x="8846667" y="2479505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518883D9-451B-4922-A009-3231F1AB631E}"/>
              </a:ext>
            </a:extLst>
          </p:cNvPr>
          <p:cNvGraphicFramePr>
            <a:graphicFrameLocks noGrp="1"/>
          </p:cNvGraphicFramePr>
          <p:nvPr/>
        </p:nvGraphicFramePr>
        <p:xfrm>
          <a:off x="737065" y="3147600"/>
          <a:ext cx="8880745" cy="423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2070">
                  <a:extLst>
                    <a:ext uri="{9D8B030D-6E8A-4147-A177-3AD203B41FA5}">
                      <a16:colId xmlns:a16="http://schemas.microsoft.com/office/drawing/2014/main" val="401447903"/>
                    </a:ext>
                  </a:extLst>
                </a:gridCol>
                <a:gridCol w="697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9729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568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69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1465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7345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55092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  <a:gridCol w="705822">
                  <a:extLst>
                    <a:ext uri="{9D8B030D-6E8A-4147-A177-3AD203B41FA5}">
                      <a16:colId xmlns:a16="http://schemas.microsoft.com/office/drawing/2014/main" val="53107074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상세보기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관심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상품추가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792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545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3428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C20320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000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774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F20212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055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Z20321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57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3424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086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936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E20312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094304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872B0A8B-A780-437A-B580-31B88E675BBA}"/>
              </a:ext>
            </a:extLst>
          </p:cNvPr>
          <p:cNvSpPr txBox="1"/>
          <p:nvPr/>
        </p:nvSpPr>
        <p:spPr>
          <a:xfrm>
            <a:off x="680013" y="2932156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4B9F9814-9E8A-4F59-89A4-7A2C8C870F7A}"/>
              </a:ext>
            </a:extLst>
          </p:cNvPr>
          <p:cNvGrpSpPr/>
          <p:nvPr/>
        </p:nvGrpSpPr>
        <p:grpSpPr>
          <a:xfrm>
            <a:off x="1920487" y="3357824"/>
            <a:ext cx="2414206" cy="338554"/>
            <a:chOff x="1237833" y="3417650"/>
            <a:chExt cx="1708480" cy="338554"/>
          </a:xfrm>
        </p:grpSpPr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168B0F76-4C2E-4CCB-87BB-AB3E86E41AF3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34" name="Border">
                <a:extLst>
                  <a:ext uri="{FF2B5EF4-FFF2-40B4-BE49-F238E27FC236}">
                    <a16:creationId xmlns:a16="http://schemas.microsoft.com/office/drawing/2014/main" id="{21980E82-7278-439C-9509-21E1E30E8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Line 2">
                <a:extLst>
                  <a:ext uri="{FF2B5EF4-FFF2-40B4-BE49-F238E27FC236}">
                    <a16:creationId xmlns:a16="http://schemas.microsoft.com/office/drawing/2014/main" id="{A01DD34D-12D0-435B-9D95-0329E904F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" name="Line 1">
                <a:extLst>
                  <a:ext uri="{FF2B5EF4-FFF2-40B4-BE49-F238E27FC236}">
                    <a16:creationId xmlns:a16="http://schemas.microsoft.com/office/drawing/2014/main" id="{4735FE75-D260-4C09-B503-6977C668C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2CF00D94-9FCE-4D29-ABA6-A0C1B57C8A7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96E6556-F866-4557-B544-79567ABA9FCE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CA968E8A-65C0-4F89-B54A-454C7828FA45}"/>
              </a:ext>
            </a:extLst>
          </p:cNvPr>
          <p:cNvGrpSpPr/>
          <p:nvPr/>
        </p:nvGrpSpPr>
        <p:grpSpPr>
          <a:xfrm>
            <a:off x="1911778" y="3691960"/>
            <a:ext cx="2414206" cy="338554"/>
            <a:chOff x="1237833" y="3417650"/>
            <a:chExt cx="1708480" cy="338554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BC37E85C-8393-4B55-8A85-807F5505CC3C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41" name="Border">
                <a:extLst>
                  <a:ext uri="{FF2B5EF4-FFF2-40B4-BE49-F238E27FC236}">
                    <a16:creationId xmlns:a16="http://schemas.microsoft.com/office/drawing/2014/main" id="{B86875CB-618E-4473-9D37-CF98202D0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Line 2">
                <a:extLst>
                  <a:ext uri="{FF2B5EF4-FFF2-40B4-BE49-F238E27FC236}">
                    <a16:creationId xmlns:a16="http://schemas.microsoft.com/office/drawing/2014/main" id="{515B133F-3E66-417A-B0D7-8E17B3304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" name="Line 1">
                <a:extLst>
                  <a:ext uri="{FF2B5EF4-FFF2-40B4-BE49-F238E27FC236}">
                    <a16:creationId xmlns:a16="http://schemas.microsoft.com/office/drawing/2014/main" id="{2330FA35-5854-4A94-B636-BCBEC52A7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B2417178-1974-456C-849C-5085D2A2A50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25A19236-D1AF-4AC2-945A-1DB51096A486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7E2484F7-DDAF-4B65-BF91-51BCC8851DF5}"/>
              </a:ext>
            </a:extLst>
          </p:cNvPr>
          <p:cNvGrpSpPr/>
          <p:nvPr/>
        </p:nvGrpSpPr>
        <p:grpSpPr>
          <a:xfrm>
            <a:off x="1916484" y="4028246"/>
            <a:ext cx="2414206" cy="338554"/>
            <a:chOff x="1237833" y="3417650"/>
            <a:chExt cx="1708480" cy="338554"/>
          </a:xfrm>
        </p:grpSpPr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958F0C82-710B-4666-B9E0-48C002520685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48" name="Border">
                <a:extLst>
                  <a:ext uri="{FF2B5EF4-FFF2-40B4-BE49-F238E27FC236}">
                    <a16:creationId xmlns:a16="http://schemas.microsoft.com/office/drawing/2014/main" id="{77732461-B499-43B6-B191-20537BC1B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" name="Line 2">
                <a:extLst>
                  <a:ext uri="{FF2B5EF4-FFF2-40B4-BE49-F238E27FC236}">
                    <a16:creationId xmlns:a16="http://schemas.microsoft.com/office/drawing/2014/main" id="{66642C0C-4F18-418D-9E3E-EF9798327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" name="Line 1">
                <a:extLst>
                  <a:ext uri="{FF2B5EF4-FFF2-40B4-BE49-F238E27FC236}">
                    <a16:creationId xmlns:a16="http://schemas.microsoft.com/office/drawing/2014/main" id="{A2456E36-03AB-45B9-AC56-4630AA242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7E810C0B-157C-484F-99C9-285313583C8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214DAE7F-6FA9-48F8-A7ED-807460F88BFC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409C78DF-01D0-4B73-A0CD-12415C2D1779}"/>
              </a:ext>
            </a:extLst>
          </p:cNvPr>
          <p:cNvGrpSpPr/>
          <p:nvPr/>
        </p:nvGrpSpPr>
        <p:grpSpPr>
          <a:xfrm>
            <a:off x="1911778" y="4362382"/>
            <a:ext cx="2414206" cy="338554"/>
            <a:chOff x="1237833" y="3417650"/>
            <a:chExt cx="1708480" cy="338554"/>
          </a:xfrm>
        </p:grpSpPr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DF132719-DC60-464A-9F33-D0F7C360BE30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55" name="Border">
                <a:extLst>
                  <a:ext uri="{FF2B5EF4-FFF2-40B4-BE49-F238E27FC236}">
                    <a16:creationId xmlns:a16="http://schemas.microsoft.com/office/drawing/2014/main" id="{8E6FE8B2-4BC5-4597-A074-13990327E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" name="Line 2">
                <a:extLst>
                  <a:ext uri="{FF2B5EF4-FFF2-40B4-BE49-F238E27FC236}">
                    <a16:creationId xmlns:a16="http://schemas.microsoft.com/office/drawing/2014/main" id="{F0461F69-0DE1-4809-A428-17758B98F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" name="Line 1">
                <a:extLst>
                  <a:ext uri="{FF2B5EF4-FFF2-40B4-BE49-F238E27FC236}">
                    <a16:creationId xmlns:a16="http://schemas.microsoft.com/office/drawing/2014/main" id="{64872B69-C0E2-47E0-A1F7-1AF340645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04F3B13-74E2-45DB-88AB-074E2F6711A6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DBD2E8ED-E434-40E0-A757-0798610298AC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F1AAA9FF-7BC2-4CE5-970D-E62F3987EC27}"/>
              </a:ext>
            </a:extLst>
          </p:cNvPr>
          <p:cNvGrpSpPr/>
          <p:nvPr/>
        </p:nvGrpSpPr>
        <p:grpSpPr>
          <a:xfrm>
            <a:off x="1903069" y="4696518"/>
            <a:ext cx="2414206" cy="338554"/>
            <a:chOff x="1237833" y="3417650"/>
            <a:chExt cx="1708480" cy="338554"/>
          </a:xfrm>
        </p:grpSpPr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84F143F3-8EF6-4221-8ADE-0781C62A20FE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65" name="Border">
                <a:extLst>
                  <a:ext uri="{FF2B5EF4-FFF2-40B4-BE49-F238E27FC236}">
                    <a16:creationId xmlns:a16="http://schemas.microsoft.com/office/drawing/2014/main" id="{DBE0B82D-7237-4580-9386-7A403578A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" name="Line 2">
                <a:extLst>
                  <a:ext uri="{FF2B5EF4-FFF2-40B4-BE49-F238E27FC236}">
                    <a16:creationId xmlns:a16="http://schemas.microsoft.com/office/drawing/2014/main" id="{0A881274-E301-4022-ABFC-9BCD7264E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7" name="Line 1">
                <a:extLst>
                  <a:ext uri="{FF2B5EF4-FFF2-40B4-BE49-F238E27FC236}">
                    <a16:creationId xmlns:a16="http://schemas.microsoft.com/office/drawing/2014/main" id="{51ABABE5-1382-4123-A71F-C7CD4306E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C32FF387-2061-4DBB-8476-0D6AA11FF27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3D228545-CAAB-45C3-B6B4-20139A3A8377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9AC64A02-52A1-4256-A862-4674D11FA428}"/>
              </a:ext>
            </a:extLst>
          </p:cNvPr>
          <p:cNvGrpSpPr/>
          <p:nvPr/>
        </p:nvGrpSpPr>
        <p:grpSpPr>
          <a:xfrm>
            <a:off x="1907775" y="5032804"/>
            <a:ext cx="2414206" cy="338554"/>
            <a:chOff x="1237833" y="3417650"/>
            <a:chExt cx="1708480" cy="338554"/>
          </a:xfrm>
        </p:grpSpPr>
        <p:grpSp>
          <p:nvGrpSpPr>
            <p:cNvPr id="70" name="그룹 69">
              <a:extLst>
                <a:ext uri="{FF2B5EF4-FFF2-40B4-BE49-F238E27FC236}">
                  <a16:creationId xmlns:a16="http://schemas.microsoft.com/office/drawing/2014/main" id="{23480C8A-7189-4DD6-B5F5-22A38056D558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72" name="Border">
                <a:extLst>
                  <a:ext uri="{FF2B5EF4-FFF2-40B4-BE49-F238E27FC236}">
                    <a16:creationId xmlns:a16="http://schemas.microsoft.com/office/drawing/2014/main" id="{296D215C-B949-4F41-AAF6-86DFE90EF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3" name="Line 2">
                <a:extLst>
                  <a:ext uri="{FF2B5EF4-FFF2-40B4-BE49-F238E27FC236}">
                    <a16:creationId xmlns:a16="http://schemas.microsoft.com/office/drawing/2014/main" id="{F5BC56FC-86D4-4FA8-8680-393E23B5F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" name="Line 1">
                <a:extLst>
                  <a:ext uri="{FF2B5EF4-FFF2-40B4-BE49-F238E27FC236}">
                    <a16:creationId xmlns:a16="http://schemas.microsoft.com/office/drawing/2014/main" id="{A053A94E-19E6-4CF2-BF8F-1E50092EA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99A34C4-CAB3-446F-BAC8-66D8D0DA06F5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18C04C12-1068-4D73-9C90-D20C6BD77F9D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C1E4A560-7140-4315-AD8C-C6F76CCDA094}"/>
              </a:ext>
            </a:extLst>
          </p:cNvPr>
          <p:cNvGrpSpPr/>
          <p:nvPr/>
        </p:nvGrpSpPr>
        <p:grpSpPr>
          <a:xfrm>
            <a:off x="1924490" y="5367731"/>
            <a:ext cx="2414206" cy="338554"/>
            <a:chOff x="1237833" y="3417650"/>
            <a:chExt cx="1708480" cy="338554"/>
          </a:xfrm>
        </p:grpSpPr>
        <p:grpSp>
          <p:nvGrpSpPr>
            <p:cNvPr id="77" name="그룹 76">
              <a:extLst>
                <a:ext uri="{FF2B5EF4-FFF2-40B4-BE49-F238E27FC236}">
                  <a16:creationId xmlns:a16="http://schemas.microsoft.com/office/drawing/2014/main" id="{B2272C1D-F421-4F38-BD5C-D35E75AA3D24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79" name="Border">
                <a:extLst>
                  <a:ext uri="{FF2B5EF4-FFF2-40B4-BE49-F238E27FC236}">
                    <a16:creationId xmlns:a16="http://schemas.microsoft.com/office/drawing/2014/main" id="{39BF09C6-6E5E-4ECE-8BE7-21232D5C6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0" name="Line 2">
                <a:extLst>
                  <a:ext uri="{FF2B5EF4-FFF2-40B4-BE49-F238E27FC236}">
                    <a16:creationId xmlns:a16="http://schemas.microsoft.com/office/drawing/2014/main" id="{B82A96B3-B32E-4F76-BBB6-8405FD10E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1" name="Line 1">
                <a:extLst>
                  <a:ext uri="{FF2B5EF4-FFF2-40B4-BE49-F238E27FC236}">
                    <a16:creationId xmlns:a16="http://schemas.microsoft.com/office/drawing/2014/main" id="{2C8B9FEB-23F4-471A-99AE-20DD5D103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412C2090-F929-48EB-B143-EDB50974DCAA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00090A8D-F68D-4773-A8B8-F58BAF579727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6BC3439A-B735-4661-A6ED-618C2C1DB8B9}"/>
              </a:ext>
            </a:extLst>
          </p:cNvPr>
          <p:cNvGrpSpPr/>
          <p:nvPr/>
        </p:nvGrpSpPr>
        <p:grpSpPr>
          <a:xfrm>
            <a:off x="1915781" y="5701867"/>
            <a:ext cx="2414206" cy="338554"/>
            <a:chOff x="1237833" y="3417650"/>
            <a:chExt cx="1708480" cy="338554"/>
          </a:xfrm>
        </p:grpSpPr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D55B2E31-F2F4-4A46-8257-5025A0D40074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86" name="Border">
                <a:extLst>
                  <a:ext uri="{FF2B5EF4-FFF2-40B4-BE49-F238E27FC236}">
                    <a16:creationId xmlns:a16="http://schemas.microsoft.com/office/drawing/2014/main" id="{AB3DB0B4-F1C9-485E-96C5-DAD32A554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7" name="Line 2">
                <a:extLst>
                  <a:ext uri="{FF2B5EF4-FFF2-40B4-BE49-F238E27FC236}">
                    <a16:creationId xmlns:a16="http://schemas.microsoft.com/office/drawing/2014/main" id="{06CD77F5-7F6B-4DFA-92F9-48E10029B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8" name="Line 1">
                <a:extLst>
                  <a:ext uri="{FF2B5EF4-FFF2-40B4-BE49-F238E27FC236}">
                    <a16:creationId xmlns:a16="http://schemas.microsoft.com/office/drawing/2014/main" id="{7367DD52-0C33-4B17-ABF2-EBE7B1BE6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41DA5155-3E06-4E21-85AB-FB54BE34736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7716655-3717-4499-B975-F08342AD3BF0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6732EB11-3887-4035-9772-E5857E85230C}"/>
              </a:ext>
            </a:extLst>
          </p:cNvPr>
          <p:cNvGrpSpPr/>
          <p:nvPr/>
        </p:nvGrpSpPr>
        <p:grpSpPr>
          <a:xfrm>
            <a:off x="1920487" y="6038153"/>
            <a:ext cx="2414206" cy="338554"/>
            <a:chOff x="1237833" y="3417650"/>
            <a:chExt cx="1708480" cy="338554"/>
          </a:xfrm>
        </p:grpSpPr>
        <p:grpSp>
          <p:nvGrpSpPr>
            <p:cNvPr id="91" name="그룹 90">
              <a:extLst>
                <a:ext uri="{FF2B5EF4-FFF2-40B4-BE49-F238E27FC236}">
                  <a16:creationId xmlns:a16="http://schemas.microsoft.com/office/drawing/2014/main" id="{44AA35AD-1161-41C1-B239-96FF6DC8F657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93" name="Border">
                <a:extLst>
                  <a:ext uri="{FF2B5EF4-FFF2-40B4-BE49-F238E27FC236}">
                    <a16:creationId xmlns:a16="http://schemas.microsoft.com/office/drawing/2014/main" id="{948B54F0-081D-4E67-86E6-9D042EFA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4" name="Line 2">
                <a:extLst>
                  <a:ext uri="{FF2B5EF4-FFF2-40B4-BE49-F238E27FC236}">
                    <a16:creationId xmlns:a16="http://schemas.microsoft.com/office/drawing/2014/main" id="{315F36DB-D9CF-4445-AD93-4332D367A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5" name="Line 1">
                <a:extLst>
                  <a:ext uri="{FF2B5EF4-FFF2-40B4-BE49-F238E27FC236}">
                    <a16:creationId xmlns:a16="http://schemas.microsoft.com/office/drawing/2014/main" id="{4C56997E-A738-4534-B617-C439C0FC6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658B5B0E-9836-4A42-A5A2-656963AE1BD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4AD12E8A-4F0C-48CE-AD79-94C094D64DF8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797ABCF2-228E-4FDC-955A-D9BA0BED22BA}"/>
              </a:ext>
            </a:extLst>
          </p:cNvPr>
          <p:cNvGrpSpPr/>
          <p:nvPr/>
        </p:nvGrpSpPr>
        <p:grpSpPr>
          <a:xfrm>
            <a:off x="1924490" y="6375344"/>
            <a:ext cx="2414206" cy="338554"/>
            <a:chOff x="1237833" y="3417650"/>
            <a:chExt cx="1708480" cy="338554"/>
          </a:xfrm>
        </p:grpSpPr>
        <p:grpSp>
          <p:nvGrpSpPr>
            <p:cNvPr id="98" name="그룹 97">
              <a:extLst>
                <a:ext uri="{FF2B5EF4-FFF2-40B4-BE49-F238E27FC236}">
                  <a16:creationId xmlns:a16="http://schemas.microsoft.com/office/drawing/2014/main" id="{56C1AAD8-7608-4263-B24F-F1EA4854BACA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00" name="Border">
                <a:extLst>
                  <a:ext uri="{FF2B5EF4-FFF2-40B4-BE49-F238E27FC236}">
                    <a16:creationId xmlns:a16="http://schemas.microsoft.com/office/drawing/2014/main" id="{4A6F17FB-7EA0-484E-B4DB-1D1085166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1" name="Line 2">
                <a:extLst>
                  <a:ext uri="{FF2B5EF4-FFF2-40B4-BE49-F238E27FC236}">
                    <a16:creationId xmlns:a16="http://schemas.microsoft.com/office/drawing/2014/main" id="{44585DD9-D52B-463E-BA2F-C09823FA0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2" name="Line 1">
                <a:extLst>
                  <a:ext uri="{FF2B5EF4-FFF2-40B4-BE49-F238E27FC236}">
                    <a16:creationId xmlns:a16="http://schemas.microsoft.com/office/drawing/2014/main" id="{7405A817-8E10-4EC2-8A33-097045075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A751314E-6A9A-4204-825B-C79D9FC2D29C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88743D3F-E351-424E-AA9B-EE67892B80CA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970A5AB3-A8DE-4867-86E2-4E91FC91EBDA}"/>
              </a:ext>
            </a:extLst>
          </p:cNvPr>
          <p:cNvGrpSpPr/>
          <p:nvPr/>
        </p:nvGrpSpPr>
        <p:grpSpPr>
          <a:xfrm>
            <a:off x="1915781" y="6709480"/>
            <a:ext cx="2414206" cy="338554"/>
            <a:chOff x="1237833" y="3417650"/>
            <a:chExt cx="1708480" cy="338554"/>
          </a:xfrm>
        </p:grpSpPr>
        <p:grpSp>
          <p:nvGrpSpPr>
            <p:cNvPr id="105" name="그룹 104">
              <a:extLst>
                <a:ext uri="{FF2B5EF4-FFF2-40B4-BE49-F238E27FC236}">
                  <a16:creationId xmlns:a16="http://schemas.microsoft.com/office/drawing/2014/main" id="{65EF8725-E0B2-4497-8AC5-288A62F0E46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07" name="Border">
                <a:extLst>
                  <a:ext uri="{FF2B5EF4-FFF2-40B4-BE49-F238E27FC236}">
                    <a16:creationId xmlns:a16="http://schemas.microsoft.com/office/drawing/2014/main" id="{C5AF9896-6817-47A1-8170-2FE3A66AD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8" name="Line 2">
                <a:extLst>
                  <a:ext uri="{FF2B5EF4-FFF2-40B4-BE49-F238E27FC236}">
                    <a16:creationId xmlns:a16="http://schemas.microsoft.com/office/drawing/2014/main" id="{7F966741-D25A-4F19-B1D9-298DC31C9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9" name="Line 1">
                <a:extLst>
                  <a:ext uri="{FF2B5EF4-FFF2-40B4-BE49-F238E27FC236}">
                    <a16:creationId xmlns:a16="http://schemas.microsoft.com/office/drawing/2014/main" id="{1AE9469F-2E2F-4038-BA14-64A1E4857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A6EBDF2F-9F6B-4CC0-BD00-A28E7A8090A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F397FB83-8B0C-4CEB-9934-E543A2158B82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B1E628F5-6EE1-4BAB-A2DD-633B8C336391}"/>
              </a:ext>
            </a:extLst>
          </p:cNvPr>
          <p:cNvGrpSpPr/>
          <p:nvPr/>
        </p:nvGrpSpPr>
        <p:grpSpPr>
          <a:xfrm>
            <a:off x="1920487" y="7045766"/>
            <a:ext cx="2414206" cy="338554"/>
            <a:chOff x="1237833" y="3417650"/>
            <a:chExt cx="1708480" cy="338554"/>
          </a:xfrm>
        </p:grpSpPr>
        <p:grpSp>
          <p:nvGrpSpPr>
            <p:cNvPr id="112" name="그룹 111">
              <a:extLst>
                <a:ext uri="{FF2B5EF4-FFF2-40B4-BE49-F238E27FC236}">
                  <a16:creationId xmlns:a16="http://schemas.microsoft.com/office/drawing/2014/main" id="{942E3C7A-B651-4214-B998-4BB21D78008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14" name="Border">
                <a:extLst>
                  <a:ext uri="{FF2B5EF4-FFF2-40B4-BE49-F238E27FC236}">
                    <a16:creationId xmlns:a16="http://schemas.microsoft.com/office/drawing/2014/main" id="{4C553171-0DAD-43DE-BED1-715B258C4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5" name="Line 2">
                <a:extLst>
                  <a:ext uri="{FF2B5EF4-FFF2-40B4-BE49-F238E27FC236}">
                    <a16:creationId xmlns:a16="http://schemas.microsoft.com/office/drawing/2014/main" id="{DB27DB2B-063E-4C6E-B018-5A5512C5E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6" name="Line 1">
                <a:extLst>
                  <a:ext uri="{FF2B5EF4-FFF2-40B4-BE49-F238E27FC236}">
                    <a16:creationId xmlns:a16="http://schemas.microsoft.com/office/drawing/2014/main" id="{16EC4EDF-7217-4D4D-88BB-BE1C4F6B3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DE93FAD8-CEBE-43FA-ACCF-BFB12298D3C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2BB629D6-9C94-4AC3-9672-63CDAABCDB67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ECFF4039-F45D-4D9A-B185-E0C010995C54}"/>
              </a:ext>
            </a:extLst>
          </p:cNvPr>
          <p:cNvSpPr/>
          <p:nvPr/>
        </p:nvSpPr>
        <p:spPr>
          <a:xfrm>
            <a:off x="7565759" y="345961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8BEC0D9F-9D36-49E1-B5FE-8E100888371E}"/>
              </a:ext>
            </a:extLst>
          </p:cNvPr>
          <p:cNvSpPr/>
          <p:nvPr/>
        </p:nvSpPr>
        <p:spPr>
          <a:xfrm>
            <a:off x="7565759" y="379374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8E8E57B1-AA0A-4A24-A54A-E2135B8A7F49}"/>
              </a:ext>
            </a:extLst>
          </p:cNvPr>
          <p:cNvSpPr/>
          <p:nvPr/>
        </p:nvSpPr>
        <p:spPr>
          <a:xfrm>
            <a:off x="7565759" y="4130034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B8487AB8-09AF-4B92-BA0F-AF14F58C37E2}"/>
              </a:ext>
            </a:extLst>
          </p:cNvPr>
          <p:cNvSpPr/>
          <p:nvPr/>
        </p:nvSpPr>
        <p:spPr>
          <a:xfrm>
            <a:off x="7565759" y="446083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DF1E8B1-F632-43BF-B2C4-9A57A8ACC0A7}"/>
              </a:ext>
            </a:extLst>
          </p:cNvPr>
          <p:cNvSpPr/>
          <p:nvPr/>
        </p:nvSpPr>
        <p:spPr>
          <a:xfrm>
            <a:off x="7565759" y="4794974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B7B8AC3C-FD09-4B3D-9F14-02E906E8E5FD}"/>
              </a:ext>
            </a:extLst>
          </p:cNvPr>
          <p:cNvSpPr/>
          <p:nvPr/>
        </p:nvSpPr>
        <p:spPr>
          <a:xfrm>
            <a:off x="7565759" y="5131260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C5750BF9-A2B8-4A59-8AAB-DBFC2EA04BF6}"/>
              </a:ext>
            </a:extLst>
          </p:cNvPr>
          <p:cNvSpPr/>
          <p:nvPr/>
        </p:nvSpPr>
        <p:spPr>
          <a:xfrm>
            <a:off x="7558562" y="546365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3ED077E9-3C1F-4AAC-B647-F33933FA39A3}"/>
              </a:ext>
            </a:extLst>
          </p:cNvPr>
          <p:cNvSpPr/>
          <p:nvPr/>
        </p:nvSpPr>
        <p:spPr>
          <a:xfrm>
            <a:off x="7558562" y="579779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BCFAEDB2-546C-401F-8D79-06A94E3739A2}"/>
              </a:ext>
            </a:extLst>
          </p:cNvPr>
          <p:cNvSpPr/>
          <p:nvPr/>
        </p:nvSpPr>
        <p:spPr>
          <a:xfrm>
            <a:off x="7558562" y="6134079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DAA8AEED-C190-461A-87C1-7F51FC83B7FA}"/>
              </a:ext>
            </a:extLst>
          </p:cNvPr>
          <p:cNvSpPr/>
          <p:nvPr/>
        </p:nvSpPr>
        <p:spPr>
          <a:xfrm>
            <a:off x="7558562" y="646488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95EC7FE5-366E-4E31-AEAA-A2AD1E264E28}"/>
              </a:ext>
            </a:extLst>
          </p:cNvPr>
          <p:cNvSpPr/>
          <p:nvPr/>
        </p:nvSpPr>
        <p:spPr>
          <a:xfrm>
            <a:off x="7558562" y="6799019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B422E22-ACA1-4D12-A685-5F144C63470F}"/>
              </a:ext>
            </a:extLst>
          </p:cNvPr>
          <p:cNvSpPr/>
          <p:nvPr/>
        </p:nvSpPr>
        <p:spPr>
          <a:xfrm>
            <a:off x="7558562" y="7135305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03E00D46-E7A3-4101-9E77-854AAC346007}"/>
              </a:ext>
            </a:extLst>
          </p:cNvPr>
          <p:cNvSpPr txBox="1"/>
          <p:nvPr/>
        </p:nvSpPr>
        <p:spPr>
          <a:xfrm>
            <a:off x="485073" y="1254894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C4FA260C-F336-4EE1-A2E2-0A05555842B0}"/>
              </a:ext>
            </a:extLst>
          </p:cNvPr>
          <p:cNvSpPr/>
          <p:nvPr/>
        </p:nvSpPr>
        <p:spPr>
          <a:xfrm>
            <a:off x="9027879" y="3468869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5D9AA278-D7D3-40AE-BB63-3DCD30B29A11}"/>
              </a:ext>
            </a:extLst>
          </p:cNvPr>
          <p:cNvSpPr/>
          <p:nvPr/>
        </p:nvSpPr>
        <p:spPr>
          <a:xfrm>
            <a:off x="9030842" y="3794257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B49A296C-181E-4A18-89B7-AA6A9DF2690D}"/>
              </a:ext>
            </a:extLst>
          </p:cNvPr>
          <p:cNvSpPr/>
          <p:nvPr/>
        </p:nvSpPr>
        <p:spPr>
          <a:xfrm>
            <a:off x="9027879" y="4146891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B38C6267-4BCE-442A-B017-711F997027F1}"/>
              </a:ext>
            </a:extLst>
          </p:cNvPr>
          <p:cNvSpPr/>
          <p:nvPr/>
        </p:nvSpPr>
        <p:spPr>
          <a:xfrm>
            <a:off x="9023134" y="4453238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CD80F39-D7A6-441C-AAD4-A5BE30C5C04A}"/>
              </a:ext>
            </a:extLst>
          </p:cNvPr>
          <p:cNvSpPr/>
          <p:nvPr/>
        </p:nvSpPr>
        <p:spPr>
          <a:xfrm>
            <a:off x="9026097" y="4778626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CBB2958F-FD58-4A87-9C72-B4E6F3741732}"/>
              </a:ext>
            </a:extLst>
          </p:cNvPr>
          <p:cNvSpPr/>
          <p:nvPr/>
        </p:nvSpPr>
        <p:spPr>
          <a:xfrm>
            <a:off x="9023134" y="5131260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2DF87639-03D6-4290-84F2-AFE6F0DCDD10}"/>
              </a:ext>
            </a:extLst>
          </p:cNvPr>
          <p:cNvSpPr/>
          <p:nvPr/>
        </p:nvSpPr>
        <p:spPr>
          <a:xfrm>
            <a:off x="9028837" y="5460994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3D811124-9BA6-43B7-9C1E-FF26DF97502D}"/>
              </a:ext>
            </a:extLst>
          </p:cNvPr>
          <p:cNvSpPr/>
          <p:nvPr/>
        </p:nvSpPr>
        <p:spPr>
          <a:xfrm>
            <a:off x="9031800" y="5786382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2B5477DE-5B48-43B7-8E4C-DC870712EC48}"/>
              </a:ext>
            </a:extLst>
          </p:cNvPr>
          <p:cNvSpPr/>
          <p:nvPr/>
        </p:nvSpPr>
        <p:spPr>
          <a:xfrm>
            <a:off x="9028837" y="6139016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CAAA4FEE-11F4-4812-BA36-AFE2C9CC4AF2}"/>
              </a:ext>
            </a:extLst>
          </p:cNvPr>
          <p:cNvSpPr/>
          <p:nvPr/>
        </p:nvSpPr>
        <p:spPr>
          <a:xfrm>
            <a:off x="9024092" y="6445363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36AC985A-B9A8-4915-AA40-711BEFCE2A39}"/>
              </a:ext>
            </a:extLst>
          </p:cNvPr>
          <p:cNvSpPr/>
          <p:nvPr/>
        </p:nvSpPr>
        <p:spPr>
          <a:xfrm>
            <a:off x="9027055" y="6770751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32F903BB-D336-4F8C-BE6B-33641E7E652A}"/>
              </a:ext>
            </a:extLst>
          </p:cNvPr>
          <p:cNvSpPr/>
          <p:nvPr/>
        </p:nvSpPr>
        <p:spPr>
          <a:xfrm>
            <a:off x="9024092" y="7123385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DA9BA910-6349-4F48-BAD7-9C05034ADDD1}"/>
              </a:ext>
            </a:extLst>
          </p:cNvPr>
          <p:cNvSpPr/>
          <p:nvPr/>
        </p:nvSpPr>
        <p:spPr>
          <a:xfrm>
            <a:off x="3161275" y="2157335"/>
            <a:ext cx="3935785" cy="4549089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94C99066-252E-4D0F-BAB0-5A2F615375F4}"/>
              </a:ext>
            </a:extLst>
          </p:cNvPr>
          <p:cNvGrpSpPr/>
          <p:nvPr/>
        </p:nvGrpSpPr>
        <p:grpSpPr>
          <a:xfrm>
            <a:off x="3378001" y="3256964"/>
            <a:ext cx="517956" cy="248122"/>
            <a:chOff x="2681976" y="1955121"/>
            <a:chExt cx="1929510" cy="596970"/>
          </a:xfrm>
        </p:grpSpPr>
        <p:sp>
          <p:nvSpPr>
            <p:cNvPr id="133" name="Border">
              <a:extLst>
                <a:ext uri="{FF2B5EF4-FFF2-40B4-BE49-F238E27FC236}">
                  <a16:creationId xmlns:a16="http://schemas.microsoft.com/office/drawing/2014/main" id="{6C8F47DE-3B22-4755-B17A-335DF5BAB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4" name="Line 2">
              <a:extLst>
                <a:ext uri="{FF2B5EF4-FFF2-40B4-BE49-F238E27FC236}">
                  <a16:creationId xmlns:a16="http://schemas.microsoft.com/office/drawing/2014/main" id="{16E9BE7A-0F5C-46D3-AC4B-FA9867206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5" name="Line 1">
              <a:extLst>
                <a:ext uri="{FF2B5EF4-FFF2-40B4-BE49-F238E27FC236}">
                  <a16:creationId xmlns:a16="http://schemas.microsoft.com/office/drawing/2014/main" id="{122ADA0B-8EC1-4875-B428-1D7807576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5220D1D1-7DBE-4E46-812D-C74DC86CC37F}"/>
                </a:ext>
              </a:extLst>
            </p:cNvPr>
            <p:cNvSpPr txBox="1"/>
            <p:nvPr/>
          </p:nvSpPr>
          <p:spPr>
            <a:xfrm>
              <a:off x="2681976" y="2012505"/>
              <a:ext cx="1929510" cy="51834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>
                      <a:lumMod val="75000"/>
                    </a:schemeClr>
                  </a:solidFill>
                </a:rPr>
                <a:t>IMG</a:t>
              </a:r>
              <a:endParaRPr lang="ko-KR" alt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</p:grp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3E799E61-0993-4E01-9D75-255C267EC150}"/>
              </a:ext>
            </a:extLst>
          </p:cNvPr>
          <p:cNvSpPr/>
          <p:nvPr/>
        </p:nvSpPr>
        <p:spPr>
          <a:xfrm>
            <a:off x="3895956" y="3169598"/>
            <a:ext cx="3093515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82BB5A97-3354-4A7F-B96B-221B66B5DA67}"/>
              </a:ext>
            </a:extLst>
          </p:cNvPr>
          <p:cNvSpPr txBox="1"/>
          <p:nvPr/>
        </p:nvSpPr>
        <p:spPr>
          <a:xfrm>
            <a:off x="3281844" y="2256368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판매 상품 정보</a:t>
            </a:r>
            <a:endParaRPr lang="ko-KR" altLang="en-US" sz="900" dirty="0"/>
          </a:p>
        </p:txBody>
      </p:sp>
      <p:graphicFrame>
        <p:nvGraphicFramePr>
          <p:cNvPr id="139" name="표 17">
            <a:extLst>
              <a:ext uri="{FF2B5EF4-FFF2-40B4-BE49-F238E27FC236}">
                <a16:creationId xmlns:a16="http://schemas.microsoft.com/office/drawing/2014/main" id="{6B42F047-FD99-4243-85AF-AB993667D1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5418031"/>
              </p:ext>
            </p:extLst>
          </p:nvPr>
        </p:nvGraphicFramePr>
        <p:xfrm>
          <a:off x="3421443" y="3952596"/>
          <a:ext cx="3472494" cy="10668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가격제약조건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1,500 </a:t>
                      </a:r>
                      <a:r>
                        <a:rPr lang="ko-KR" altLang="en-US" sz="800" dirty="0"/>
                        <a:t>원 </a:t>
                      </a:r>
                      <a:r>
                        <a:rPr lang="en-US" altLang="ko-KR" sz="800" dirty="0"/>
                        <a:t>~ 5,000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이익분배조건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 개당 </a:t>
                      </a:r>
                      <a:r>
                        <a:rPr lang="en-US" altLang="ko-KR" sz="800" dirty="0"/>
                        <a:t>500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3067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20,000 </a:t>
                      </a:r>
                      <a:r>
                        <a:rPr lang="ko-KR" altLang="en-US" sz="800" dirty="0"/>
                        <a:t>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5250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구매제한수량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</a:t>
                      </a:r>
                      <a:r>
                        <a:rPr lang="ko-KR" altLang="en-US" sz="800" dirty="0"/>
                        <a:t>회 </a:t>
                      </a:r>
                      <a:r>
                        <a:rPr lang="ko-KR" altLang="en-US" sz="800" dirty="0" err="1"/>
                        <a:t>구매시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100</a:t>
                      </a:r>
                      <a:r>
                        <a:rPr lang="ko-KR" altLang="en-US" sz="800" dirty="0"/>
                        <a:t>개 까지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36159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상품 판매 기간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무기한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570304"/>
                  </a:ext>
                </a:extLst>
              </a:tr>
            </a:tbl>
          </a:graphicData>
        </a:graphic>
      </p:graphicFrame>
      <p:sp>
        <p:nvSpPr>
          <p:cNvPr id="140" name="TextBox 139">
            <a:extLst>
              <a:ext uri="{FF2B5EF4-FFF2-40B4-BE49-F238E27FC236}">
                <a16:creationId xmlns:a16="http://schemas.microsoft.com/office/drawing/2014/main" id="{D770EEA2-E1FB-451F-8B94-C3F4C6879E2C}"/>
              </a:ext>
            </a:extLst>
          </p:cNvPr>
          <p:cNvSpPr txBox="1"/>
          <p:nvPr/>
        </p:nvSpPr>
        <p:spPr>
          <a:xfrm>
            <a:off x="3314625" y="3730591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제약 조건</a:t>
            </a:r>
            <a:endParaRPr lang="ko-KR" altLang="en-US" sz="900" dirty="0"/>
          </a:p>
        </p:txBody>
      </p:sp>
      <p:graphicFrame>
        <p:nvGraphicFramePr>
          <p:cNvPr id="141" name="표 17">
            <a:extLst>
              <a:ext uri="{FF2B5EF4-FFF2-40B4-BE49-F238E27FC236}">
                <a16:creationId xmlns:a16="http://schemas.microsoft.com/office/drawing/2014/main" id="{8444C693-669A-42B9-9FEB-FD024C1A6E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5249258"/>
              </p:ext>
            </p:extLst>
          </p:nvPr>
        </p:nvGraphicFramePr>
        <p:xfrm>
          <a:off x="3421443" y="5383234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 설정 금액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                            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142" name="TextBox 141">
            <a:extLst>
              <a:ext uri="{FF2B5EF4-FFF2-40B4-BE49-F238E27FC236}">
                <a16:creationId xmlns:a16="http://schemas.microsoft.com/office/drawing/2014/main" id="{09008C56-1CBA-4DF9-AFF8-205F2AA2A415}"/>
              </a:ext>
            </a:extLst>
          </p:cNvPr>
          <p:cNvSpPr txBox="1"/>
          <p:nvPr/>
        </p:nvSpPr>
        <p:spPr>
          <a:xfrm>
            <a:off x="3314625" y="5161229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 설정 정보</a:t>
            </a:r>
            <a:endParaRPr lang="ko-KR" altLang="en-US" sz="900" dirty="0"/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03919821-8ECD-4CAF-B6C8-30F71000CD9D}"/>
              </a:ext>
            </a:extLst>
          </p:cNvPr>
          <p:cNvSpPr/>
          <p:nvPr/>
        </p:nvSpPr>
        <p:spPr>
          <a:xfrm>
            <a:off x="3977052" y="5910492"/>
            <a:ext cx="1358901" cy="21336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상품추가하기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44" name="Image">
            <a:extLst>
              <a:ext uri="{FF2B5EF4-FFF2-40B4-BE49-F238E27FC236}">
                <a16:creationId xmlns:a16="http://schemas.microsoft.com/office/drawing/2014/main" id="{7A9307DB-C6A2-47D5-BC97-B4B70869A787}"/>
              </a:ext>
            </a:extLst>
          </p:cNvPr>
          <p:cNvGrpSpPr>
            <a:grpSpLocks/>
          </p:cNvGrpSpPr>
          <p:nvPr/>
        </p:nvGrpSpPr>
        <p:grpSpPr bwMode="auto">
          <a:xfrm>
            <a:off x="6784755" y="2277403"/>
            <a:ext cx="204716" cy="209797"/>
            <a:chOff x="508000" y="1397000"/>
            <a:chExt cx="1008112" cy="1008112"/>
          </a:xfrm>
        </p:grpSpPr>
        <p:sp>
          <p:nvSpPr>
            <p:cNvPr id="145" name="Border">
              <a:extLst>
                <a:ext uri="{FF2B5EF4-FFF2-40B4-BE49-F238E27FC236}">
                  <a16:creationId xmlns:a16="http://schemas.microsoft.com/office/drawing/2014/main" id="{5BDF002F-6663-4AFC-BE0E-C81E9CC1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6" name="Line 2">
              <a:extLst>
                <a:ext uri="{FF2B5EF4-FFF2-40B4-BE49-F238E27FC236}">
                  <a16:creationId xmlns:a16="http://schemas.microsoft.com/office/drawing/2014/main" id="{4D2BA593-4006-45FC-B14C-9FD36ADC8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7" name="Line 1">
              <a:extLst>
                <a:ext uri="{FF2B5EF4-FFF2-40B4-BE49-F238E27FC236}">
                  <a16:creationId xmlns:a16="http://schemas.microsoft.com/office/drawing/2014/main" id="{450C4853-A9A3-4FCE-AAE1-377FC23F2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C6B9103B-78B2-4A03-873D-0CE1676B2FAF}"/>
              </a:ext>
            </a:extLst>
          </p:cNvPr>
          <p:cNvSpPr/>
          <p:nvPr/>
        </p:nvSpPr>
        <p:spPr>
          <a:xfrm>
            <a:off x="5442762" y="5910492"/>
            <a:ext cx="891615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198BD6A0-9D05-430C-BAB3-9CFCF133153C}"/>
              </a:ext>
            </a:extLst>
          </p:cNvPr>
          <p:cNvSpPr/>
          <p:nvPr/>
        </p:nvSpPr>
        <p:spPr>
          <a:xfrm>
            <a:off x="4547759" y="5402028"/>
            <a:ext cx="1027352" cy="17691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3,500</a:t>
            </a:r>
          </a:p>
        </p:txBody>
      </p:sp>
      <p:graphicFrame>
        <p:nvGraphicFramePr>
          <p:cNvPr id="150" name="표 17">
            <a:extLst>
              <a:ext uri="{FF2B5EF4-FFF2-40B4-BE49-F238E27FC236}">
                <a16:creationId xmlns:a16="http://schemas.microsoft.com/office/drawing/2014/main" id="{81F51D01-1770-4D0E-B2AF-F60615C7E5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5985498"/>
              </p:ext>
            </p:extLst>
          </p:nvPr>
        </p:nvGraphicFramePr>
        <p:xfrm>
          <a:off x="3421443" y="2807595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 상품 코드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Me9-Shop-0032021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151" name="TextBox 150">
            <a:extLst>
              <a:ext uri="{FF2B5EF4-FFF2-40B4-BE49-F238E27FC236}">
                <a16:creationId xmlns:a16="http://schemas.microsoft.com/office/drawing/2014/main" id="{EF921CD1-0CA0-446F-982C-C5AA5421F654}"/>
              </a:ext>
            </a:extLst>
          </p:cNvPr>
          <p:cNvSpPr txBox="1"/>
          <p:nvPr/>
        </p:nvSpPr>
        <p:spPr>
          <a:xfrm>
            <a:off x="3314625" y="2585590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 상품 코드</a:t>
            </a:r>
            <a:endParaRPr lang="ko-KR" altLang="en-US" sz="900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91DF93CA-AF65-4966-A517-62A5EFF50BD7}"/>
              </a:ext>
            </a:extLst>
          </p:cNvPr>
          <p:cNvSpPr/>
          <p:nvPr/>
        </p:nvSpPr>
        <p:spPr>
          <a:xfrm>
            <a:off x="8886929" y="3309937"/>
            <a:ext cx="755809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94BD7E15-5D3F-42F8-ABDF-265B37AA28BF}"/>
              </a:ext>
            </a:extLst>
          </p:cNvPr>
          <p:cNvSpPr txBox="1"/>
          <p:nvPr/>
        </p:nvSpPr>
        <p:spPr>
          <a:xfrm>
            <a:off x="9160102" y="3181068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cxnSp>
        <p:nvCxnSpPr>
          <p:cNvPr id="154" name="직선 화살표 연결선 153">
            <a:extLst>
              <a:ext uri="{FF2B5EF4-FFF2-40B4-BE49-F238E27FC236}">
                <a16:creationId xmlns:a16="http://schemas.microsoft.com/office/drawing/2014/main" id="{9B128DE8-3AF3-4831-9109-A87B691C64AA}"/>
              </a:ext>
            </a:extLst>
          </p:cNvPr>
          <p:cNvCxnSpPr>
            <a:cxnSpLocks/>
            <a:stCxn id="152" idx="2"/>
          </p:cNvCxnSpPr>
          <p:nvPr/>
        </p:nvCxnSpPr>
        <p:spPr>
          <a:xfrm flipH="1">
            <a:off x="6887113" y="3531749"/>
            <a:ext cx="1999816" cy="10063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4619484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>
            <a:extLst>
              <a:ext uri="{FF2B5EF4-FFF2-40B4-BE49-F238E27FC236}">
                <a16:creationId xmlns:a16="http://schemas.microsoft.com/office/drawing/2014/main" id="{A44524A0-9BA7-47F0-8D56-28E021DC21E7}"/>
              </a:ext>
            </a:extLst>
          </p:cNvPr>
          <p:cNvSpPr/>
          <p:nvPr/>
        </p:nvSpPr>
        <p:spPr>
          <a:xfrm>
            <a:off x="535263" y="1282726"/>
            <a:ext cx="9226755" cy="7677030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8240B95-BB7E-4ADB-BBC8-2A43B6D40E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8999356"/>
              </p:ext>
            </p:extLst>
          </p:nvPr>
        </p:nvGraphicFramePr>
        <p:xfrm>
          <a:off x="696125" y="1690046"/>
          <a:ext cx="8880744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0248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2046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자사상품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부분공유상품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113" name="TextBox 112">
            <a:extLst>
              <a:ext uri="{FF2B5EF4-FFF2-40B4-BE49-F238E27FC236}">
                <a16:creationId xmlns:a16="http://schemas.microsoft.com/office/drawing/2014/main" id="{E6B1E3CD-FD8C-4A7C-ABC4-F991C66D99E6}"/>
              </a:ext>
            </a:extLst>
          </p:cNvPr>
          <p:cNvSpPr txBox="1"/>
          <p:nvPr/>
        </p:nvSpPr>
        <p:spPr>
          <a:xfrm>
            <a:off x="444130" y="1234422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graphicFrame>
        <p:nvGraphicFramePr>
          <p:cNvPr id="134" name="표 133">
            <a:extLst>
              <a:ext uri="{FF2B5EF4-FFF2-40B4-BE49-F238E27FC236}">
                <a16:creationId xmlns:a16="http://schemas.microsoft.com/office/drawing/2014/main" id="{5633DD0E-67D7-4672-9FE2-F4E0BEC868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9514744"/>
              </p:ext>
            </p:extLst>
          </p:nvPr>
        </p:nvGraphicFramePr>
        <p:xfrm>
          <a:off x="696122" y="3720379"/>
          <a:ext cx="8880745" cy="423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4409">
                  <a:extLst>
                    <a:ext uri="{9D8B030D-6E8A-4147-A177-3AD203B41FA5}">
                      <a16:colId xmlns:a16="http://schemas.microsoft.com/office/drawing/2014/main" val="401447903"/>
                    </a:ext>
                  </a:extLst>
                </a:gridCol>
                <a:gridCol w="6619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7681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120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078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1465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8238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82639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  <a:gridCol w="658055">
                  <a:extLst>
                    <a:ext uri="{9D8B030D-6E8A-4147-A177-3AD203B41FA5}">
                      <a16:colId xmlns:a16="http://schemas.microsoft.com/office/drawing/2014/main" val="311321688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상세보기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판매요청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상품추가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792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545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3428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C20320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000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774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F20212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055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Z20321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57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3424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086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936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E20312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094304"/>
                  </a:ext>
                </a:extLst>
              </a:tr>
            </a:tbl>
          </a:graphicData>
        </a:graphic>
      </p:graphicFrame>
      <p:sp>
        <p:nvSpPr>
          <p:cNvPr id="135" name="TextBox 134">
            <a:extLst>
              <a:ext uri="{FF2B5EF4-FFF2-40B4-BE49-F238E27FC236}">
                <a16:creationId xmlns:a16="http://schemas.microsoft.com/office/drawing/2014/main" id="{50865FC0-C42B-4C86-98F1-D460FAE6568A}"/>
              </a:ext>
            </a:extLst>
          </p:cNvPr>
          <p:cNvSpPr txBox="1"/>
          <p:nvPr/>
        </p:nvSpPr>
        <p:spPr>
          <a:xfrm>
            <a:off x="636413" y="3462757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F311BEFC-8921-4916-9A74-E871B4327F12}"/>
              </a:ext>
            </a:extLst>
          </p:cNvPr>
          <p:cNvGrpSpPr/>
          <p:nvPr/>
        </p:nvGrpSpPr>
        <p:grpSpPr>
          <a:xfrm>
            <a:off x="1877618" y="3924777"/>
            <a:ext cx="2414206" cy="338554"/>
            <a:chOff x="1237833" y="3417650"/>
            <a:chExt cx="1708480" cy="338554"/>
          </a:xfrm>
        </p:grpSpPr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56747037-A615-49F6-8CFE-4A96E0FE17E9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40" name="Border">
                <a:extLst>
                  <a:ext uri="{FF2B5EF4-FFF2-40B4-BE49-F238E27FC236}">
                    <a16:creationId xmlns:a16="http://schemas.microsoft.com/office/drawing/2014/main" id="{24AA435E-1E2E-4FB5-88F9-CAB7B361E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1" name="Line 2">
                <a:extLst>
                  <a:ext uri="{FF2B5EF4-FFF2-40B4-BE49-F238E27FC236}">
                    <a16:creationId xmlns:a16="http://schemas.microsoft.com/office/drawing/2014/main" id="{901BDDE1-4317-4399-B816-D6307790D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2" name="Line 1">
                <a:extLst>
                  <a:ext uri="{FF2B5EF4-FFF2-40B4-BE49-F238E27FC236}">
                    <a16:creationId xmlns:a16="http://schemas.microsoft.com/office/drawing/2014/main" id="{2180F973-B2A8-4E5A-AE08-533BD4613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7940BF44-CD7F-499D-ACC9-4DA2F3F203D5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3F6E7446-F909-45B1-8BEA-DABE368C9A10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174DA87C-84D8-4D57-A474-328F3714FBC9}"/>
              </a:ext>
            </a:extLst>
          </p:cNvPr>
          <p:cNvGrpSpPr/>
          <p:nvPr/>
        </p:nvGrpSpPr>
        <p:grpSpPr>
          <a:xfrm>
            <a:off x="1868909" y="4258913"/>
            <a:ext cx="2414206" cy="338554"/>
            <a:chOff x="1237833" y="3417650"/>
            <a:chExt cx="1708480" cy="338554"/>
          </a:xfrm>
        </p:grpSpPr>
        <p:grpSp>
          <p:nvGrpSpPr>
            <p:cNvPr id="145" name="그룹 144">
              <a:extLst>
                <a:ext uri="{FF2B5EF4-FFF2-40B4-BE49-F238E27FC236}">
                  <a16:creationId xmlns:a16="http://schemas.microsoft.com/office/drawing/2014/main" id="{7B55DCB4-0E5F-418B-8197-7033AB148DD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47" name="Border">
                <a:extLst>
                  <a:ext uri="{FF2B5EF4-FFF2-40B4-BE49-F238E27FC236}">
                    <a16:creationId xmlns:a16="http://schemas.microsoft.com/office/drawing/2014/main" id="{FC0F8259-7C4F-44DA-8723-9C3A004C8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8" name="Line 2">
                <a:extLst>
                  <a:ext uri="{FF2B5EF4-FFF2-40B4-BE49-F238E27FC236}">
                    <a16:creationId xmlns:a16="http://schemas.microsoft.com/office/drawing/2014/main" id="{04D0CD60-2F47-429E-86A5-07909D17C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9" name="Line 1">
                <a:extLst>
                  <a:ext uri="{FF2B5EF4-FFF2-40B4-BE49-F238E27FC236}">
                    <a16:creationId xmlns:a16="http://schemas.microsoft.com/office/drawing/2014/main" id="{A9600984-1EBA-4D28-B9BC-07AFC73DB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1EE5855F-51E6-4BC8-A05C-EF8F7F760D06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E965A16A-F74D-4986-A7AB-5FE2496B7B45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C939AD66-B200-4353-BAF1-24404065DF6C}"/>
              </a:ext>
            </a:extLst>
          </p:cNvPr>
          <p:cNvGrpSpPr/>
          <p:nvPr/>
        </p:nvGrpSpPr>
        <p:grpSpPr>
          <a:xfrm>
            <a:off x="1873615" y="4595199"/>
            <a:ext cx="2414206" cy="338554"/>
            <a:chOff x="1237833" y="3417650"/>
            <a:chExt cx="1708480" cy="338554"/>
          </a:xfrm>
        </p:grpSpPr>
        <p:grpSp>
          <p:nvGrpSpPr>
            <p:cNvPr id="152" name="그룹 151">
              <a:extLst>
                <a:ext uri="{FF2B5EF4-FFF2-40B4-BE49-F238E27FC236}">
                  <a16:creationId xmlns:a16="http://schemas.microsoft.com/office/drawing/2014/main" id="{C8C36DF0-6A0D-4562-B335-8DA74F6BC1BE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54" name="Border">
                <a:extLst>
                  <a:ext uri="{FF2B5EF4-FFF2-40B4-BE49-F238E27FC236}">
                    <a16:creationId xmlns:a16="http://schemas.microsoft.com/office/drawing/2014/main" id="{286B96C5-9C33-4E3E-B9A3-A346F46B2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5" name="Line 2">
                <a:extLst>
                  <a:ext uri="{FF2B5EF4-FFF2-40B4-BE49-F238E27FC236}">
                    <a16:creationId xmlns:a16="http://schemas.microsoft.com/office/drawing/2014/main" id="{E730F742-978B-4E74-A9E5-278D22C2D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6" name="Line 1">
                <a:extLst>
                  <a:ext uri="{FF2B5EF4-FFF2-40B4-BE49-F238E27FC236}">
                    <a16:creationId xmlns:a16="http://schemas.microsoft.com/office/drawing/2014/main" id="{B08F393B-60FB-421B-B17B-4867B75D3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7" name="TextBox 156">
                <a:extLst>
                  <a:ext uri="{FF2B5EF4-FFF2-40B4-BE49-F238E27FC236}">
                    <a16:creationId xmlns:a16="http://schemas.microsoft.com/office/drawing/2014/main" id="{31B39BE1-72D3-4F6B-9642-0D047DD06AB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40BFEF4B-C139-4AB3-80DB-30B539436CDC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158" name="그룹 157">
            <a:extLst>
              <a:ext uri="{FF2B5EF4-FFF2-40B4-BE49-F238E27FC236}">
                <a16:creationId xmlns:a16="http://schemas.microsoft.com/office/drawing/2014/main" id="{65413925-C680-4FB9-847F-CC7B0F02EE32}"/>
              </a:ext>
            </a:extLst>
          </p:cNvPr>
          <p:cNvGrpSpPr/>
          <p:nvPr/>
        </p:nvGrpSpPr>
        <p:grpSpPr>
          <a:xfrm>
            <a:off x="1868909" y="4929335"/>
            <a:ext cx="2414206" cy="338554"/>
            <a:chOff x="1237833" y="3417650"/>
            <a:chExt cx="1708480" cy="338554"/>
          </a:xfrm>
        </p:grpSpPr>
        <p:grpSp>
          <p:nvGrpSpPr>
            <p:cNvPr id="159" name="그룹 158">
              <a:extLst>
                <a:ext uri="{FF2B5EF4-FFF2-40B4-BE49-F238E27FC236}">
                  <a16:creationId xmlns:a16="http://schemas.microsoft.com/office/drawing/2014/main" id="{81E19323-94A9-4B93-A4D0-5426DC149FA9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61" name="Border">
                <a:extLst>
                  <a:ext uri="{FF2B5EF4-FFF2-40B4-BE49-F238E27FC236}">
                    <a16:creationId xmlns:a16="http://schemas.microsoft.com/office/drawing/2014/main" id="{3B56E81F-12E9-4191-AE65-C6C5BD90E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2" name="Line 2">
                <a:extLst>
                  <a:ext uri="{FF2B5EF4-FFF2-40B4-BE49-F238E27FC236}">
                    <a16:creationId xmlns:a16="http://schemas.microsoft.com/office/drawing/2014/main" id="{E6385D84-612D-4332-8F4F-9114281FD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3" name="Line 1">
                <a:extLst>
                  <a:ext uri="{FF2B5EF4-FFF2-40B4-BE49-F238E27FC236}">
                    <a16:creationId xmlns:a16="http://schemas.microsoft.com/office/drawing/2014/main" id="{DB35D0A8-6585-4C95-B9E2-A7693DD9E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D63B926B-88ED-4641-B30A-D6EDF9C653C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60" name="직사각형 159">
              <a:extLst>
                <a:ext uri="{FF2B5EF4-FFF2-40B4-BE49-F238E27FC236}">
                  <a16:creationId xmlns:a16="http://schemas.microsoft.com/office/drawing/2014/main" id="{C0DF6F83-4430-41A3-A905-E57DA25B0A8A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55B60A01-DE07-4CF0-95B0-C0E541B32D53}"/>
              </a:ext>
            </a:extLst>
          </p:cNvPr>
          <p:cNvGrpSpPr/>
          <p:nvPr/>
        </p:nvGrpSpPr>
        <p:grpSpPr>
          <a:xfrm>
            <a:off x="1860200" y="5263471"/>
            <a:ext cx="2414206" cy="338554"/>
            <a:chOff x="1237833" y="3417650"/>
            <a:chExt cx="1708480" cy="338554"/>
          </a:xfrm>
        </p:grpSpPr>
        <p:grpSp>
          <p:nvGrpSpPr>
            <p:cNvPr id="166" name="그룹 165">
              <a:extLst>
                <a:ext uri="{FF2B5EF4-FFF2-40B4-BE49-F238E27FC236}">
                  <a16:creationId xmlns:a16="http://schemas.microsoft.com/office/drawing/2014/main" id="{EFF69210-AA3F-4F13-BE1C-9861A0EADBE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68" name="Border">
                <a:extLst>
                  <a:ext uri="{FF2B5EF4-FFF2-40B4-BE49-F238E27FC236}">
                    <a16:creationId xmlns:a16="http://schemas.microsoft.com/office/drawing/2014/main" id="{B0D3547D-5837-4C66-ABBE-AB6BA2046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9" name="Line 2">
                <a:extLst>
                  <a:ext uri="{FF2B5EF4-FFF2-40B4-BE49-F238E27FC236}">
                    <a16:creationId xmlns:a16="http://schemas.microsoft.com/office/drawing/2014/main" id="{0F2C4A0A-ABBC-41B4-AAD8-09C7A31E6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0" name="Line 1">
                <a:extLst>
                  <a:ext uri="{FF2B5EF4-FFF2-40B4-BE49-F238E27FC236}">
                    <a16:creationId xmlns:a16="http://schemas.microsoft.com/office/drawing/2014/main" id="{29715BDB-9A5C-4149-9EC2-4B859FE56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20A4AA42-B5EA-4F89-A9C8-5068BB59063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8B0C9421-4D26-491E-986F-BABAB676A980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037A6048-FB71-4B09-A8B1-8F3CD2EE327A}"/>
              </a:ext>
            </a:extLst>
          </p:cNvPr>
          <p:cNvGrpSpPr/>
          <p:nvPr/>
        </p:nvGrpSpPr>
        <p:grpSpPr>
          <a:xfrm>
            <a:off x="1864906" y="5599757"/>
            <a:ext cx="2414206" cy="338554"/>
            <a:chOff x="1237833" y="3417650"/>
            <a:chExt cx="1708480" cy="338554"/>
          </a:xfrm>
        </p:grpSpPr>
        <p:grpSp>
          <p:nvGrpSpPr>
            <p:cNvPr id="173" name="그룹 172">
              <a:extLst>
                <a:ext uri="{FF2B5EF4-FFF2-40B4-BE49-F238E27FC236}">
                  <a16:creationId xmlns:a16="http://schemas.microsoft.com/office/drawing/2014/main" id="{64C7A248-38D0-4F68-B392-B2092495895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75" name="Border">
                <a:extLst>
                  <a:ext uri="{FF2B5EF4-FFF2-40B4-BE49-F238E27FC236}">
                    <a16:creationId xmlns:a16="http://schemas.microsoft.com/office/drawing/2014/main" id="{FDF2816D-BA38-4CB8-9D67-FAD7D15B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6" name="Line 2">
                <a:extLst>
                  <a:ext uri="{FF2B5EF4-FFF2-40B4-BE49-F238E27FC236}">
                    <a16:creationId xmlns:a16="http://schemas.microsoft.com/office/drawing/2014/main" id="{A35CE81E-B388-47A8-B2BB-78C16645D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7" name="Line 1">
                <a:extLst>
                  <a:ext uri="{FF2B5EF4-FFF2-40B4-BE49-F238E27FC236}">
                    <a16:creationId xmlns:a16="http://schemas.microsoft.com/office/drawing/2014/main" id="{04FE14FF-7B52-46AE-B02F-77F4A807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6F35254E-4686-4F89-B8D7-2B5E63AB13E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8D2AEDD8-8B49-421C-B5E7-DC1F69799C44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4B87FDBF-0836-4DE5-A8BA-63E79C1363C6}"/>
              </a:ext>
            </a:extLst>
          </p:cNvPr>
          <p:cNvGrpSpPr/>
          <p:nvPr/>
        </p:nvGrpSpPr>
        <p:grpSpPr>
          <a:xfrm>
            <a:off x="1881621" y="5934684"/>
            <a:ext cx="2414206" cy="338554"/>
            <a:chOff x="1237833" y="3417650"/>
            <a:chExt cx="1708480" cy="338554"/>
          </a:xfrm>
        </p:grpSpPr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74A52DF6-FDCA-4D62-A753-A33DCCE4AC4F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82" name="Border">
                <a:extLst>
                  <a:ext uri="{FF2B5EF4-FFF2-40B4-BE49-F238E27FC236}">
                    <a16:creationId xmlns:a16="http://schemas.microsoft.com/office/drawing/2014/main" id="{E42F5B41-C5B7-40FA-BBCF-E724D0039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3" name="Line 2">
                <a:extLst>
                  <a:ext uri="{FF2B5EF4-FFF2-40B4-BE49-F238E27FC236}">
                    <a16:creationId xmlns:a16="http://schemas.microsoft.com/office/drawing/2014/main" id="{01E7DC5B-A745-4A58-88E0-D0A28EC2C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4" name="Line 1">
                <a:extLst>
                  <a:ext uri="{FF2B5EF4-FFF2-40B4-BE49-F238E27FC236}">
                    <a16:creationId xmlns:a16="http://schemas.microsoft.com/office/drawing/2014/main" id="{C0218E6C-DB69-4F90-BBC6-0540B703D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3A03E338-5478-48BE-BFA6-6D26273539AD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AB6CEA91-11CE-4DAC-A53C-EC8B2D5BD697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E77C6729-1C60-4346-A858-9D970737F4C1}"/>
              </a:ext>
            </a:extLst>
          </p:cNvPr>
          <p:cNvGrpSpPr/>
          <p:nvPr/>
        </p:nvGrpSpPr>
        <p:grpSpPr>
          <a:xfrm>
            <a:off x="1872912" y="6268820"/>
            <a:ext cx="2414206" cy="338554"/>
            <a:chOff x="1237833" y="3417650"/>
            <a:chExt cx="1708480" cy="338554"/>
          </a:xfrm>
        </p:grpSpPr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60E425BD-C132-408E-9A32-E2619C6EAD7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89" name="Border">
                <a:extLst>
                  <a:ext uri="{FF2B5EF4-FFF2-40B4-BE49-F238E27FC236}">
                    <a16:creationId xmlns:a16="http://schemas.microsoft.com/office/drawing/2014/main" id="{3A13256A-01D5-4A02-BA0D-605A8A107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0" name="Line 2">
                <a:extLst>
                  <a:ext uri="{FF2B5EF4-FFF2-40B4-BE49-F238E27FC236}">
                    <a16:creationId xmlns:a16="http://schemas.microsoft.com/office/drawing/2014/main" id="{114EA5ED-2561-41D7-BB5A-CE2F5AA7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1" name="Line 1">
                <a:extLst>
                  <a:ext uri="{FF2B5EF4-FFF2-40B4-BE49-F238E27FC236}">
                    <a16:creationId xmlns:a16="http://schemas.microsoft.com/office/drawing/2014/main" id="{AFBDA4B4-7927-405E-A521-4E59149C8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05BD30D4-F0A2-480B-8C44-3A45594364D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88" name="직사각형 187">
              <a:extLst>
                <a:ext uri="{FF2B5EF4-FFF2-40B4-BE49-F238E27FC236}">
                  <a16:creationId xmlns:a16="http://schemas.microsoft.com/office/drawing/2014/main" id="{F20DBDF0-BCCF-4685-B200-2F44E84DED59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044419FA-1A6C-47CC-AAA9-F9D3BEA99D70}"/>
              </a:ext>
            </a:extLst>
          </p:cNvPr>
          <p:cNvGrpSpPr/>
          <p:nvPr/>
        </p:nvGrpSpPr>
        <p:grpSpPr>
          <a:xfrm>
            <a:off x="1877618" y="6605106"/>
            <a:ext cx="2414206" cy="338554"/>
            <a:chOff x="1237833" y="3417650"/>
            <a:chExt cx="1708480" cy="338554"/>
          </a:xfrm>
        </p:grpSpPr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5D12A669-7282-4D90-9916-C14B74C603AF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96" name="Border">
                <a:extLst>
                  <a:ext uri="{FF2B5EF4-FFF2-40B4-BE49-F238E27FC236}">
                    <a16:creationId xmlns:a16="http://schemas.microsoft.com/office/drawing/2014/main" id="{E3043802-7415-4AA6-87DA-603D5629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7" name="Line 2">
                <a:extLst>
                  <a:ext uri="{FF2B5EF4-FFF2-40B4-BE49-F238E27FC236}">
                    <a16:creationId xmlns:a16="http://schemas.microsoft.com/office/drawing/2014/main" id="{0DF86A55-049A-4220-804C-5F38A6081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Line 1">
                <a:extLst>
                  <a:ext uri="{FF2B5EF4-FFF2-40B4-BE49-F238E27FC236}">
                    <a16:creationId xmlns:a16="http://schemas.microsoft.com/office/drawing/2014/main" id="{8F796737-093E-4D48-8BCB-C98C7E84E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836E42E5-072F-4874-8562-AFAF89BF9E7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95" name="직사각형 194">
              <a:extLst>
                <a:ext uri="{FF2B5EF4-FFF2-40B4-BE49-F238E27FC236}">
                  <a16:creationId xmlns:a16="http://schemas.microsoft.com/office/drawing/2014/main" id="{96847B95-DA70-4DC5-A1B0-8F08E2106778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200" name="그룹 199">
            <a:extLst>
              <a:ext uri="{FF2B5EF4-FFF2-40B4-BE49-F238E27FC236}">
                <a16:creationId xmlns:a16="http://schemas.microsoft.com/office/drawing/2014/main" id="{C0D44E89-9170-407D-8B99-4C3BDCFC149B}"/>
              </a:ext>
            </a:extLst>
          </p:cNvPr>
          <p:cNvGrpSpPr/>
          <p:nvPr/>
        </p:nvGrpSpPr>
        <p:grpSpPr>
          <a:xfrm>
            <a:off x="1881621" y="6942297"/>
            <a:ext cx="2414206" cy="338554"/>
            <a:chOff x="1237833" y="3417650"/>
            <a:chExt cx="1708480" cy="338554"/>
          </a:xfrm>
        </p:grpSpPr>
        <p:grpSp>
          <p:nvGrpSpPr>
            <p:cNvPr id="201" name="그룹 200">
              <a:extLst>
                <a:ext uri="{FF2B5EF4-FFF2-40B4-BE49-F238E27FC236}">
                  <a16:creationId xmlns:a16="http://schemas.microsoft.com/office/drawing/2014/main" id="{556E8F7A-6DCE-4D07-9BD1-A92700DBB272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03" name="Border">
                <a:extLst>
                  <a:ext uri="{FF2B5EF4-FFF2-40B4-BE49-F238E27FC236}">
                    <a16:creationId xmlns:a16="http://schemas.microsoft.com/office/drawing/2014/main" id="{F859038A-A607-4855-9490-E2AA0FEED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4" name="Line 2">
                <a:extLst>
                  <a:ext uri="{FF2B5EF4-FFF2-40B4-BE49-F238E27FC236}">
                    <a16:creationId xmlns:a16="http://schemas.microsoft.com/office/drawing/2014/main" id="{41AB52C0-6AFE-4BD0-9B57-65D0C7113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5" name="Line 1">
                <a:extLst>
                  <a:ext uri="{FF2B5EF4-FFF2-40B4-BE49-F238E27FC236}">
                    <a16:creationId xmlns:a16="http://schemas.microsoft.com/office/drawing/2014/main" id="{FB0577F7-1B68-4D7B-8CC0-1AF81D21F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94176FA-6A1C-438B-8D00-5E49629F7D0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60B748B7-CF47-4387-9571-45A25ADE9514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207" name="그룹 206">
            <a:extLst>
              <a:ext uri="{FF2B5EF4-FFF2-40B4-BE49-F238E27FC236}">
                <a16:creationId xmlns:a16="http://schemas.microsoft.com/office/drawing/2014/main" id="{91EEF672-7127-4EFE-B72E-7D61E65DD37C}"/>
              </a:ext>
            </a:extLst>
          </p:cNvPr>
          <p:cNvGrpSpPr/>
          <p:nvPr/>
        </p:nvGrpSpPr>
        <p:grpSpPr>
          <a:xfrm>
            <a:off x="1872912" y="7276433"/>
            <a:ext cx="2414206" cy="338554"/>
            <a:chOff x="1237833" y="3417650"/>
            <a:chExt cx="1708480" cy="338554"/>
          </a:xfrm>
        </p:grpSpPr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C8EBC4CF-1210-4A34-8E4C-3C3EF88EDEBC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10" name="Border">
                <a:extLst>
                  <a:ext uri="{FF2B5EF4-FFF2-40B4-BE49-F238E27FC236}">
                    <a16:creationId xmlns:a16="http://schemas.microsoft.com/office/drawing/2014/main" id="{C99DCB39-5B1B-4BB7-8C26-D13CA2E6F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Line 2">
                <a:extLst>
                  <a:ext uri="{FF2B5EF4-FFF2-40B4-BE49-F238E27FC236}">
                    <a16:creationId xmlns:a16="http://schemas.microsoft.com/office/drawing/2014/main" id="{728797D4-9F71-4991-BA30-441777F4F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2" name="Line 1">
                <a:extLst>
                  <a:ext uri="{FF2B5EF4-FFF2-40B4-BE49-F238E27FC236}">
                    <a16:creationId xmlns:a16="http://schemas.microsoft.com/office/drawing/2014/main" id="{11683013-A432-401E-B1D0-A3A5DA440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261C030F-369E-4E8A-9357-B777A004D174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0F577179-C539-4533-9748-E9AD069A96BA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8EF7646B-6DCF-4CE6-88E8-0571D5092A5B}"/>
              </a:ext>
            </a:extLst>
          </p:cNvPr>
          <p:cNvGrpSpPr/>
          <p:nvPr/>
        </p:nvGrpSpPr>
        <p:grpSpPr>
          <a:xfrm>
            <a:off x="1877618" y="7612719"/>
            <a:ext cx="2414206" cy="338554"/>
            <a:chOff x="1237833" y="3417650"/>
            <a:chExt cx="1708480" cy="338554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1BB4E544-917A-4BAA-8B31-CAC1F810DB7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17" name="Border">
                <a:extLst>
                  <a:ext uri="{FF2B5EF4-FFF2-40B4-BE49-F238E27FC236}">
                    <a16:creationId xmlns:a16="http://schemas.microsoft.com/office/drawing/2014/main" id="{CC36BE09-15F9-4752-8232-CD2E0FE3D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Line 2">
                <a:extLst>
                  <a:ext uri="{FF2B5EF4-FFF2-40B4-BE49-F238E27FC236}">
                    <a16:creationId xmlns:a16="http://schemas.microsoft.com/office/drawing/2014/main" id="{498A066C-C815-4602-8CC6-EDD737E70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9" name="Line 1">
                <a:extLst>
                  <a:ext uri="{FF2B5EF4-FFF2-40B4-BE49-F238E27FC236}">
                    <a16:creationId xmlns:a16="http://schemas.microsoft.com/office/drawing/2014/main" id="{06075607-85D5-4F5C-9E16-C6C90FB3D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486FB2AA-DAFC-4405-B800-CDF1873F9D7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EA4A27-1C8E-4C03-9503-B914F3D8FA7E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055B012B-E930-48D4-A8E4-A514666122F6}"/>
              </a:ext>
            </a:extLst>
          </p:cNvPr>
          <p:cNvSpPr/>
          <p:nvPr/>
        </p:nvSpPr>
        <p:spPr>
          <a:xfrm>
            <a:off x="7354581" y="4031296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E3613F85-747C-4D03-913E-0C5C5F24768F}"/>
              </a:ext>
            </a:extLst>
          </p:cNvPr>
          <p:cNvSpPr/>
          <p:nvPr/>
        </p:nvSpPr>
        <p:spPr>
          <a:xfrm>
            <a:off x="7354581" y="436543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0E0BB32A-3416-4819-820B-026D78BDDA92}"/>
              </a:ext>
            </a:extLst>
          </p:cNvPr>
          <p:cNvSpPr/>
          <p:nvPr/>
        </p:nvSpPr>
        <p:spPr>
          <a:xfrm>
            <a:off x="7354581" y="470171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027DDCDA-17F7-464F-A683-3B48BF6D91A1}"/>
              </a:ext>
            </a:extLst>
          </p:cNvPr>
          <p:cNvSpPr/>
          <p:nvPr/>
        </p:nvSpPr>
        <p:spPr>
          <a:xfrm>
            <a:off x="7354581" y="503252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5F5AFF42-ED28-4B43-B043-4B6CAC123EF1}"/>
              </a:ext>
            </a:extLst>
          </p:cNvPr>
          <p:cNvSpPr/>
          <p:nvPr/>
        </p:nvSpPr>
        <p:spPr>
          <a:xfrm>
            <a:off x="7354581" y="536665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6EACBEC5-4868-4FDD-9276-2F776C468717}"/>
              </a:ext>
            </a:extLst>
          </p:cNvPr>
          <p:cNvSpPr/>
          <p:nvPr/>
        </p:nvSpPr>
        <p:spPr>
          <a:xfrm>
            <a:off x="7354581" y="5702944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58DB7619-20E9-4F44-BBE1-F730BF8F7C14}"/>
              </a:ext>
            </a:extLst>
          </p:cNvPr>
          <p:cNvSpPr/>
          <p:nvPr/>
        </p:nvSpPr>
        <p:spPr>
          <a:xfrm>
            <a:off x="7347384" y="6035341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549B4A20-5531-45E8-AFEF-BCCA5A8FD701}"/>
              </a:ext>
            </a:extLst>
          </p:cNvPr>
          <p:cNvSpPr/>
          <p:nvPr/>
        </p:nvSpPr>
        <p:spPr>
          <a:xfrm>
            <a:off x="7347384" y="636947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CE8EE4D1-E7DA-4FBD-8251-8A2FDBC14FDD}"/>
              </a:ext>
            </a:extLst>
          </p:cNvPr>
          <p:cNvSpPr/>
          <p:nvPr/>
        </p:nvSpPr>
        <p:spPr>
          <a:xfrm>
            <a:off x="7347384" y="670576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6B34219D-9A4B-4497-BEFE-FEED1338D59F}"/>
              </a:ext>
            </a:extLst>
          </p:cNvPr>
          <p:cNvSpPr/>
          <p:nvPr/>
        </p:nvSpPr>
        <p:spPr>
          <a:xfrm>
            <a:off x="7347384" y="703656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A6125200-B308-48D4-B1CB-0C27609618CE}"/>
              </a:ext>
            </a:extLst>
          </p:cNvPr>
          <p:cNvSpPr/>
          <p:nvPr/>
        </p:nvSpPr>
        <p:spPr>
          <a:xfrm>
            <a:off x="7347384" y="737070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795620E3-3B3C-4000-B179-3CB24BF98042}"/>
              </a:ext>
            </a:extLst>
          </p:cNvPr>
          <p:cNvSpPr/>
          <p:nvPr/>
        </p:nvSpPr>
        <p:spPr>
          <a:xfrm>
            <a:off x="7347384" y="7706989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54981EB1-6F04-4BB5-93A1-7711A0BC8CFE}"/>
              </a:ext>
            </a:extLst>
          </p:cNvPr>
          <p:cNvSpPr/>
          <p:nvPr/>
        </p:nvSpPr>
        <p:spPr>
          <a:xfrm>
            <a:off x="8037293" y="6369476"/>
            <a:ext cx="776389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판매요청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6FA7DC9A-8FFF-4EB6-AB2E-1E7E60482183}"/>
              </a:ext>
            </a:extLst>
          </p:cNvPr>
          <p:cNvSpPr/>
          <p:nvPr/>
        </p:nvSpPr>
        <p:spPr>
          <a:xfrm>
            <a:off x="8037293" y="5035884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3D1291CF-3FF0-4189-A643-FD226732413C}"/>
              </a:ext>
            </a:extLst>
          </p:cNvPr>
          <p:cNvSpPr/>
          <p:nvPr/>
        </p:nvSpPr>
        <p:spPr>
          <a:xfrm>
            <a:off x="8044136" y="5368809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41CE0C0E-AE36-4400-BB4F-08764B613048}"/>
              </a:ext>
            </a:extLst>
          </p:cNvPr>
          <p:cNvSpPr/>
          <p:nvPr/>
        </p:nvSpPr>
        <p:spPr>
          <a:xfrm>
            <a:off x="8044136" y="5702944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6823138C-076D-4E9B-B7BC-B5A93105D70B}"/>
              </a:ext>
            </a:extLst>
          </p:cNvPr>
          <p:cNvSpPr/>
          <p:nvPr/>
        </p:nvSpPr>
        <p:spPr>
          <a:xfrm>
            <a:off x="8044194" y="6028777"/>
            <a:ext cx="776389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판매요청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8" name="직사각형 237">
            <a:extLst>
              <a:ext uri="{FF2B5EF4-FFF2-40B4-BE49-F238E27FC236}">
                <a16:creationId xmlns:a16="http://schemas.microsoft.com/office/drawing/2014/main" id="{2B0F00BF-8EEF-4050-A74B-1B144DC32D45}"/>
              </a:ext>
            </a:extLst>
          </p:cNvPr>
          <p:cNvSpPr/>
          <p:nvPr/>
        </p:nvSpPr>
        <p:spPr>
          <a:xfrm>
            <a:off x="8044134" y="4029858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8B581494-16D4-4ACE-BD82-5055BEF1D8FC}"/>
              </a:ext>
            </a:extLst>
          </p:cNvPr>
          <p:cNvSpPr/>
          <p:nvPr/>
        </p:nvSpPr>
        <p:spPr>
          <a:xfrm>
            <a:off x="8037293" y="4360701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28238F5D-2FA4-49A6-9D58-7B5A7052FC86}"/>
              </a:ext>
            </a:extLst>
          </p:cNvPr>
          <p:cNvSpPr/>
          <p:nvPr/>
        </p:nvSpPr>
        <p:spPr>
          <a:xfrm>
            <a:off x="8042000" y="7031214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8DF6CA87-7FA1-4C46-AEAA-1F31B93929F5}"/>
              </a:ext>
            </a:extLst>
          </p:cNvPr>
          <p:cNvSpPr/>
          <p:nvPr/>
        </p:nvSpPr>
        <p:spPr>
          <a:xfrm>
            <a:off x="8037294" y="7361116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9E457179-EF1F-4251-AC8B-472E1DE1E9F7}"/>
              </a:ext>
            </a:extLst>
          </p:cNvPr>
          <p:cNvSpPr/>
          <p:nvPr/>
        </p:nvSpPr>
        <p:spPr>
          <a:xfrm>
            <a:off x="8037293" y="7697404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1D88E13A-EB3A-422A-9D78-A83624BE1423}"/>
              </a:ext>
            </a:extLst>
          </p:cNvPr>
          <p:cNvSpPr/>
          <p:nvPr/>
        </p:nvSpPr>
        <p:spPr>
          <a:xfrm>
            <a:off x="8046579" y="4707881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99C81AF-B1B4-486F-86FE-52DCC1BCFE26}"/>
              </a:ext>
            </a:extLst>
          </p:cNvPr>
          <p:cNvSpPr/>
          <p:nvPr/>
        </p:nvSpPr>
        <p:spPr>
          <a:xfrm>
            <a:off x="8037293" y="6713672"/>
            <a:ext cx="776389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판매요청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pic>
        <p:nvPicPr>
          <p:cNvPr id="246" name="Picture 2">
            <a:extLst>
              <a:ext uri="{FF2B5EF4-FFF2-40B4-BE49-F238E27FC236}">
                <a16:creationId xmlns:a16="http://schemas.microsoft.com/office/drawing/2014/main" id="{0C0D5AE0-6F57-41D5-8E54-495A920B90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25503" y="8279313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D5090BE8-7CBA-435B-8D9C-7E36DE9130AC}"/>
              </a:ext>
            </a:extLst>
          </p:cNvPr>
          <p:cNvSpPr/>
          <p:nvPr/>
        </p:nvSpPr>
        <p:spPr>
          <a:xfrm>
            <a:off x="1575003" y="2140879"/>
            <a:ext cx="6073162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6D48A4A8-C49E-4BFC-BA5E-16D35106DE3D}"/>
              </a:ext>
            </a:extLst>
          </p:cNvPr>
          <p:cNvSpPr/>
          <p:nvPr/>
        </p:nvSpPr>
        <p:spPr>
          <a:xfrm>
            <a:off x="8829792" y="2129756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1470D61C-AD95-4FA0-B1AA-30AB9C515B1F}"/>
              </a:ext>
            </a:extLst>
          </p:cNvPr>
          <p:cNvSpPr/>
          <p:nvPr/>
        </p:nvSpPr>
        <p:spPr>
          <a:xfrm>
            <a:off x="1575002" y="2360307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C9DBEA79-53A1-45D0-A661-7B06FEAADD01}"/>
              </a:ext>
            </a:extLst>
          </p:cNvPr>
          <p:cNvSpPr/>
          <p:nvPr/>
        </p:nvSpPr>
        <p:spPr>
          <a:xfrm>
            <a:off x="2404309" y="2360307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251" name="표 63">
            <a:extLst>
              <a:ext uri="{FF2B5EF4-FFF2-40B4-BE49-F238E27FC236}">
                <a16:creationId xmlns:a16="http://schemas.microsoft.com/office/drawing/2014/main" id="{6410365B-DBA0-4437-9D41-D46C726CEF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8746660"/>
              </p:ext>
            </p:extLst>
          </p:nvPr>
        </p:nvGraphicFramePr>
        <p:xfrm>
          <a:off x="696123" y="2117927"/>
          <a:ext cx="8880744" cy="1143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1955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3620920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  <a:gridCol w="1120801">
                  <a:extLst>
                    <a:ext uri="{9D8B030D-6E8A-4147-A177-3AD203B41FA5}">
                      <a16:colId xmlns:a16="http://schemas.microsoft.com/office/drawing/2014/main" val="246205619"/>
                    </a:ext>
                  </a:extLst>
                </a:gridCol>
                <a:gridCol w="3327068">
                  <a:extLst>
                    <a:ext uri="{9D8B030D-6E8A-4147-A177-3AD203B41FA5}">
                      <a16:colId xmlns:a16="http://schemas.microsoft.com/office/drawing/2014/main" val="85287171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상품분류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9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판매요청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□ 판매요청     □ </a:t>
                      </a:r>
                      <a:r>
                        <a:rPr lang="ko-KR" altLang="en-US" sz="800" dirty="0" err="1"/>
                        <a:t>판매요청중</a:t>
                      </a:r>
                      <a:r>
                        <a:rPr lang="ko-KR" altLang="en-US" sz="800" dirty="0"/>
                        <a:t>      □ 판매허용     □  요청거부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00596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판매자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판매가격 범위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                          </a:t>
                      </a:r>
                      <a:r>
                        <a:rPr lang="ko-KR" altLang="en-US" sz="800" dirty="0"/>
                        <a:t>원  </a:t>
                      </a:r>
                      <a:r>
                        <a:rPr lang="en-US" altLang="ko-KR" sz="800" dirty="0"/>
                        <a:t>~                              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891665"/>
                  </a:ext>
                </a:extLst>
              </a:tr>
              <a:tr h="0">
                <a:tc gridSpan="4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69AA156-A502-4875-8CDC-D80BA6794893}"/>
              </a:ext>
            </a:extLst>
          </p:cNvPr>
          <p:cNvSpPr/>
          <p:nvPr/>
        </p:nvSpPr>
        <p:spPr>
          <a:xfrm>
            <a:off x="8829792" y="3049355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6DF4221A-5500-4EE3-857A-8FCC34D677A3}"/>
              </a:ext>
            </a:extLst>
          </p:cNvPr>
          <p:cNvSpPr/>
          <p:nvPr/>
        </p:nvSpPr>
        <p:spPr>
          <a:xfrm>
            <a:off x="3233616" y="2354371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세분류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9F0D1423-6245-47D1-A4F6-ABE6BF95B0E1}"/>
              </a:ext>
            </a:extLst>
          </p:cNvPr>
          <p:cNvSpPr/>
          <p:nvPr/>
        </p:nvSpPr>
        <p:spPr>
          <a:xfrm>
            <a:off x="1575612" y="2835601"/>
            <a:ext cx="2900460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72576AD6-E574-4658-A0D0-131071B0425B}"/>
              </a:ext>
            </a:extLst>
          </p:cNvPr>
          <p:cNvSpPr/>
          <p:nvPr/>
        </p:nvSpPr>
        <p:spPr>
          <a:xfrm>
            <a:off x="6293190" y="2835601"/>
            <a:ext cx="98113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10000</a:t>
            </a:r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F57678EE-4B91-4300-A5AC-CC9DB9AD8418}"/>
              </a:ext>
            </a:extLst>
          </p:cNvPr>
          <p:cNvSpPr/>
          <p:nvPr/>
        </p:nvSpPr>
        <p:spPr>
          <a:xfrm>
            <a:off x="7648164" y="2835601"/>
            <a:ext cx="98113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50000</a:t>
            </a:r>
          </a:p>
        </p:txBody>
      </p:sp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98F8CB34-4255-4BA7-8BFC-850032A79EFE}"/>
              </a:ext>
            </a:extLst>
          </p:cNvPr>
          <p:cNvSpPr/>
          <p:nvPr/>
        </p:nvSpPr>
        <p:spPr>
          <a:xfrm>
            <a:off x="9006821" y="4029858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005B5711-66D5-4058-9AF6-6C1A6822B5D7}"/>
              </a:ext>
            </a:extLst>
          </p:cNvPr>
          <p:cNvSpPr/>
          <p:nvPr/>
        </p:nvSpPr>
        <p:spPr>
          <a:xfrm>
            <a:off x="9009784" y="4355246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34E9EA95-0AEC-489C-8597-4358F0F27275}"/>
              </a:ext>
            </a:extLst>
          </p:cNvPr>
          <p:cNvSpPr/>
          <p:nvPr/>
        </p:nvSpPr>
        <p:spPr>
          <a:xfrm>
            <a:off x="9006821" y="4707880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271" name="직사각형 270">
            <a:extLst>
              <a:ext uri="{FF2B5EF4-FFF2-40B4-BE49-F238E27FC236}">
                <a16:creationId xmlns:a16="http://schemas.microsoft.com/office/drawing/2014/main" id="{D84AECB2-4067-4DE7-A160-826C31F0F6E9}"/>
              </a:ext>
            </a:extLst>
          </p:cNvPr>
          <p:cNvSpPr/>
          <p:nvPr/>
        </p:nvSpPr>
        <p:spPr>
          <a:xfrm>
            <a:off x="9006821" y="5032521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919C6474-4566-458B-B0F3-457963D6C1D4}"/>
              </a:ext>
            </a:extLst>
          </p:cNvPr>
          <p:cNvSpPr/>
          <p:nvPr/>
        </p:nvSpPr>
        <p:spPr>
          <a:xfrm>
            <a:off x="9006821" y="5362768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3" name="직사각형 272">
            <a:extLst>
              <a:ext uri="{FF2B5EF4-FFF2-40B4-BE49-F238E27FC236}">
                <a16:creationId xmlns:a16="http://schemas.microsoft.com/office/drawing/2014/main" id="{2DF81AAD-BCEF-4525-BCC8-A0F9792915E4}"/>
              </a:ext>
            </a:extLst>
          </p:cNvPr>
          <p:cNvSpPr/>
          <p:nvPr/>
        </p:nvSpPr>
        <p:spPr>
          <a:xfrm>
            <a:off x="8999568" y="5689643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A983EF1A-F6C5-4D0E-B71F-57FEE1626BF3}"/>
              </a:ext>
            </a:extLst>
          </p:cNvPr>
          <p:cNvSpPr/>
          <p:nvPr/>
        </p:nvSpPr>
        <p:spPr>
          <a:xfrm>
            <a:off x="9006821" y="6032840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7C48A4D7-B7A2-4A6D-AD7C-4A2554E2DC54}"/>
              </a:ext>
            </a:extLst>
          </p:cNvPr>
          <p:cNvSpPr/>
          <p:nvPr/>
        </p:nvSpPr>
        <p:spPr>
          <a:xfrm>
            <a:off x="9008715" y="6372665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6" name="직사각형 275">
            <a:extLst>
              <a:ext uri="{FF2B5EF4-FFF2-40B4-BE49-F238E27FC236}">
                <a16:creationId xmlns:a16="http://schemas.microsoft.com/office/drawing/2014/main" id="{D569B6EB-A703-4313-9E72-A083D3336C50}"/>
              </a:ext>
            </a:extLst>
          </p:cNvPr>
          <p:cNvSpPr/>
          <p:nvPr/>
        </p:nvSpPr>
        <p:spPr>
          <a:xfrm>
            <a:off x="8993079" y="6713777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9A6B811C-A315-4358-B6F2-4CE3840D4353}"/>
              </a:ext>
            </a:extLst>
          </p:cNvPr>
          <p:cNvSpPr/>
          <p:nvPr/>
        </p:nvSpPr>
        <p:spPr>
          <a:xfrm>
            <a:off x="8993079" y="7029304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4A023760-9A1C-4A54-96F0-F2E9094FD406}"/>
              </a:ext>
            </a:extLst>
          </p:cNvPr>
          <p:cNvSpPr/>
          <p:nvPr/>
        </p:nvSpPr>
        <p:spPr>
          <a:xfrm>
            <a:off x="8993079" y="7369495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9" name="직사각형 278">
            <a:extLst>
              <a:ext uri="{FF2B5EF4-FFF2-40B4-BE49-F238E27FC236}">
                <a16:creationId xmlns:a16="http://schemas.microsoft.com/office/drawing/2014/main" id="{7B0AF39F-9088-4E55-AADE-06BB21B010E1}"/>
              </a:ext>
            </a:extLst>
          </p:cNvPr>
          <p:cNvSpPr/>
          <p:nvPr/>
        </p:nvSpPr>
        <p:spPr>
          <a:xfrm>
            <a:off x="8993079" y="7693079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</p:spTree>
    <p:extLst>
      <p:ext uri="{BB962C8B-B14F-4D97-AF65-F5344CB8AC3E}">
        <p14:creationId xmlns:p14="http://schemas.microsoft.com/office/powerpoint/2010/main" val="984608903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>
            <a:extLst>
              <a:ext uri="{FF2B5EF4-FFF2-40B4-BE49-F238E27FC236}">
                <a16:creationId xmlns:a16="http://schemas.microsoft.com/office/drawing/2014/main" id="{A44524A0-9BA7-47F0-8D56-28E021DC21E7}"/>
              </a:ext>
            </a:extLst>
          </p:cNvPr>
          <p:cNvSpPr/>
          <p:nvPr/>
        </p:nvSpPr>
        <p:spPr>
          <a:xfrm>
            <a:off x="535263" y="1282726"/>
            <a:ext cx="9226755" cy="7677030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8240B95-BB7E-4ADB-BBC8-2A43B6D40E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3310113"/>
              </p:ext>
            </p:extLst>
          </p:nvPr>
        </p:nvGraphicFramePr>
        <p:xfrm>
          <a:off x="696125" y="1690046"/>
          <a:ext cx="8880744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0248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2046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자사상품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부분공유상품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graphicFrame>
        <p:nvGraphicFramePr>
          <p:cNvPr id="134" name="표 133">
            <a:extLst>
              <a:ext uri="{FF2B5EF4-FFF2-40B4-BE49-F238E27FC236}">
                <a16:creationId xmlns:a16="http://schemas.microsoft.com/office/drawing/2014/main" id="{5633DD0E-67D7-4672-9FE2-F4E0BEC86887}"/>
              </a:ext>
            </a:extLst>
          </p:cNvPr>
          <p:cNvGraphicFramePr>
            <a:graphicFrameLocks noGrp="1"/>
          </p:cNvGraphicFramePr>
          <p:nvPr/>
        </p:nvGraphicFramePr>
        <p:xfrm>
          <a:off x="696122" y="3720379"/>
          <a:ext cx="8880745" cy="423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4409">
                  <a:extLst>
                    <a:ext uri="{9D8B030D-6E8A-4147-A177-3AD203B41FA5}">
                      <a16:colId xmlns:a16="http://schemas.microsoft.com/office/drawing/2014/main" val="401447903"/>
                    </a:ext>
                  </a:extLst>
                </a:gridCol>
                <a:gridCol w="6619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7681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120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078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1465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8238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82639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  <a:gridCol w="658055">
                  <a:extLst>
                    <a:ext uri="{9D8B030D-6E8A-4147-A177-3AD203B41FA5}">
                      <a16:colId xmlns:a16="http://schemas.microsoft.com/office/drawing/2014/main" val="311321688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상세보기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판매요청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상품추가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792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545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3428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C20320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000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774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F20212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055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Z20321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57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3424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086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936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E20312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094304"/>
                  </a:ext>
                </a:extLst>
              </a:tr>
            </a:tbl>
          </a:graphicData>
        </a:graphic>
      </p:graphicFrame>
      <p:sp>
        <p:nvSpPr>
          <p:cNvPr id="135" name="TextBox 134">
            <a:extLst>
              <a:ext uri="{FF2B5EF4-FFF2-40B4-BE49-F238E27FC236}">
                <a16:creationId xmlns:a16="http://schemas.microsoft.com/office/drawing/2014/main" id="{50865FC0-C42B-4C86-98F1-D460FAE6568A}"/>
              </a:ext>
            </a:extLst>
          </p:cNvPr>
          <p:cNvSpPr txBox="1"/>
          <p:nvPr/>
        </p:nvSpPr>
        <p:spPr>
          <a:xfrm>
            <a:off x="636413" y="3462757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F311BEFC-8921-4916-9A74-E871B4327F12}"/>
              </a:ext>
            </a:extLst>
          </p:cNvPr>
          <p:cNvGrpSpPr/>
          <p:nvPr/>
        </p:nvGrpSpPr>
        <p:grpSpPr>
          <a:xfrm>
            <a:off x="1877618" y="3924777"/>
            <a:ext cx="2414206" cy="338554"/>
            <a:chOff x="1237833" y="3417650"/>
            <a:chExt cx="1708480" cy="338554"/>
          </a:xfrm>
        </p:grpSpPr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56747037-A615-49F6-8CFE-4A96E0FE17E9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40" name="Border">
                <a:extLst>
                  <a:ext uri="{FF2B5EF4-FFF2-40B4-BE49-F238E27FC236}">
                    <a16:creationId xmlns:a16="http://schemas.microsoft.com/office/drawing/2014/main" id="{24AA435E-1E2E-4FB5-88F9-CAB7B361E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1" name="Line 2">
                <a:extLst>
                  <a:ext uri="{FF2B5EF4-FFF2-40B4-BE49-F238E27FC236}">
                    <a16:creationId xmlns:a16="http://schemas.microsoft.com/office/drawing/2014/main" id="{901BDDE1-4317-4399-B816-D6307790D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2" name="Line 1">
                <a:extLst>
                  <a:ext uri="{FF2B5EF4-FFF2-40B4-BE49-F238E27FC236}">
                    <a16:creationId xmlns:a16="http://schemas.microsoft.com/office/drawing/2014/main" id="{2180F973-B2A8-4E5A-AE08-533BD4613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7940BF44-CD7F-499D-ACC9-4DA2F3F203D5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3F6E7446-F909-45B1-8BEA-DABE368C9A10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174DA87C-84D8-4D57-A474-328F3714FBC9}"/>
              </a:ext>
            </a:extLst>
          </p:cNvPr>
          <p:cNvGrpSpPr/>
          <p:nvPr/>
        </p:nvGrpSpPr>
        <p:grpSpPr>
          <a:xfrm>
            <a:off x="1868909" y="4258913"/>
            <a:ext cx="2414206" cy="338554"/>
            <a:chOff x="1237833" y="3417650"/>
            <a:chExt cx="1708480" cy="338554"/>
          </a:xfrm>
        </p:grpSpPr>
        <p:grpSp>
          <p:nvGrpSpPr>
            <p:cNvPr id="145" name="그룹 144">
              <a:extLst>
                <a:ext uri="{FF2B5EF4-FFF2-40B4-BE49-F238E27FC236}">
                  <a16:creationId xmlns:a16="http://schemas.microsoft.com/office/drawing/2014/main" id="{7B55DCB4-0E5F-418B-8197-7033AB148DD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47" name="Border">
                <a:extLst>
                  <a:ext uri="{FF2B5EF4-FFF2-40B4-BE49-F238E27FC236}">
                    <a16:creationId xmlns:a16="http://schemas.microsoft.com/office/drawing/2014/main" id="{FC0F8259-7C4F-44DA-8723-9C3A004C8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8" name="Line 2">
                <a:extLst>
                  <a:ext uri="{FF2B5EF4-FFF2-40B4-BE49-F238E27FC236}">
                    <a16:creationId xmlns:a16="http://schemas.microsoft.com/office/drawing/2014/main" id="{04D0CD60-2F47-429E-86A5-07909D17C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9" name="Line 1">
                <a:extLst>
                  <a:ext uri="{FF2B5EF4-FFF2-40B4-BE49-F238E27FC236}">
                    <a16:creationId xmlns:a16="http://schemas.microsoft.com/office/drawing/2014/main" id="{A9600984-1EBA-4D28-B9BC-07AFC73DB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1EE5855F-51E6-4BC8-A05C-EF8F7F760D06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E965A16A-F74D-4986-A7AB-5FE2496B7B45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C939AD66-B200-4353-BAF1-24404065DF6C}"/>
              </a:ext>
            </a:extLst>
          </p:cNvPr>
          <p:cNvGrpSpPr/>
          <p:nvPr/>
        </p:nvGrpSpPr>
        <p:grpSpPr>
          <a:xfrm>
            <a:off x="1873615" y="4595199"/>
            <a:ext cx="2414206" cy="338554"/>
            <a:chOff x="1237833" y="3417650"/>
            <a:chExt cx="1708480" cy="338554"/>
          </a:xfrm>
        </p:grpSpPr>
        <p:grpSp>
          <p:nvGrpSpPr>
            <p:cNvPr id="152" name="그룹 151">
              <a:extLst>
                <a:ext uri="{FF2B5EF4-FFF2-40B4-BE49-F238E27FC236}">
                  <a16:creationId xmlns:a16="http://schemas.microsoft.com/office/drawing/2014/main" id="{C8C36DF0-6A0D-4562-B335-8DA74F6BC1BE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54" name="Border">
                <a:extLst>
                  <a:ext uri="{FF2B5EF4-FFF2-40B4-BE49-F238E27FC236}">
                    <a16:creationId xmlns:a16="http://schemas.microsoft.com/office/drawing/2014/main" id="{286B96C5-9C33-4E3E-B9A3-A346F46B2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5" name="Line 2">
                <a:extLst>
                  <a:ext uri="{FF2B5EF4-FFF2-40B4-BE49-F238E27FC236}">
                    <a16:creationId xmlns:a16="http://schemas.microsoft.com/office/drawing/2014/main" id="{E730F742-978B-4E74-A9E5-278D22C2D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6" name="Line 1">
                <a:extLst>
                  <a:ext uri="{FF2B5EF4-FFF2-40B4-BE49-F238E27FC236}">
                    <a16:creationId xmlns:a16="http://schemas.microsoft.com/office/drawing/2014/main" id="{B08F393B-60FB-421B-B17B-4867B75D3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7" name="TextBox 156">
                <a:extLst>
                  <a:ext uri="{FF2B5EF4-FFF2-40B4-BE49-F238E27FC236}">
                    <a16:creationId xmlns:a16="http://schemas.microsoft.com/office/drawing/2014/main" id="{31B39BE1-72D3-4F6B-9642-0D047DD06AB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40BFEF4B-C139-4AB3-80DB-30B539436CDC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158" name="그룹 157">
            <a:extLst>
              <a:ext uri="{FF2B5EF4-FFF2-40B4-BE49-F238E27FC236}">
                <a16:creationId xmlns:a16="http://schemas.microsoft.com/office/drawing/2014/main" id="{65413925-C680-4FB9-847F-CC7B0F02EE32}"/>
              </a:ext>
            </a:extLst>
          </p:cNvPr>
          <p:cNvGrpSpPr/>
          <p:nvPr/>
        </p:nvGrpSpPr>
        <p:grpSpPr>
          <a:xfrm>
            <a:off x="1868909" y="4929335"/>
            <a:ext cx="2414206" cy="338554"/>
            <a:chOff x="1237833" y="3417650"/>
            <a:chExt cx="1708480" cy="338554"/>
          </a:xfrm>
        </p:grpSpPr>
        <p:grpSp>
          <p:nvGrpSpPr>
            <p:cNvPr id="159" name="그룹 158">
              <a:extLst>
                <a:ext uri="{FF2B5EF4-FFF2-40B4-BE49-F238E27FC236}">
                  <a16:creationId xmlns:a16="http://schemas.microsoft.com/office/drawing/2014/main" id="{81E19323-94A9-4B93-A4D0-5426DC149FA9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61" name="Border">
                <a:extLst>
                  <a:ext uri="{FF2B5EF4-FFF2-40B4-BE49-F238E27FC236}">
                    <a16:creationId xmlns:a16="http://schemas.microsoft.com/office/drawing/2014/main" id="{3B56E81F-12E9-4191-AE65-C6C5BD90E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2" name="Line 2">
                <a:extLst>
                  <a:ext uri="{FF2B5EF4-FFF2-40B4-BE49-F238E27FC236}">
                    <a16:creationId xmlns:a16="http://schemas.microsoft.com/office/drawing/2014/main" id="{E6385D84-612D-4332-8F4F-9114281FD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3" name="Line 1">
                <a:extLst>
                  <a:ext uri="{FF2B5EF4-FFF2-40B4-BE49-F238E27FC236}">
                    <a16:creationId xmlns:a16="http://schemas.microsoft.com/office/drawing/2014/main" id="{DB35D0A8-6585-4C95-B9E2-A7693DD9E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D63B926B-88ED-4641-B30A-D6EDF9C653C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60" name="직사각형 159">
              <a:extLst>
                <a:ext uri="{FF2B5EF4-FFF2-40B4-BE49-F238E27FC236}">
                  <a16:creationId xmlns:a16="http://schemas.microsoft.com/office/drawing/2014/main" id="{C0DF6F83-4430-41A3-A905-E57DA25B0A8A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55B60A01-DE07-4CF0-95B0-C0E541B32D53}"/>
              </a:ext>
            </a:extLst>
          </p:cNvPr>
          <p:cNvGrpSpPr/>
          <p:nvPr/>
        </p:nvGrpSpPr>
        <p:grpSpPr>
          <a:xfrm>
            <a:off x="1860200" y="5263471"/>
            <a:ext cx="2414206" cy="338554"/>
            <a:chOff x="1237833" y="3417650"/>
            <a:chExt cx="1708480" cy="338554"/>
          </a:xfrm>
        </p:grpSpPr>
        <p:grpSp>
          <p:nvGrpSpPr>
            <p:cNvPr id="166" name="그룹 165">
              <a:extLst>
                <a:ext uri="{FF2B5EF4-FFF2-40B4-BE49-F238E27FC236}">
                  <a16:creationId xmlns:a16="http://schemas.microsoft.com/office/drawing/2014/main" id="{EFF69210-AA3F-4F13-BE1C-9861A0EADBE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68" name="Border">
                <a:extLst>
                  <a:ext uri="{FF2B5EF4-FFF2-40B4-BE49-F238E27FC236}">
                    <a16:creationId xmlns:a16="http://schemas.microsoft.com/office/drawing/2014/main" id="{B0D3547D-5837-4C66-ABBE-AB6BA2046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9" name="Line 2">
                <a:extLst>
                  <a:ext uri="{FF2B5EF4-FFF2-40B4-BE49-F238E27FC236}">
                    <a16:creationId xmlns:a16="http://schemas.microsoft.com/office/drawing/2014/main" id="{0F2C4A0A-ABBC-41B4-AAD8-09C7A31E6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0" name="Line 1">
                <a:extLst>
                  <a:ext uri="{FF2B5EF4-FFF2-40B4-BE49-F238E27FC236}">
                    <a16:creationId xmlns:a16="http://schemas.microsoft.com/office/drawing/2014/main" id="{29715BDB-9A5C-4149-9EC2-4B859FE56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20A4AA42-B5EA-4F89-A9C8-5068BB59063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8B0C9421-4D26-491E-986F-BABAB676A980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037A6048-FB71-4B09-A8B1-8F3CD2EE327A}"/>
              </a:ext>
            </a:extLst>
          </p:cNvPr>
          <p:cNvGrpSpPr/>
          <p:nvPr/>
        </p:nvGrpSpPr>
        <p:grpSpPr>
          <a:xfrm>
            <a:off x="1864906" y="5599757"/>
            <a:ext cx="2414206" cy="338554"/>
            <a:chOff x="1237833" y="3417650"/>
            <a:chExt cx="1708480" cy="338554"/>
          </a:xfrm>
        </p:grpSpPr>
        <p:grpSp>
          <p:nvGrpSpPr>
            <p:cNvPr id="173" name="그룹 172">
              <a:extLst>
                <a:ext uri="{FF2B5EF4-FFF2-40B4-BE49-F238E27FC236}">
                  <a16:creationId xmlns:a16="http://schemas.microsoft.com/office/drawing/2014/main" id="{64C7A248-38D0-4F68-B392-B2092495895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75" name="Border">
                <a:extLst>
                  <a:ext uri="{FF2B5EF4-FFF2-40B4-BE49-F238E27FC236}">
                    <a16:creationId xmlns:a16="http://schemas.microsoft.com/office/drawing/2014/main" id="{FDF2816D-BA38-4CB8-9D67-FAD7D15B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6" name="Line 2">
                <a:extLst>
                  <a:ext uri="{FF2B5EF4-FFF2-40B4-BE49-F238E27FC236}">
                    <a16:creationId xmlns:a16="http://schemas.microsoft.com/office/drawing/2014/main" id="{A35CE81E-B388-47A8-B2BB-78C16645D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7" name="Line 1">
                <a:extLst>
                  <a:ext uri="{FF2B5EF4-FFF2-40B4-BE49-F238E27FC236}">
                    <a16:creationId xmlns:a16="http://schemas.microsoft.com/office/drawing/2014/main" id="{04FE14FF-7B52-46AE-B02F-77F4A807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6F35254E-4686-4F89-B8D7-2B5E63AB13E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8D2AEDD8-8B49-421C-B5E7-DC1F69799C44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4B87FDBF-0836-4DE5-A8BA-63E79C1363C6}"/>
              </a:ext>
            </a:extLst>
          </p:cNvPr>
          <p:cNvGrpSpPr/>
          <p:nvPr/>
        </p:nvGrpSpPr>
        <p:grpSpPr>
          <a:xfrm>
            <a:off x="1881621" y="5934684"/>
            <a:ext cx="2414206" cy="338554"/>
            <a:chOff x="1237833" y="3417650"/>
            <a:chExt cx="1708480" cy="338554"/>
          </a:xfrm>
        </p:grpSpPr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74A52DF6-FDCA-4D62-A753-A33DCCE4AC4F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82" name="Border">
                <a:extLst>
                  <a:ext uri="{FF2B5EF4-FFF2-40B4-BE49-F238E27FC236}">
                    <a16:creationId xmlns:a16="http://schemas.microsoft.com/office/drawing/2014/main" id="{E42F5B41-C5B7-40FA-BBCF-E724D0039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3" name="Line 2">
                <a:extLst>
                  <a:ext uri="{FF2B5EF4-FFF2-40B4-BE49-F238E27FC236}">
                    <a16:creationId xmlns:a16="http://schemas.microsoft.com/office/drawing/2014/main" id="{01E7DC5B-A745-4A58-88E0-D0A28EC2C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4" name="Line 1">
                <a:extLst>
                  <a:ext uri="{FF2B5EF4-FFF2-40B4-BE49-F238E27FC236}">
                    <a16:creationId xmlns:a16="http://schemas.microsoft.com/office/drawing/2014/main" id="{C0218E6C-DB69-4F90-BBC6-0540B703D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3A03E338-5478-48BE-BFA6-6D26273539AD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AB6CEA91-11CE-4DAC-A53C-EC8B2D5BD697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E77C6729-1C60-4346-A858-9D970737F4C1}"/>
              </a:ext>
            </a:extLst>
          </p:cNvPr>
          <p:cNvGrpSpPr/>
          <p:nvPr/>
        </p:nvGrpSpPr>
        <p:grpSpPr>
          <a:xfrm>
            <a:off x="1872912" y="6268820"/>
            <a:ext cx="2414206" cy="338554"/>
            <a:chOff x="1237833" y="3417650"/>
            <a:chExt cx="1708480" cy="338554"/>
          </a:xfrm>
        </p:grpSpPr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60E425BD-C132-408E-9A32-E2619C6EAD7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89" name="Border">
                <a:extLst>
                  <a:ext uri="{FF2B5EF4-FFF2-40B4-BE49-F238E27FC236}">
                    <a16:creationId xmlns:a16="http://schemas.microsoft.com/office/drawing/2014/main" id="{3A13256A-01D5-4A02-BA0D-605A8A107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0" name="Line 2">
                <a:extLst>
                  <a:ext uri="{FF2B5EF4-FFF2-40B4-BE49-F238E27FC236}">
                    <a16:creationId xmlns:a16="http://schemas.microsoft.com/office/drawing/2014/main" id="{114EA5ED-2561-41D7-BB5A-CE2F5AA7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1" name="Line 1">
                <a:extLst>
                  <a:ext uri="{FF2B5EF4-FFF2-40B4-BE49-F238E27FC236}">
                    <a16:creationId xmlns:a16="http://schemas.microsoft.com/office/drawing/2014/main" id="{AFBDA4B4-7927-405E-A521-4E59149C8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05BD30D4-F0A2-480B-8C44-3A45594364D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88" name="직사각형 187">
              <a:extLst>
                <a:ext uri="{FF2B5EF4-FFF2-40B4-BE49-F238E27FC236}">
                  <a16:creationId xmlns:a16="http://schemas.microsoft.com/office/drawing/2014/main" id="{F20DBDF0-BCCF-4685-B200-2F44E84DED59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044419FA-1A6C-47CC-AAA9-F9D3BEA99D70}"/>
              </a:ext>
            </a:extLst>
          </p:cNvPr>
          <p:cNvGrpSpPr/>
          <p:nvPr/>
        </p:nvGrpSpPr>
        <p:grpSpPr>
          <a:xfrm>
            <a:off x="1877618" y="6605106"/>
            <a:ext cx="2414206" cy="338554"/>
            <a:chOff x="1237833" y="3417650"/>
            <a:chExt cx="1708480" cy="338554"/>
          </a:xfrm>
        </p:grpSpPr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5D12A669-7282-4D90-9916-C14B74C603AF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96" name="Border">
                <a:extLst>
                  <a:ext uri="{FF2B5EF4-FFF2-40B4-BE49-F238E27FC236}">
                    <a16:creationId xmlns:a16="http://schemas.microsoft.com/office/drawing/2014/main" id="{E3043802-7415-4AA6-87DA-603D5629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7" name="Line 2">
                <a:extLst>
                  <a:ext uri="{FF2B5EF4-FFF2-40B4-BE49-F238E27FC236}">
                    <a16:creationId xmlns:a16="http://schemas.microsoft.com/office/drawing/2014/main" id="{0DF86A55-049A-4220-804C-5F38A6081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Line 1">
                <a:extLst>
                  <a:ext uri="{FF2B5EF4-FFF2-40B4-BE49-F238E27FC236}">
                    <a16:creationId xmlns:a16="http://schemas.microsoft.com/office/drawing/2014/main" id="{8F796737-093E-4D48-8BCB-C98C7E84E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836E42E5-072F-4874-8562-AFAF89BF9E7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95" name="직사각형 194">
              <a:extLst>
                <a:ext uri="{FF2B5EF4-FFF2-40B4-BE49-F238E27FC236}">
                  <a16:creationId xmlns:a16="http://schemas.microsoft.com/office/drawing/2014/main" id="{96847B95-DA70-4DC5-A1B0-8F08E2106778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200" name="그룹 199">
            <a:extLst>
              <a:ext uri="{FF2B5EF4-FFF2-40B4-BE49-F238E27FC236}">
                <a16:creationId xmlns:a16="http://schemas.microsoft.com/office/drawing/2014/main" id="{C0D44E89-9170-407D-8B99-4C3BDCFC149B}"/>
              </a:ext>
            </a:extLst>
          </p:cNvPr>
          <p:cNvGrpSpPr/>
          <p:nvPr/>
        </p:nvGrpSpPr>
        <p:grpSpPr>
          <a:xfrm>
            <a:off x="1881621" y="6942297"/>
            <a:ext cx="2414206" cy="338554"/>
            <a:chOff x="1237833" y="3417650"/>
            <a:chExt cx="1708480" cy="338554"/>
          </a:xfrm>
        </p:grpSpPr>
        <p:grpSp>
          <p:nvGrpSpPr>
            <p:cNvPr id="201" name="그룹 200">
              <a:extLst>
                <a:ext uri="{FF2B5EF4-FFF2-40B4-BE49-F238E27FC236}">
                  <a16:creationId xmlns:a16="http://schemas.microsoft.com/office/drawing/2014/main" id="{556E8F7A-6DCE-4D07-9BD1-A92700DBB272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03" name="Border">
                <a:extLst>
                  <a:ext uri="{FF2B5EF4-FFF2-40B4-BE49-F238E27FC236}">
                    <a16:creationId xmlns:a16="http://schemas.microsoft.com/office/drawing/2014/main" id="{F859038A-A607-4855-9490-E2AA0FEED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4" name="Line 2">
                <a:extLst>
                  <a:ext uri="{FF2B5EF4-FFF2-40B4-BE49-F238E27FC236}">
                    <a16:creationId xmlns:a16="http://schemas.microsoft.com/office/drawing/2014/main" id="{41AB52C0-6AFE-4BD0-9B57-65D0C7113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5" name="Line 1">
                <a:extLst>
                  <a:ext uri="{FF2B5EF4-FFF2-40B4-BE49-F238E27FC236}">
                    <a16:creationId xmlns:a16="http://schemas.microsoft.com/office/drawing/2014/main" id="{FB0577F7-1B68-4D7B-8CC0-1AF81D21F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94176FA-6A1C-438B-8D00-5E49629F7D0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60B748B7-CF47-4387-9571-45A25ADE9514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207" name="그룹 206">
            <a:extLst>
              <a:ext uri="{FF2B5EF4-FFF2-40B4-BE49-F238E27FC236}">
                <a16:creationId xmlns:a16="http://schemas.microsoft.com/office/drawing/2014/main" id="{91EEF672-7127-4EFE-B72E-7D61E65DD37C}"/>
              </a:ext>
            </a:extLst>
          </p:cNvPr>
          <p:cNvGrpSpPr/>
          <p:nvPr/>
        </p:nvGrpSpPr>
        <p:grpSpPr>
          <a:xfrm>
            <a:off x="1872912" y="7276433"/>
            <a:ext cx="2414206" cy="338554"/>
            <a:chOff x="1237833" y="3417650"/>
            <a:chExt cx="1708480" cy="338554"/>
          </a:xfrm>
        </p:grpSpPr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C8EBC4CF-1210-4A34-8E4C-3C3EF88EDEBC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10" name="Border">
                <a:extLst>
                  <a:ext uri="{FF2B5EF4-FFF2-40B4-BE49-F238E27FC236}">
                    <a16:creationId xmlns:a16="http://schemas.microsoft.com/office/drawing/2014/main" id="{C99DCB39-5B1B-4BB7-8C26-D13CA2E6F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Line 2">
                <a:extLst>
                  <a:ext uri="{FF2B5EF4-FFF2-40B4-BE49-F238E27FC236}">
                    <a16:creationId xmlns:a16="http://schemas.microsoft.com/office/drawing/2014/main" id="{728797D4-9F71-4991-BA30-441777F4F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2" name="Line 1">
                <a:extLst>
                  <a:ext uri="{FF2B5EF4-FFF2-40B4-BE49-F238E27FC236}">
                    <a16:creationId xmlns:a16="http://schemas.microsoft.com/office/drawing/2014/main" id="{11683013-A432-401E-B1D0-A3A5DA440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261C030F-369E-4E8A-9357-B777A004D174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0F577179-C539-4533-9748-E9AD069A96BA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8EF7646B-6DCF-4CE6-88E8-0571D5092A5B}"/>
              </a:ext>
            </a:extLst>
          </p:cNvPr>
          <p:cNvGrpSpPr/>
          <p:nvPr/>
        </p:nvGrpSpPr>
        <p:grpSpPr>
          <a:xfrm>
            <a:off x="1877618" y="7612719"/>
            <a:ext cx="2414206" cy="338554"/>
            <a:chOff x="1237833" y="3417650"/>
            <a:chExt cx="1708480" cy="338554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1BB4E544-917A-4BAA-8B31-CAC1F810DB7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17" name="Border">
                <a:extLst>
                  <a:ext uri="{FF2B5EF4-FFF2-40B4-BE49-F238E27FC236}">
                    <a16:creationId xmlns:a16="http://schemas.microsoft.com/office/drawing/2014/main" id="{CC36BE09-15F9-4752-8232-CD2E0FE3D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Line 2">
                <a:extLst>
                  <a:ext uri="{FF2B5EF4-FFF2-40B4-BE49-F238E27FC236}">
                    <a16:creationId xmlns:a16="http://schemas.microsoft.com/office/drawing/2014/main" id="{498A066C-C815-4602-8CC6-EDD737E70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9" name="Line 1">
                <a:extLst>
                  <a:ext uri="{FF2B5EF4-FFF2-40B4-BE49-F238E27FC236}">
                    <a16:creationId xmlns:a16="http://schemas.microsoft.com/office/drawing/2014/main" id="{06075607-85D5-4F5C-9E16-C6C90FB3D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486FB2AA-DAFC-4405-B800-CDF1873F9D7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EA4A27-1C8E-4C03-9503-B914F3D8FA7E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055B012B-E930-48D4-A8E4-A514666122F6}"/>
              </a:ext>
            </a:extLst>
          </p:cNvPr>
          <p:cNvSpPr/>
          <p:nvPr/>
        </p:nvSpPr>
        <p:spPr>
          <a:xfrm>
            <a:off x="7354581" y="4031296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E3613F85-747C-4D03-913E-0C5C5F24768F}"/>
              </a:ext>
            </a:extLst>
          </p:cNvPr>
          <p:cNvSpPr/>
          <p:nvPr/>
        </p:nvSpPr>
        <p:spPr>
          <a:xfrm>
            <a:off x="7354581" y="436543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0E0BB32A-3416-4819-820B-026D78BDDA92}"/>
              </a:ext>
            </a:extLst>
          </p:cNvPr>
          <p:cNvSpPr/>
          <p:nvPr/>
        </p:nvSpPr>
        <p:spPr>
          <a:xfrm>
            <a:off x="7354581" y="470171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027DDCDA-17F7-464F-A683-3B48BF6D91A1}"/>
              </a:ext>
            </a:extLst>
          </p:cNvPr>
          <p:cNvSpPr/>
          <p:nvPr/>
        </p:nvSpPr>
        <p:spPr>
          <a:xfrm>
            <a:off x="7354581" y="503252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5F5AFF42-ED28-4B43-B043-4B6CAC123EF1}"/>
              </a:ext>
            </a:extLst>
          </p:cNvPr>
          <p:cNvSpPr/>
          <p:nvPr/>
        </p:nvSpPr>
        <p:spPr>
          <a:xfrm>
            <a:off x="7354581" y="536665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6EACBEC5-4868-4FDD-9276-2F776C468717}"/>
              </a:ext>
            </a:extLst>
          </p:cNvPr>
          <p:cNvSpPr/>
          <p:nvPr/>
        </p:nvSpPr>
        <p:spPr>
          <a:xfrm>
            <a:off x="7354581" y="5702944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58DB7619-20E9-4F44-BBE1-F730BF8F7C14}"/>
              </a:ext>
            </a:extLst>
          </p:cNvPr>
          <p:cNvSpPr/>
          <p:nvPr/>
        </p:nvSpPr>
        <p:spPr>
          <a:xfrm>
            <a:off x="7347384" y="6035341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549B4A20-5531-45E8-AFEF-BCCA5A8FD701}"/>
              </a:ext>
            </a:extLst>
          </p:cNvPr>
          <p:cNvSpPr/>
          <p:nvPr/>
        </p:nvSpPr>
        <p:spPr>
          <a:xfrm>
            <a:off x="7347384" y="636947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CE8EE4D1-E7DA-4FBD-8251-8A2FDBC14FDD}"/>
              </a:ext>
            </a:extLst>
          </p:cNvPr>
          <p:cNvSpPr/>
          <p:nvPr/>
        </p:nvSpPr>
        <p:spPr>
          <a:xfrm>
            <a:off x="7347384" y="670576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6B34219D-9A4B-4497-BEFE-FEED1338D59F}"/>
              </a:ext>
            </a:extLst>
          </p:cNvPr>
          <p:cNvSpPr/>
          <p:nvPr/>
        </p:nvSpPr>
        <p:spPr>
          <a:xfrm>
            <a:off x="7347384" y="703656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A6125200-B308-48D4-B1CB-0C27609618CE}"/>
              </a:ext>
            </a:extLst>
          </p:cNvPr>
          <p:cNvSpPr/>
          <p:nvPr/>
        </p:nvSpPr>
        <p:spPr>
          <a:xfrm>
            <a:off x="7347384" y="737070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795620E3-3B3C-4000-B179-3CB24BF98042}"/>
              </a:ext>
            </a:extLst>
          </p:cNvPr>
          <p:cNvSpPr/>
          <p:nvPr/>
        </p:nvSpPr>
        <p:spPr>
          <a:xfrm>
            <a:off x="7347384" y="7706989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54981EB1-6F04-4BB5-93A1-7711A0BC8CFE}"/>
              </a:ext>
            </a:extLst>
          </p:cNvPr>
          <p:cNvSpPr/>
          <p:nvPr/>
        </p:nvSpPr>
        <p:spPr>
          <a:xfrm>
            <a:off x="8037293" y="6369476"/>
            <a:ext cx="776389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판매요청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6FA7DC9A-8FFF-4EB6-AB2E-1E7E60482183}"/>
              </a:ext>
            </a:extLst>
          </p:cNvPr>
          <p:cNvSpPr/>
          <p:nvPr/>
        </p:nvSpPr>
        <p:spPr>
          <a:xfrm>
            <a:off x="8037293" y="5035884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3D1291CF-3FF0-4189-A643-FD226732413C}"/>
              </a:ext>
            </a:extLst>
          </p:cNvPr>
          <p:cNvSpPr/>
          <p:nvPr/>
        </p:nvSpPr>
        <p:spPr>
          <a:xfrm>
            <a:off x="8044136" y="5368809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41CE0C0E-AE36-4400-BB4F-08764B613048}"/>
              </a:ext>
            </a:extLst>
          </p:cNvPr>
          <p:cNvSpPr/>
          <p:nvPr/>
        </p:nvSpPr>
        <p:spPr>
          <a:xfrm>
            <a:off x="8044136" y="5702944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6823138C-076D-4E9B-B7BC-B5A93105D70B}"/>
              </a:ext>
            </a:extLst>
          </p:cNvPr>
          <p:cNvSpPr/>
          <p:nvPr/>
        </p:nvSpPr>
        <p:spPr>
          <a:xfrm>
            <a:off x="8044194" y="6028777"/>
            <a:ext cx="776389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판매요청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8" name="직사각형 237">
            <a:extLst>
              <a:ext uri="{FF2B5EF4-FFF2-40B4-BE49-F238E27FC236}">
                <a16:creationId xmlns:a16="http://schemas.microsoft.com/office/drawing/2014/main" id="{2B0F00BF-8EEF-4050-A74B-1B144DC32D45}"/>
              </a:ext>
            </a:extLst>
          </p:cNvPr>
          <p:cNvSpPr/>
          <p:nvPr/>
        </p:nvSpPr>
        <p:spPr>
          <a:xfrm>
            <a:off x="8044134" y="4029858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8B581494-16D4-4ACE-BD82-5055BEF1D8FC}"/>
              </a:ext>
            </a:extLst>
          </p:cNvPr>
          <p:cNvSpPr/>
          <p:nvPr/>
        </p:nvSpPr>
        <p:spPr>
          <a:xfrm>
            <a:off x="8037293" y="4360701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28238F5D-2FA4-49A6-9D58-7B5A7052FC86}"/>
              </a:ext>
            </a:extLst>
          </p:cNvPr>
          <p:cNvSpPr/>
          <p:nvPr/>
        </p:nvSpPr>
        <p:spPr>
          <a:xfrm>
            <a:off x="8042000" y="7031214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8DF6CA87-7FA1-4C46-AEAA-1F31B93929F5}"/>
              </a:ext>
            </a:extLst>
          </p:cNvPr>
          <p:cNvSpPr/>
          <p:nvPr/>
        </p:nvSpPr>
        <p:spPr>
          <a:xfrm>
            <a:off x="8037294" y="7361116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9E457179-EF1F-4251-AC8B-472E1DE1E9F7}"/>
              </a:ext>
            </a:extLst>
          </p:cNvPr>
          <p:cNvSpPr/>
          <p:nvPr/>
        </p:nvSpPr>
        <p:spPr>
          <a:xfrm>
            <a:off x="8037293" y="7697404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1D88E13A-EB3A-422A-9D78-A83624BE1423}"/>
              </a:ext>
            </a:extLst>
          </p:cNvPr>
          <p:cNvSpPr/>
          <p:nvPr/>
        </p:nvSpPr>
        <p:spPr>
          <a:xfrm>
            <a:off x="8046579" y="4707881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99C81AF-B1B4-486F-86FE-52DCC1BCFE26}"/>
              </a:ext>
            </a:extLst>
          </p:cNvPr>
          <p:cNvSpPr/>
          <p:nvPr/>
        </p:nvSpPr>
        <p:spPr>
          <a:xfrm>
            <a:off x="8037293" y="6713672"/>
            <a:ext cx="776389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판매요청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pic>
        <p:nvPicPr>
          <p:cNvPr id="246" name="Picture 2">
            <a:extLst>
              <a:ext uri="{FF2B5EF4-FFF2-40B4-BE49-F238E27FC236}">
                <a16:creationId xmlns:a16="http://schemas.microsoft.com/office/drawing/2014/main" id="{0C0D5AE0-6F57-41D5-8E54-495A920B90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25503" y="8279313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D5090BE8-7CBA-435B-8D9C-7E36DE9130AC}"/>
              </a:ext>
            </a:extLst>
          </p:cNvPr>
          <p:cNvSpPr/>
          <p:nvPr/>
        </p:nvSpPr>
        <p:spPr>
          <a:xfrm>
            <a:off x="1575003" y="2140879"/>
            <a:ext cx="6073162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6D48A4A8-C49E-4BFC-BA5E-16D35106DE3D}"/>
              </a:ext>
            </a:extLst>
          </p:cNvPr>
          <p:cNvSpPr/>
          <p:nvPr/>
        </p:nvSpPr>
        <p:spPr>
          <a:xfrm>
            <a:off x="8829792" y="2129756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1470D61C-AD95-4FA0-B1AA-30AB9C515B1F}"/>
              </a:ext>
            </a:extLst>
          </p:cNvPr>
          <p:cNvSpPr/>
          <p:nvPr/>
        </p:nvSpPr>
        <p:spPr>
          <a:xfrm>
            <a:off x="1575002" y="2360307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C9DBEA79-53A1-45D0-A661-7B06FEAADD01}"/>
              </a:ext>
            </a:extLst>
          </p:cNvPr>
          <p:cNvSpPr/>
          <p:nvPr/>
        </p:nvSpPr>
        <p:spPr>
          <a:xfrm>
            <a:off x="2404309" y="2360307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251" name="표 63">
            <a:extLst>
              <a:ext uri="{FF2B5EF4-FFF2-40B4-BE49-F238E27FC236}">
                <a16:creationId xmlns:a16="http://schemas.microsoft.com/office/drawing/2014/main" id="{6410365B-DBA0-4437-9D41-D46C726CEFDD}"/>
              </a:ext>
            </a:extLst>
          </p:cNvPr>
          <p:cNvGraphicFramePr>
            <a:graphicFrameLocks noGrp="1"/>
          </p:cNvGraphicFramePr>
          <p:nvPr/>
        </p:nvGraphicFramePr>
        <p:xfrm>
          <a:off x="696123" y="2117927"/>
          <a:ext cx="8880744" cy="1143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1955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3620920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  <a:gridCol w="1120801">
                  <a:extLst>
                    <a:ext uri="{9D8B030D-6E8A-4147-A177-3AD203B41FA5}">
                      <a16:colId xmlns:a16="http://schemas.microsoft.com/office/drawing/2014/main" val="246205619"/>
                    </a:ext>
                  </a:extLst>
                </a:gridCol>
                <a:gridCol w="3327068">
                  <a:extLst>
                    <a:ext uri="{9D8B030D-6E8A-4147-A177-3AD203B41FA5}">
                      <a16:colId xmlns:a16="http://schemas.microsoft.com/office/drawing/2014/main" val="85287171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상품분류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9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판매요청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□ 판매요청     □ </a:t>
                      </a:r>
                      <a:r>
                        <a:rPr lang="ko-KR" altLang="en-US" sz="800" dirty="0" err="1"/>
                        <a:t>판매요청중</a:t>
                      </a:r>
                      <a:r>
                        <a:rPr lang="ko-KR" altLang="en-US" sz="800" dirty="0"/>
                        <a:t>      □ 판매허용     □  요청거부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00596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판매자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판매가격 범위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                          </a:t>
                      </a:r>
                      <a:r>
                        <a:rPr lang="ko-KR" altLang="en-US" sz="800" dirty="0"/>
                        <a:t>원  </a:t>
                      </a:r>
                      <a:r>
                        <a:rPr lang="en-US" altLang="ko-KR" sz="800" dirty="0"/>
                        <a:t>~                              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891665"/>
                  </a:ext>
                </a:extLst>
              </a:tr>
              <a:tr h="0">
                <a:tc gridSpan="4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69AA156-A502-4875-8CDC-D80BA6794893}"/>
              </a:ext>
            </a:extLst>
          </p:cNvPr>
          <p:cNvSpPr/>
          <p:nvPr/>
        </p:nvSpPr>
        <p:spPr>
          <a:xfrm>
            <a:off x="8829792" y="3049355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6DF4221A-5500-4EE3-857A-8FCC34D677A3}"/>
              </a:ext>
            </a:extLst>
          </p:cNvPr>
          <p:cNvSpPr/>
          <p:nvPr/>
        </p:nvSpPr>
        <p:spPr>
          <a:xfrm>
            <a:off x="3233616" y="2354371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세분류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9F0D1423-6245-47D1-A4F6-ABE6BF95B0E1}"/>
              </a:ext>
            </a:extLst>
          </p:cNvPr>
          <p:cNvSpPr/>
          <p:nvPr/>
        </p:nvSpPr>
        <p:spPr>
          <a:xfrm>
            <a:off x="1575612" y="2835601"/>
            <a:ext cx="2900460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72576AD6-E574-4658-A0D0-131071B0425B}"/>
              </a:ext>
            </a:extLst>
          </p:cNvPr>
          <p:cNvSpPr/>
          <p:nvPr/>
        </p:nvSpPr>
        <p:spPr>
          <a:xfrm>
            <a:off x="6293190" y="2835601"/>
            <a:ext cx="98113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10000</a:t>
            </a:r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F57678EE-4B91-4300-A5AC-CC9DB9AD8418}"/>
              </a:ext>
            </a:extLst>
          </p:cNvPr>
          <p:cNvSpPr/>
          <p:nvPr/>
        </p:nvSpPr>
        <p:spPr>
          <a:xfrm>
            <a:off x="7648164" y="2835601"/>
            <a:ext cx="98113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50000</a:t>
            </a:r>
          </a:p>
        </p:txBody>
      </p:sp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98F8CB34-4255-4BA7-8BFC-850032A79EFE}"/>
              </a:ext>
            </a:extLst>
          </p:cNvPr>
          <p:cNvSpPr/>
          <p:nvPr/>
        </p:nvSpPr>
        <p:spPr>
          <a:xfrm>
            <a:off x="9006821" y="4029858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005B5711-66D5-4058-9AF6-6C1A6822B5D7}"/>
              </a:ext>
            </a:extLst>
          </p:cNvPr>
          <p:cNvSpPr/>
          <p:nvPr/>
        </p:nvSpPr>
        <p:spPr>
          <a:xfrm>
            <a:off x="9009784" y="4355246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34E9EA95-0AEC-489C-8597-4358F0F27275}"/>
              </a:ext>
            </a:extLst>
          </p:cNvPr>
          <p:cNvSpPr/>
          <p:nvPr/>
        </p:nvSpPr>
        <p:spPr>
          <a:xfrm>
            <a:off x="9006821" y="4707880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271" name="직사각형 270">
            <a:extLst>
              <a:ext uri="{FF2B5EF4-FFF2-40B4-BE49-F238E27FC236}">
                <a16:creationId xmlns:a16="http://schemas.microsoft.com/office/drawing/2014/main" id="{D84AECB2-4067-4DE7-A160-826C31F0F6E9}"/>
              </a:ext>
            </a:extLst>
          </p:cNvPr>
          <p:cNvSpPr/>
          <p:nvPr/>
        </p:nvSpPr>
        <p:spPr>
          <a:xfrm>
            <a:off x="9006821" y="5032521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919C6474-4566-458B-B0F3-457963D6C1D4}"/>
              </a:ext>
            </a:extLst>
          </p:cNvPr>
          <p:cNvSpPr/>
          <p:nvPr/>
        </p:nvSpPr>
        <p:spPr>
          <a:xfrm>
            <a:off x="9006821" y="5362768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3" name="직사각형 272">
            <a:extLst>
              <a:ext uri="{FF2B5EF4-FFF2-40B4-BE49-F238E27FC236}">
                <a16:creationId xmlns:a16="http://schemas.microsoft.com/office/drawing/2014/main" id="{2DF81AAD-BCEF-4525-BCC8-A0F9792915E4}"/>
              </a:ext>
            </a:extLst>
          </p:cNvPr>
          <p:cNvSpPr/>
          <p:nvPr/>
        </p:nvSpPr>
        <p:spPr>
          <a:xfrm>
            <a:off x="8999568" y="5689643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A983EF1A-F6C5-4D0E-B71F-57FEE1626BF3}"/>
              </a:ext>
            </a:extLst>
          </p:cNvPr>
          <p:cNvSpPr/>
          <p:nvPr/>
        </p:nvSpPr>
        <p:spPr>
          <a:xfrm>
            <a:off x="9006821" y="6032840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7C48A4D7-B7A2-4A6D-AD7C-4A2554E2DC54}"/>
              </a:ext>
            </a:extLst>
          </p:cNvPr>
          <p:cNvSpPr/>
          <p:nvPr/>
        </p:nvSpPr>
        <p:spPr>
          <a:xfrm>
            <a:off x="9008715" y="6372665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6" name="직사각형 275">
            <a:extLst>
              <a:ext uri="{FF2B5EF4-FFF2-40B4-BE49-F238E27FC236}">
                <a16:creationId xmlns:a16="http://schemas.microsoft.com/office/drawing/2014/main" id="{D569B6EB-A703-4313-9E72-A083D3336C50}"/>
              </a:ext>
            </a:extLst>
          </p:cNvPr>
          <p:cNvSpPr/>
          <p:nvPr/>
        </p:nvSpPr>
        <p:spPr>
          <a:xfrm>
            <a:off x="8993079" y="6713777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9A6B811C-A315-4358-B6F2-4CE3840D4353}"/>
              </a:ext>
            </a:extLst>
          </p:cNvPr>
          <p:cNvSpPr/>
          <p:nvPr/>
        </p:nvSpPr>
        <p:spPr>
          <a:xfrm>
            <a:off x="8993079" y="7029304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4A023760-9A1C-4A54-96F0-F2E9094FD406}"/>
              </a:ext>
            </a:extLst>
          </p:cNvPr>
          <p:cNvSpPr/>
          <p:nvPr/>
        </p:nvSpPr>
        <p:spPr>
          <a:xfrm>
            <a:off x="8993079" y="7369495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9" name="직사각형 278">
            <a:extLst>
              <a:ext uri="{FF2B5EF4-FFF2-40B4-BE49-F238E27FC236}">
                <a16:creationId xmlns:a16="http://schemas.microsoft.com/office/drawing/2014/main" id="{7B0AF39F-9088-4E55-AADE-06BB21B010E1}"/>
              </a:ext>
            </a:extLst>
          </p:cNvPr>
          <p:cNvSpPr/>
          <p:nvPr/>
        </p:nvSpPr>
        <p:spPr>
          <a:xfrm>
            <a:off x="8993079" y="7693079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EA310CDB-934C-40BA-B14C-33EBF76296C2}"/>
              </a:ext>
            </a:extLst>
          </p:cNvPr>
          <p:cNvSpPr/>
          <p:nvPr/>
        </p:nvSpPr>
        <p:spPr>
          <a:xfrm>
            <a:off x="3143814" y="1865888"/>
            <a:ext cx="3935785" cy="6693234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58" name="그룹 257">
            <a:extLst>
              <a:ext uri="{FF2B5EF4-FFF2-40B4-BE49-F238E27FC236}">
                <a16:creationId xmlns:a16="http://schemas.microsoft.com/office/drawing/2014/main" id="{10FFA6FC-7314-45D4-8157-EA3C4E23CB68}"/>
              </a:ext>
            </a:extLst>
          </p:cNvPr>
          <p:cNvGrpSpPr/>
          <p:nvPr/>
        </p:nvGrpSpPr>
        <p:grpSpPr>
          <a:xfrm>
            <a:off x="3360540" y="3484134"/>
            <a:ext cx="517956" cy="248122"/>
            <a:chOff x="2681976" y="1955121"/>
            <a:chExt cx="1929510" cy="596970"/>
          </a:xfrm>
        </p:grpSpPr>
        <p:sp>
          <p:nvSpPr>
            <p:cNvPr id="259" name="Border">
              <a:extLst>
                <a:ext uri="{FF2B5EF4-FFF2-40B4-BE49-F238E27FC236}">
                  <a16:creationId xmlns:a16="http://schemas.microsoft.com/office/drawing/2014/main" id="{21BDBDEC-8B47-41EB-A3A1-DEBA79DE0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Line 2">
              <a:extLst>
                <a:ext uri="{FF2B5EF4-FFF2-40B4-BE49-F238E27FC236}">
                  <a16:creationId xmlns:a16="http://schemas.microsoft.com/office/drawing/2014/main" id="{D20EF75A-511C-4559-A63B-01AC745BB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1" name="Line 1">
              <a:extLst>
                <a:ext uri="{FF2B5EF4-FFF2-40B4-BE49-F238E27FC236}">
                  <a16:creationId xmlns:a16="http://schemas.microsoft.com/office/drawing/2014/main" id="{BE798E96-910E-4706-B8B4-E5CB0C8E5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AA36E62-86F9-4FBA-93CA-58E0D7895563}"/>
                </a:ext>
              </a:extLst>
            </p:cNvPr>
            <p:cNvSpPr txBox="1"/>
            <p:nvPr/>
          </p:nvSpPr>
          <p:spPr>
            <a:xfrm>
              <a:off x="2681976" y="2012505"/>
              <a:ext cx="1929510" cy="51834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>
                      <a:lumMod val="75000"/>
                    </a:schemeClr>
                  </a:solidFill>
                </a:rPr>
                <a:t>IMG</a:t>
              </a:r>
              <a:endParaRPr lang="ko-KR" alt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</p:grpSp>
      <p:sp>
        <p:nvSpPr>
          <p:cNvPr id="263" name="직사각형 262">
            <a:extLst>
              <a:ext uri="{FF2B5EF4-FFF2-40B4-BE49-F238E27FC236}">
                <a16:creationId xmlns:a16="http://schemas.microsoft.com/office/drawing/2014/main" id="{310F5950-E08C-4FFB-B317-C77C0B1D394D}"/>
              </a:ext>
            </a:extLst>
          </p:cNvPr>
          <p:cNvSpPr/>
          <p:nvPr/>
        </p:nvSpPr>
        <p:spPr>
          <a:xfrm>
            <a:off x="3878495" y="3396768"/>
            <a:ext cx="3093515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44F54CD9-75A1-4F76-9AEE-846D3A7D1386}"/>
              </a:ext>
            </a:extLst>
          </p:cNvPr>
          <p:cNvSpPr txBox="1"/>
          <p:nvPr/>
        </p:nvSpPr>
        <p:spPr>
          <a:xfrm>
            <a:off x="3264383" y="1964921"/>
            <a:ext cx="134363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판매 요청 신청하기</a:t>
            </a:r>
            <a:endParaRPr lang="ko-KR" altLang="en-US" sz="900" dirty="0"/>
          </a:p>
        </p:txBody>
      </p:sp>
      <p:graphicFrame>
        <p:nvGraphicFramePr>
          <p:cNvPr id="265" name="표 17">
            <a:extLst>
              <a:ext uri="{FF2B5EF4-FFF2-40B4-BE49-F238E27FC236}">
                <a16:creationId xmlns:a16="http://schemas.microsoft.com/office/drawing/2014/main" id="{96D9946B-81E3-40F4-80AE-1C98BD2897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6668832"/>
              </p:ext>
            </p:extLst>
          </p:nvPr>
        </p:nvGraphicFramePr>
        <p:xfrm>
          <a:off x="3403982" y="4179766"/>
          <a:ext cx="3472494" cy="10668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가격제약조건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1,500 </a:t>
                      </a:r>
                      <a:r>
                        <a:rPr lang="ko-KR" altLang="en-US" sz="800" dirty="0"/>
                        <a:t>원 </a:t>
                      </a:r>
                      <a:r>
                        <a:rPr lang="en-US" altLang="ko-KR" sz="800" dirty="0"/>
                        <a:t>~ 5,000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이익분배조건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 개당 </a:t>
                      </a:r>
                      <a:r>
                        <a:rPr lang="en-US" altLang="ko-KR" sz="800" dirty="0"/>
                        <a:t>500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3067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20,000 </a:t>
                      </a:r>
                      <a:r>
                        <a:rPr lang="ko-KR" altLang="en-US" sz="800" dirty="0"/>
                        <a:t>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5250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구매제한수량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</a:t>
                      </a:r>
                      <a:r>
                        <a:rPr lang="ko-KR" altLang="en-US" sz="800" dirty="0"/>
                        <a:t>회 </a:t>
                      </a:r>
                      <a:r>
                        <a:rPr lang="ko-KR" altLang="en-US" sz="800" dirty="0" err="1"/>
                        <a:t>구매시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100</a:t>
                      </a:r>
                      <a:r>
                        <a:rPr lang="ko-KR" altLang="en-US" sz="800" dirty="0"/>
                        <a:t>개 까지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36159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상품 판매 기간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무기한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570304"/>
                  </a:ext>
                </a:extLst>
              </a:tr>
            </a:tbl>
          </a:graphicData>
        </a:graphic>
      </p:graphicFrame>
      <p:sp>
        <p:nvSpPr>
          <p:cNvPr id="266" name="TextBox 265">
            <a:extLst>
              <a:ext uri="{FF2B5EF4-FFF2-40B4-BE49-F238E27FC236}">
                <a16:creationId xmlns:a16="http://schemas.microsoft.com/office/drawing/2014/main" id="{C16A577B-1B20-4570-9E21-FDCE747668BF}"/>
              </a:ext>
            </a:extLst>
          </p:cNvPr>
          <p:cNvSpPr txBox="1"/>
          <p:nvPr/>
        </p:nvSpPr>
        <p:spPr>
          <a:xfrm>
            <a:off x="3297164" y="3957761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제약 조건</a:t>
            </a:r>
            <a:endParaRPr lang="ko-KR" altLang="en-US" sz="900" dirty="0"/>
          </a:p>
        </p:txBody>
      </p:sp>
      <p:graphicFrame>
        <p:nvGraphicFramePr>
          <p:cNvPr id="267" name="표 17">
            <a:extLst>
              <a:ext uri="{FF2B5EF4-FFF2-40B4-BE49-F238E27FC236}">
                <a16:creationId xmlns:a16="http://schemas.microsoft.com/office/drawing/2014/main" id="{5C88C157-90BD-4061-8F2C-3747796C0D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9579305"/>
              </p:ext>
            </p:extLst>
          </p:nvPr>
        </p:nvGraphicFramePr>
        <p:xfrm>
          <a:off x="3403982" y="5610404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 제시 금액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                            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268" name="TextBox 267">
            <a:extLst>
              <a:ext uri="{FF2B5EF4-FFF2-40B4-BE49-F238E27FC236}">
                <a16:creationId xmlns:a16="http://schemas.microsoft.com/office/drawing/2014/main" id="{D1DD7D20-3843-4B5A-927C-E8B154C0E882}"/>
              </a:ext>
            </a:extLst>
          </p:cNvPr>
          <p:cNvSpPr txBox="1"/>
          <p:nvPr/>
        </p:nvSpPr>
        <p:spPr>
          <a:xfrm>
            <a:off x="3297164" y="5388399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 제시 금액</a:t>
            </a:r>
            <a:endParaRPr lang="ko-KR" altLang="en-US" sz="900" dirty="0"/>
          </a:p>
        </p:txBody>
      </p: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A6317EB2-C2E6-4188-AC3E-9234A8CE4619}"/>
              </a:ext>
            </a:extLst>
          </p:cNvPr>
          <p:cNvSpPr/>
          <p:nvPr/>
        </p:nvSpPr>
        <p:spPr>
          <a:xfrm>
            <a:off x="3878495" y="8082465"/>
            <a:ext cx="1358901" cy="21336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판매요청하기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281" name="Image">
            <a:extLst>
              <a:ext uri="{FF2B5EF4-FFF2-40B4-BE49-F238E27FC236}">
                <a16:creationId xmlns:a16="http://schemas.microsoft.com/office/drawing/2014/main" id="{AEE781E1-11F4-4495-84B9-8EB9AD91171F}"/>
              </a:ext>
            </a:extLst>
          </p:cNvPr>
          <p:cNvGrpSpPr>
            <a:grpSpLocks/>
          </p:cNvGrpSpPr>
          <p:nvPr/>
        </p:nvGrpSpPr>
        <p:grpSpPr bwMode="auto">
          <a:xfrm>
            <a:off x="6767294" y="1985956"/>
            <a:ext cx="204716" cy="209797"/>
            <a:chOff x="508000" y="1397000"/>
            <a:chExt cx="1008112" cy="1008112"/>
          </a:xfrm>
        </p:grpSpPr>
        <p:sp>
          <p:nvSpPr>
            <p:cNvPr id="282" name="Border">
              <a:extLst>
                <a:ext uri="{FF2B5EF4-FFF2-40B4-BE49-F238E27FC236}">
                  <a16:creationId xmlns:a16="http://schemas.microsoft.com/office/drawing/2014/main" id="{E2E19CF2-7B3D-4926-B431-222376CD2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3" name="Line 2">
              <a:extLst>
                <a:ext uri="{FF2B5EF4-FFF2-40B4-BE49-F238E27FC236}">
                  <a16:creationId xmlns:a16="http://schemas.microsoft.com/office/drawing/2014/main" id="{23368D31-0514-433A-80F7-8A197D19D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4" name="Line 1">
              <a:extLst>
                <a:ext uri="{FF2B5EF4-FFF2-40B4-BE49-F238E27FC236}">
                  <a16:creationId xmlns:a16="http://schemas.microsoft.com/office/drawing/2014/main" id="{2845F6DD-BD3E-4EA8-BB96-7E66AF623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FF4D44E5-EA08-408E-8733-01FE82EA5CC7}"/>
              </a:ext>
            </a:extLst>
          </p:cNvPr>
          <p:cNvSpPr/>
          <p:nvPr/>
        </p:nvSpPr>
        <p:spPr>
          <a:xfrm>
            <a:off x="5344205" y="8082465"/>
            <a:ext cx="891615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4A276D71-495F-491E-9F78-BB1CDE166EB1}"/>
              </a:ext>
            </a:extLst>
          </p:cNvPr>
          <p:cNvSpPr/>
          <p:nvPr/>
        </p:nvSpPr>
        <p:spPr>
          <a:xfrm>
            <a:off x="4530298" y="5629198"/>
            <a:ext cx="1027352" cy="17691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graphicFrame>
        <p:nvGraphicFramePr>
          <p:cNvPr id="287" name="표 17">
            <a:extLst>
              <a:ext uri="{FF2B5EF4-FFF2-40B4-BE49-F238E27FC236}">
                <a16:creationId xmlns:a16="http://schemas.microsoft.com/office/drawing/2014/main" id="{A764C903-51EE-4FD2-9C1F-E72CE2C675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7852645"/>
              </p:ext>
            </p:extLst>
          </p:nvPr>
        </p:nvGraphicFramePr>
        <p:xfrm>
          <a:off x="3403982" y="3034765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상품 코드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a20098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288" name="TextBox 287">
            <a:extLst>
              <a:ext uri="{FF2B5EF4-FFF2-40B4-BE49-F238E27FC236}">
                <a16:creationId xmlns:a16="http://schemas.microsoft.com/office/drawing/2014/main" id="{C995C20E-9971-49A6-A8B1-F1E4F00DCBA2}"/>
              </a:ext>
            </a:extLst>
          </p:cNvPr>
          <p:cNvSpPr txBox="1"/>
          <p:nvPr/>
        </p:nvSpPr>
        <p:spPr>
          <a:xfrm>
            <a:off x="3297164" y="2819584"/>
            <a:ext cx="84189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코드</a:t>
            </a:r>
            <a:endParaRPr lang="ko-KR" altLang="en-US" sz="900" dirty="0"/>
          </a:p>
        </p:txBody>
      </p:sp>
      <p:graphicFrame>
        <p:nvGraphicFramePr>
          <p:cNvPr id="289" name="표 17">
            <a:extLst>
              <a:ext uri="{FF2B5EF4-FFF2-40B4-BE49-F238E27FC236}">
                <a16:creationId xmlns:a16="http://schemas.microsoft.com/office/drawing/2014/main" id="{F8D49F7E-E10F-453F-8109-58606E444B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9297175"/>
              </p:ext>
            </p:extLst>
          </p:nvPr>
        </p:nvGraphicFramePr>
        <p:xfrm>
          <a:off x="3403982" y="6205074"/>
          <a:ext cx="3472494" cy="1596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472494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</a:tblGrid>
              <a:tr h="1596600">
                <a:tc>
                  <a:txBody>
                    <a:bodyPr/>
                    <a:lstStyle/>
                    <a:p>
                      <a:pPr latinLnBrk="1"/>
                      <a:endParaRPr lang="en-US" altLang="ko-KR" sz="8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  <a:p>
                      <a:pPr latinLnBrk="1"/>
                      <a:r>
                        <a:rPr lang="ko-KR" altLang="en-US" sz="8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신청사유를 입력해 주세요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290" name="TextBox 289">
            <a:extLst>
              <a:ext uri="{FF2B5EF4-FFF2-40B4-BE49-F238E27FC236}">
                <a16:creationId xmlns:a16="http://schemas.microsoft.com/office/drawing/2014/main" id="{62D8FDB1-EEB1-44A4-BC9D-7FB2CDDDF3AB}"/>
              </a:ext>
            </a:extLst>
          </p:cNvPr>
          <p:cNvSpPr txBox="1"/>
          <p:nvPr/>
        </p:nvSpPr>
        <p:spPr>
          <a:xfrm>
            <a:off x="3297164" y="5983069"/>
            <a:ext cx="80182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신청사유</a:t>
            </a:r>
            <a:endParaRPr lang="ko-KR" altLang="en-US" sz="900" dirty="0"/>
          </a:p>
        </p:txBody>
      </p:sp>
      <p:graphicFrame>
        <p:nvGraphicFramePr>
          <p:cNvPr id="291" name="표 17">
            <a:extLst>
              <a:ext uri="{FF2B5EF4-FFF2-40B4-BE49-F238E27FC236}">
                <a16:creationId xmlns:a16="http://schemas.microsoft.com/office/drawing/2014/main" id="{0BC913BE-3DEE-4B6A-9C34-19695CFFB0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1921120"/>
              </p:ext>
            </p:extLst>
          </p:nvPr>
        </p:nvGraphicFramePr>
        <p:xfrm>
          <a:off x="3403982" y="2489969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판매요청상태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accent1">
                              <a:lumMod val="75000"/>
                            </a:schemeClr>
                          </a:solidFill>
                        </a:rPr>
                        <a:t>판매요청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292" name="TextBox 291">
            <a:extLst>
              <a:ext uri="{FF2B5EF4-FFF2-40B4-BE49-F238E27FC236}">
                <a16:creationId xmlns:a16="http://schemas.microsoft.com/office/drawing/2014/main" id="{C8C016DC-053A-473F-8D6F-3B36ED3A36C6}"/>
              </a:ext>
            </a:extLst>
          </p:cNvPr>
          <p:cNvSpPr txBox="1"/>
          <p:nvPr/>
        </p:nvSpPr>
        <p:spPr>
          <a:xfrm>
            <a:off x="3297164" y="2274788"/>
            <a:ext cx="103265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판매요청상태</a:t>
            </a:r>
            <a:endParaRPr lang="ko-KR" altLang="en-US" sz="900" dirty="0"/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95157943-4832-48F4-BC32-E335973B4F1C}"/>
              </a:ext>
            </a:extLst>
          </p:cNvPr>
          <p:cNvSpPr/>
          <p:nvPr/>
        </p:nvSpPr>
        <p:spPr>
          <a:xfrm>
            <a:off x="-1181074" y="1865888"/>
            <a:ext cx="3935785" cy="6693234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3992DF4E-1C66-4FB4-A848-9AF883746347}"/>
              </a:ext>
            </a:extLst>
          </p:cNvPr>
          <p:cNvGrpSpPr/>
          <p:nvPr/>
        </p:nvGrpSpPr>
        <p:grpSpPr>
          <a:xfrm>
            <a:off x="-964348" y="3484134"/>
            <a:ext cx="517956" cy="248122"/>
            <a:chOff x="2681976" y="1955121"/>
            <a:chExt cx="1929510" cy="596970"/>
          </a:xfrm>
        </p:grpSpPr>
        <p:sp>
          <p:nvSpPr>
            <p:cNvPr id="295" name="Border">
              <a:extLst>
                <a:ext uri="{FF2B5EF4-FFF2-40B4-BE49-F238E27FC236}">
                  <a16:creationId xmlns:a16="http://schemas.microsoft.com/office/drawing/2014/main" id="{7163A441-810F-41FC-A630-C7545649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6" name="Line 2">
              <a:extLst>
                <a:ext uri="{FF2B5EF4-FFF2-40B4-BE49-F238E27FC236}">
                  <a16:creationId xmlns:a16="http://schemas.microsoft.com/office/drawing/2014/main" id="{19A67F0A-579C-4C2E-A4D9-B0D28425C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7" name="Line 1">
              <a:extLst>
                <a:ext uri="{FF2B5EF4-FFF2-40B4-BE49-F238E27FC236}">
                  <a16:creationId xmlns:a16="http://schemas.microsoft.com/office/drawing/2014/main" id="{20F56F9E-2B6E-4F72-800F-4AB1D8BC0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93C09C3E-D0A3-451A-9319-BA86B627D507}"/>
                </a:ext>
              </a:extLst>
            </p:cNvPr>
            <p:cNvSpPr txBox="1"/>
            <p:nvPr/>
          </p:nvSpPr>
          <p:spPr>
            <a:xfrm>
              <a:off x="2681976" y="2012505"/>
              <a:ext cx="1929510" cy="51834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>
                      <a:lumMod val="75000"/>
                    </a:schemeClr>
                  </a:solidFill>
                </a:rPr>
                <a:t>IMG</a:t>
              </a:r>
              <a:endParaRPr lang="ko-KR" alt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</p:grp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F59E0414-3148-42AB-A51C-4AD9CC3E4E1C}"/>
              </a:ext>
            </a:extLst>
          </p:cNvPr>
          <p:cNvSpPr/>
          <p:nvPr/>
        </p:nvSpPr>
        <p:spPr>
          <a:xfrm>
            <a:off x="-446393" y="3396768"/>
            <a:ext cx="3093515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DC390C4E-91B3-41D6-804C-C1ED653179D6}"/>
              </a:ext>
            </a:extLst>
          </p:cNvPr>
          <p:cNvSpPr txBox="1"/>
          <p:nvPr/>
        </p:nvSpPr>
        <p:spPr>
          <a:xfrm>
            <a:off x="-1060505" y="1964921"/>
            <a:ext cx="134363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판매 요청 신청하기</a:t>
            </a:r>
            <a:endParaRPr lang="ko-KR" altLang="en-US" sz="900" dirty="0"/>
          </a:p>
        </p:txBody>
      </p:sp>
      <p:graphicFrame>
        <p:nvGraphicFramePr>
          <p:cNvPr id="301" name="표 17">
            <a:extLst>
              <a:ext uri="{FF2B5EF4-FFF2-40B4-BE49-F238E27FC236}">
                <a16:creationId xmlns:a16="http://schemas.microsoft.com/office/drawing/2014/main" id="{35C5E2E0-6A64-4957-A342-9A62399A22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4309418"/>
              </p:ext>
            </p:extLst>
          </p:nvPr>
        </p:nvGraphicFramePr>
        <p:xfrm>
          <a:off x="-920906" y="4179766"/>
          <a:ext cx="3472494" cy="10668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가격제약조건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1,500 </a:t>
                      </a:r>
                      <a:r>
                        <a:rPr lang="ko-KR" altLang="en-US" sz="800" dirty="0"/>
                        <a:t>원 </a:t>
                      </a:r>
                      <a:r>
                        <a:rPr lang="en-US" altLang="ko-KR" sz="800" dirty="0"/>
                        <a:t>~ 5,000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이익분배조건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 개당 </a:t>
                      </a:r>
                      <a:r>
                        <a:rPr lang="en-US" altLang="ko-KR" sz="800" dirty="0"/>
                        <a:t>500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3067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20,000 </a:t>
                      </a:r>
                      <a:r>
                        <a:rPr lang="ko-KR" altLang="en-US" sz="800" dirty="0"/>
                        <a:t>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5250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구매제한수량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</a:t>
                      </a:r>
                      <a:r>
                        <a:rPr lang="ko-KR" altLang="en-US" sz="800" dirty="0"/>
                        <a:t>회 </a:t>
                      </a:r>
                      <a:r>
                        <a:rPr lang="ko-KR" altLang="en-US" sz="800" dirty="0" err="1"/>
                        <a:t>구매시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100</a:t>
                      </a:r>
                      <a:r>
                        <a:rPr lang="ko-KR" altLang="en-US" sz="800" dirty="0"/>
                        <a:t>개 까지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36159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상품 판매 기간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무기한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570304"/>
                  </a:ext>
                </a:extLst>
              </a:tr>
            </a:tbl>
          </a:graphicData>
        </a:graphic>
      </p:graphicFrame>
      <p:sp>
        <p:nvSpPr>
          <p:cNvPr id="302" name="TextBox 301">
            <a:extLst>
              <a:ext uri="{FF2B5EF4-FFF2-40B4-BE49-F238E27FC236}">
                <a16:creationId xmlns:a16="http://schemas.microsoft.com/office/drawing/2014/main" id="{7AD9E322-E003-4937-9EED-EC7118E21CA2}"/>
              </a:ext>
            </a:extLst>
          </p:cNvPr>
          <p:cNvSpPr txBox="1"/>
          <p:nvPr/>
        </p:nvSpPr>
        <p:spPr>
          <a:xfrm>
            <a:off x="-1027724" y="3957761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제약 조건</a:t>
            </a:r>
            <a:endParaRPr lang="ko-KR" altLang="en-US" sz="900" dirty="0"/>
          </a:p>
        </p:txBody>
      </p:sp>
      <p:graphicFrame>
        <p:nvGraphicFramePr>
          <p:cNvPr id="303" name="표 17">
            <a:extLst>
              <a:ext uri="{FF2B5EF4-FFF2-40B4-BE49-F238E27FC236}">
                <a16:creationId xmlns:a16="http://schemas.microsoft.com/office/drawing/2014/main" id="{09223558-4570-49D1-9112-67E390A940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1400217"/>
              </p:ext>
            </p:extLst>
          </p:nvPr>
        </p:nvGraphicFramePr>
        <p:xfrm>
          <a:off x="-920906" y="5610404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 제시 금액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                            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304" name="TextBox 303">
            <a:extLst>
              <a:ext uri="{FF2B5EF4-FFF2-40B4-BE49-F238E27FC236}">
                <a16:creationId xmlns:a16="http://schemas.microsoft.com/office/drawing/2014/main" id="{5031595A-737D-4CAD-B53C-B2367A11559B}"/>
              </a:ext>
            </a:extLst>
          </p:cNvPr>
          <p:cNvSpPr txBox="1"/>
          <p:nvPr/>
        </p:nvSpPr>
        <p:spPr>
          <a:xfrm>
            <a:off x="-1027724" y="5388399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 제시 금액</a:t>
            </a:r>
            <a:endParaRPr lang="ko-KR" altLang="en-US" sz="900" dirty="0"/>
          </a:p>
        </p:txBody>
      </p: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1A1A28F-10B6-42F6-AA9F-F62E945C9D2C}"/>
              </a:ext>
            </a:extLst>
          </p:cNvPr>
          <p:cNvSpPr/>
          <p:nvPr/>
        </p:nvSpPr>
        <p:spPr>
          <a:xfrm>
            <a:off x="-446393" y="8082465"/>
            <a:ext cx="1358901" cy="213360"/>
          </a:xfrm>
          <a:prstGeom prst="rect">
            <a:avLst/>
          </a:prstGeom>
          <a:solidFill>
            <a:srgbClr val="FF000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재요청하기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306" name="Image">
            <a:extLst>
              <a:ext uri="{FF2B5EF4-FFF2-40B4-BE49-F238E27FC236}">
                <a16:creationId xmlns:a16="http://schemas.microsoft.com/office/drawing/2014/main" id="{A7341900-00DA-4C75-9CB0-2E3CF0BB5963}"/>
              </a:ext>
            </a:extLst>
          </p:cNvPr>
          <p:cNvGrpSpPr>
            <a:grpSpLocks/>
          </p:cNvGrpSpPr>
          <p:nvPr/>
        </p:nvGrpSpPr>
        <p:grpSpPr bwMode="auto">
          <a:xfrm>
            <a:off x="2442406" y="1985956"/>
            <a:ext cx="204716" cy="209797"/>
            <a:chOff x="508000" y="1397000"/>
            <a:chExt cx="1008112" cy="1008112"/>
          </a:xfrm>
        </p:grpSpPr>
        <p:sp>
          <p:nvSpPr>
            <p:cNvPr id="307" name="Border">
              <a:extLst>
                <a:ext uri="{FF2B5EF4-FFF2-40B4-BE49-F238E27FC236}">
                  <a16:creationId xmlns:a16="http://schemas.microsoft.com/office/drawing/2014/main" id="{DE4FEAD1-D24A-42AD-8489-5A5A074C2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8" name="Line 2">
              <a:extLst>
                <a:ext uri="{FF2B5EF4-FFF2-40B4-BE49-F238E27FC236}">
                  <a16:creationId xmlns:a16="http://schemas.microsoft.com/office/drawing/2014/main" id="{CD29523A-158A-43CF-97C7-E99662CA2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Line 1">
              <a:extLst>
                <a:ext uri="{FF2B5EF4-FFF2-40B4-BE49-F238E27FC236}">
                  <a16:creationId xmlns:a16="http://schemas.microsoft.com/office/drawing/2014/main" id="{1A3ABD66-82AB-4DB3-8CAF-C58C92326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10" name="직사각형 309">
            <a:extLst>
              <a:ext uri="{FF2B5EF4-FFF2-40B4-BE49-F238E27FC236}">
                <a16:creationId xmlns:a16="http://schemas.microsoft.com/office/drawing/2014/main" id="{E75A26EA-FC8F-4432-8F09-9B5A37E1DFF7}"/>
              </a:ext>
            </a:extLst>
          </p:cNvPr>
          <p:cNvSpPr/>
          <p:nvPr/>
        </p:nvSpPr>
        <p:spPr>
          <a:xfrm>
            <a:off x="1019317" y="8082465"/>
            <a:ext cx="891615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A89DAF0B-582C-4CE2-B314-E4B962E3BA93}"/>
              </a:ext>
            </a:extLst>
          </p:cNvPr>
          <p:cNvSpPr/>
          <p:nvPr/>
        </p:nvSpPr>
        <p:spPr>
          <a:xfrm>
            <a:off x="205410" y="5629198"/>
            <a:ext cx="1027352" cy="17691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3,500</a:t>
            </a:r>
          </a:p>
        </p:txBody>
      </p:sp>
      <p:graphicFrame>
        <p:nvGraphicFramePr>
          <p:cNvPr id="312" name="표 17">
            <a:extLst>
              <a:ext uri="{FF2B5EF4-FFF2-40B4-BE49-F238E27FC236}">
                <a16:creationId xmlns:a16="http://schemas.microsoft.com/office/drawing/2014/main" id="{726C6396-1B5C-43D7-BB1F-B7B7845A37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7779271"/>
              </p:ext>
            </p:extLst>
          </p:nvPr>
        </p:nvGraphicFramePr>
        <p:xfrm>
          <a:off x="-920906" y="3034765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상품 코드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a20098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313" name="TextBox 312">
            <a:extLst>
              <a:ext uri="{FF2B5EF4-FFF2-40B4-BE49-F238E27FC236}">
                <a16:creationId xmlns:a16="http://schemas.microsoft.com/office/drawing/2014/main" id="{882BCFF7-01E5-4A84-8833-32CC9216D504}"/>
              </a:ext>
            </a:extLst>
          </p:cNvPr>
          <p:cNvSpPr txBox="1"/>
          <p:nvPr/>
        </p:nvSpPr>
        <p:spPr>
          <a:xfrm>
            <a:off x="-1027724" y="2819584"/>
            <a:ext cx="84189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코드</a:t>
            </a:r>
            <a:endParaRPr lang="ko-KR" altLang="en-US" sz="900" dirty="0"/>
          </a:p>
        </p:txBody>
      </p:sp>
      <p:graphicFrame>
        <p:nvGraphicFramePr>
          <p:cNvPr id="314" name="표 17">
            <a:extLst>
              <a:ext uri="{FF2B5EF4-FFF2-40B4-BE49-F238E27FC236}">
                <a16:creationId xmlns:a16="http://schemas.microsoft.com/office/drawing/2014/main" id="{914F8C94-BF51-4FFE-A2DE-A7A6C6C2FA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8918307"/>
              </p:ext>
            </p:extLst>
          </p:nvPr>
        </p:nvGraphicFramePr>
        <p:xfrm>
          <a:off x="-920906" y="6205074"/>
          <a:ext cx="3472494" cy="1596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472494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</a:tblGrid>
              <a:tr h="1596600">
                <a:tc>
                  <a:txBody>
                    <a:bodyPr/>
                    <a:lstStyle/>
                    <a:p>
                      <a:pPr latinLnBrk="1"/>
                      <a:endParaRPr lang="en-US" altLang="ko-KR" sz="8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 할 수 있게 해 주세요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315" name="TextBox 314">
            <a:extLst>
              <a:ext uri="{FF2B5EF4-FFF2-40B4-BE49-F238E27FC236}">
                <a16:creationId xmlns:a16="http://schemas.microsoft.com/office/drawing/2014/main" id="{41AF39F0-A7E7-4B1F-B02D-75ABA2E578F4}"/>
              </a:ext>
            </a:extLst>
          </p:cNvPr>
          <p:cNvSpPr txBox="1"/>
          <p:nvPr/>
        </p:nvSpPr>
        <p:spPr>
          <a:xfrm>
            <a:off x="-1027724" y="5983069"/>
            <a:ext cx="80182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신청사유</a:t>
            </a:r>
            <a:endParaRPr lang="ko-KR" altLang="en-US" sz="900" dirty="0"/>
          </a:p>
        </p:txBody>
      </p:sp>
      <p:graphicFrame>
        <p:nvGraphicFramePr>
          <p:cNvPr id="316" name="표 17">
            <a:extLst>
              <a:ext uri="{FF2B5EF4-FFF2-40B4-BE49-F238E27FC236}">
                <a16:creationId xmlns:a16="http://schemas.microsoft.com/office/drawing/2014/main" id="{8B0DE778-0E05-409E-9226-DB12B4D3FD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3671739"/>
              </p:ext>
            </p:extLst>
          </p:nvPr>
        </p:nvGraphicFramePr>
        <p:xfrm>
          <a:off x="-920906" y="2489969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판매요청상태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rgbClr val="FF0000"/>
                          </a:solidFill>
                        </a:rPr>
                        <a:t>요청거부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317" name="TextBox 316">
            <a:extLst>
              <a:ext uri="{FF2B5EF4-FFF2-40B4-BE49-F238E27FC236}">
                <a16:creationId xmlns:a16="http://schemas.microsoft.com/office/drawing/2014/main" id="{E195947B-E462-4540-B496-BCFD89468903}"/>
              </a:ext>
            </a:extLst>
          </p:cNvPr>
          <p:cNvSpPr txBox="1"/>
          <p:nvPr/>
        </p:nvSpPr>
        <p:spPr>
          <a:xfrm>
            <a:off x="-1027724" y="2274788"/>
            <a:ext cx="103265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판매요청상태</a:t>
            </a:r>
            <a:endParaRPr lang="ko-KR" altLang="en-US" sz="900" dirty="0"/>
          </a:p>
        </p:txBody>
      </p:sp>
      <p:sp>
        <p:nvSpPr>
          <p:cNvPr id="318" name="타원 317">
            <a:extLst>
              <a:ext uri="{FF2B5EF4-FFF2-40B4-BE49-F238E27FC236}">
                <a16:creationId xmlns:a16="http://schemas.microsoft.com/office/drawing/2014/main" id="{EC1BB037-5E01-4DE4-ACCE-042AC8DCE87C}"/>
              </a:ext>
            </a:extLst>
          </p:cNvPr>
          <p:cNvSpPr/>
          <p:nvPr/>
        </p:nvSpPr>
        <p:spPr>
          <a:xfrm>
            <a:off x="-54324" y="2352032"/>
            <a:ext cx="966832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9" name="타원 318">
            <a:extLst>
              <a:ext uri="{FF2B5EF4-FFF2-40B4-BE49-F238E27FC236}">
                <a16:creationId xmlns:a16="http://schemas.microsoft.com/office/drawing/2014/main" id="{5F380165-CC5D-457D-9A69-A20FDCDDC674}"/>
              </a:ext>
            </a:extLst>
          </p:cNvPr>
          <p:cNvSpPr/>
          <p:nvPr/>
        </p:nvSpPr>
        <p:spPr>
          <a:xfrm>
            <a:off x="4270564" y="2352032"/>
            <a:ext cx="966832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20" name="직선 화살표 연결선 319">
            <a:extLst>
              <a:ext uri="{FF2B5EF4-FFF2-40B4-BE49-F238E27FC236}">
                <a16:creationId xmlns:a16="http://schemas.microsoft.com/office/drawing/2014/main" id="{A34724E3-E296-4195-9738-6CD3376C80FC}"/>
              </a:ext>
            </a:extLst>
          </p:cNvPr>
          <p:cNvCxnSpPr>
            <a:cxnSpLocks/>
            <a:stCxn id="319" idx="4"/>
          </p:cNvCxnSpPr>
          <p:nvPr/>
        </p:nvCxnSpPr>
        <p:spPr>
          <a:xfrm flipH="1">
            <a:off x="4557945" y="2795656"/>
            <a:ext cx="196035" cy="5286809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" name="직선 화살표 연결선 320">
            <a:extLst>
              <a:ext uri="{FF2B5EF4-FFF2-40B4-BE49-F238E27FC236}">
                <a16:creationId xmlns:a16="http://schemas.microsoft.com/office/drawing/2014/main" id="{8FEC13EA-E025-4E06-8129-AB1B8472490A}"/>
              </a:ext>
            </a:extLst>
          </p:cNvPr>
          <p:cNvCxnSpPr>
            <a:cxnSpLocks/>
            <a:stCxn id="318" idx="4"/>
            <a:endCxn id="305" idx="0"/>
          </p:cNvCxnSpPr>
          <p:nvPr/>
        </p:nvCxnSpPr>
        <p:spPr>
          <a:xfrm flipH="1">
            <a:off x="233058" y="2795656"/>
            <a:ext cx="196034" cy="5286809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2" name="TextBox 321">
            <a:extLst>
              <a:ext uri="{FF2B5EF4-FFF2-40B4-BE49-F238E27FC236}">
                <a16:creationId xmlns:a16="http://schemas.microsoft.com/office/drawing/2014/main" id="{1C708A9D-D93C-4FFE-8C79-F2BDFD4100A1}"/>
              </a:ext>
            </a:extLst>
          </p:cNvPr>
          <p:cNvSpPr txBox="1"/>
          <p:nvPr/>
        </p:nvSpPr>
        <p:spPr>
          <a:xfrm>
            <a:off x="4830753" y="2117304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323" name="TextBox 322">
            <a:extLst>
              <a:ext uri="{FF2B5EF4-FFF2-40B4-BE49-F238E27FC236}">
                <a16:creationId xmlns:a16="http://schemas.microsoft.com/office/drawing/2014/main" id="{0BBE9038-BAB9-4A80-A63D-12B8A813B385}"/>
              </a:ext>
            </a:extLst>
          </p:cNvPr>
          <p:cNvSpPr txBox="1"/>
          <p:nvPr/>
        </p:nvSpPr>
        <p:spPr>
          <a:xfrm>
            <a:off x="563904" y="2135444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324" name="타원 323">
            <a:extLst>
              <a:ext uri="{FF2B5EF4-FFF2-40B4-BE49-F238E27FC236}">
                <a16:creationId xmlns:a16="http://schemas.microsoft.com/office/drawing/2014/main" id="{9F372367-0A0A-439F-8D97-4B82F0BBDEC5}"/>
              </a:ext>
            </a:extLst>
          </p:cNvPr>
          <p:cNvSpPr/>
          <p:nvPr/>
        </p:nvSpPr>
        <p:spPr>
          <a:xfrm>
            <a:off x="7937392" y="5884268"/>
            <a:ext cx="966832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6D8DB323-12DF-4F7A-94FF-AB1BA864AFD1}"/>
              </a:ext>
            </a:extLst>
          </p:cNvPr>
          <p:cNvSpPr txBox="1"/>
          <p:nvPr/>
        </p:nvSpPr>
        <p:spPr>
          <a:xfrm>
            <a:off x="8549874" y="5768852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cxnSp>
        <p:nvCxnSpPr>
          <p:cNvPr id="326" name="직선 화살표 연결선 325">
            <a:extLst>
              <a:ext uri="{FF2B5EF4-FFF2-40B4-BE49-F238E27FC236}">
                <a16:creationId xmlns:a16="http://schemas.microsoft.com/office/drawing/2014/main" id="{2E27A8C4-5FCD-43FC-9B31-9E51382EB9D2}"/>
              </a:ext>
            </a:extLst>
          </p:cNvPr>
          <p:cNvCxnSpPr>
            <a:cxnSpLocks/>
            <a:stCxn id="324" idx="2"/>
          </p:cNvCxnSpPr>
          <p:nvPr/>
        </p:nvCxnSpPr>
        <p:spPr>
          <a:xfrm flipH="1">
            <a:off x="6585922" y="6106080"/>
            <a:ext cx="1351470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7541456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>
            <a:extLst>
              <a:ext uri="{FF2B5EF4-FFF2-40B4-BE49-F238E27FC236}">
                <a16:creationId xmlns:a16="http://schemas.microsoft.com/office/drawing/2014/main" id="{A44524A0-9BA7-47F0-8D56-28E021DC21E7}"/>
              </a:ext>
            </a:extLst>
          </p:cNvPr>
          <p:cNvSpPr/>
          <p:nvPr/>
        </p:nvSpPr>
        <p:spPr>
          <a:xfrm>
            <a:off x="535263" y="1282726"/>
            <a:ext cx="9226755" cy="7677030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8240B95-BB7E-4ADB-BBC8-2A43B6D40E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9986403"/>
              </p:ext>
            </p:extLst>
          </p:nvPr>
        </p:nvGraphicFramePr>
        <p:xfrm>
          <a:off x="696125" y="1690046"/>
          <a:ext cx="8880744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0248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2960248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2046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자사상품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부분공유상품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113" name="TextBox 112">
            <a:extLst>
              <a:ext uri="{FF2B5EF4-FFF2-40B4-BE49-F238E27FC236}">
                <a16:creationId xmlns:a16="http://schemas.microsoft.com/office/drawing/2014/main" id="{E6B1E3CD-FD8C-4A7C-ABC4-F991C66D99E6}"/>
              </a:ext>
            </a:extLst>
          </p:cNvPr>
          <p:cNvSpPr txBox="1"/>
          <p:nvPr/>
        </p:nvSpPr>
        <p:spPr>
          <a:xfrm>
            <a:off x="444130" y="1234422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graphicFrame>
        <p:nvGraphicFramePr>
          <p:cNvPr id="134" name="표 133">
            <a:extLst>
              <a:ext uri="{FF2B5EF4-FFF2-40B4-BE49-F238E27FC236}">
                <a16:creationId xmlns:a16="http://schemas.microsoft.com/office/drawing/2014/main" id="{5633DD0E-67D7-4672-9FE2-F4E0BEC86887}"/>
              </a:ext>
            </a:extLst>
          </p:cNvPr>
          <p:cNvGraphicFramePr>
            <a:graphicFrameLocks noGrp="1"/>
          </p:cNvGraphicFramePr>
          <p:nvPr/>
        </p:nvGraphicFramePr>
        <p:xfrm>
          <a:off x="696122" y="3720379"/>
          <a:ext cx="8880745" cy="423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4409">
                  <a:extLst>
                    <a:ext uri="{9D8B030D-6E8A-4147-A177-3AD203B41FA5}">
                      <a16:colId xmlns:a16="http://schemas.microsoft.com/office/drawing/2014/main" val="401447903"/>
                    </a:ext>
                  </a:extLst>
                </a:gridCol>
                <a:gridCol w="6619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7681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120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078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1465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8238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82639">
                  <a:extLst>
                    <a:ext uri="{9D8B030D-6E8A-4147-A177-3AD203B41FA5}">
                      <a16:colId xmlns:a16="http://schemas.microsoft.com/office/drawing/2014/main" val="2179269706"/>
                    </a:ext>
                  </a:extLst>
                </a:gridCol>
                <a:gridCol w="658055">
                  <a:extLst>
                    <a:ext uri="{9D8B030D-6E8A-4147-A177-3AD203B41FA5}">
                      <a16:colId xmlns:a16="http://schemas.microsoft.com/office/drawing/2014/main" val="311321688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판매가격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상세보기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판매요청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상품추가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a20320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3430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792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B20321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545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3428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C20320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000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774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F20212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055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Z20321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57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3424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A20200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Test123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수량제한없음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~ 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086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A20333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Abc111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10,000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936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3422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E20312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nttes0922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500,000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( 1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100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개 제한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40,000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094304"/>
                  </a:ext>
                </a:extLst>
              </a:tr>
            </a:tbl>
          </a:graphicData>
        </a:graphic>
      </p:graphicFrame>
      <p:sp>
        <p:nvSpPr>
          <p:cNvPr id="135" name="TextBox 134">
            <a:extLst>
              <a:ext uri="{FF2B5EF4-FFF2-40B4-BE49-F238E27FC236}">
                <a16:creationId xmlns:a16="http://schemas.microsoft.com/office/drawing/2014/main" id="{50865FC0-C42B-4C86-98F1-D460FAE6568A}"/>
              </a:ext>
            </a:extLst>
          </p:cNvPr>
          <p:cNvSpPr txBox="1"/>
          <p:nvPr/>
        </p:nvSpPr>
        <p:spPr>
          <a:xfrm>
            <a:off x="636413" y="3462757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F311BEFC-8921-4916-9A74-E871B4327F12}"/>
              </a:ext>
            </a:extLst>
          </p:cNvPr>
          <p:cNvGrpSpPr/>
          <p:nvPr/>
        </p:nvGrpSpPr>
        <p:grpSpPr>
          <a:xfrm>
            <a:off x="1877618" y="3924777"/>
            <a:ext cx="2414206" cy="338554"/>
            <a:chOff x="1237833" y="3417650"/>
            <a:chExt cx="1708480" cy="338554"/>
          </a:xfrm>
        </p:grpSpPr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56747037-A615-49F6-8CFE-4A96E0FE17E9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40" name="Border">
                <a:extLst>
                  <a:ext uri="{FF2B5EF4-FFF2-40B4-BE49-F238E27FC236}">
                    <a16:creationId xmlns:a16="http://schemas.microsoft.com/office/drawing/2014/main" id="{24AA435E-1E2E-4FB5-88F9-CAB7B361E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1" name="Line 2">
                <a:extLst>
                  <a:ext uri="{FF2B5EF4-FFF2-40B4-BE49-F238E27FC236}">
                    <a16:creationId xmlns:a16="http://schemas.microsoft.com/office/drawing/2014/main" id="{901BDDE1-4317-4399-B816-D6307790D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2" name="Line 1">
                <a:extLst>
                  <a:ext uri="{FF2B5EF4-FFF2-40B4-BE49-F238E27FC236}">
                    <a16:creationId xmlns:a16="http://schemas.microsoft.com/office/drawing/2014/main" id="{2180F973-B2A8-4E5A-AE08-533BD4613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7940BF44-CD7F-499D-ACC9-4DA2F3F203D5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3F6E7446-F909-45B1-8BEA-DABE368C9A10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174DA87C-84D8-4D57-A474-328F3714FBC9}"/>
              </a:ext>
            </a:extLst>
          </p:cNvPr>
          <p:cNvGrpSpPr/>
          <p:nvPr/>
        </p:nvGrpSpPr>
        <p:grpSpPr>
          <a:xfrm>
            <a:off x="1868909" y="4258913"/>
            <a:ext cx="2414206" cy="338554"/>
            <a:chOff x="1237833" y="3417650"/>
            <a:chExt cx="1708480" cy="338554"/>
          </a:xfrm>
        </p:grpSpPr>
        <p:grpSp>
          <p:nvGrpSpPr>
            <p:cNvPr id="145" name="그룹 144">
              <a:extLst>
                <a:ext uri="{FF2B5EF4-FFF2-40B4-BE49-F238E27FC236}">
                  <a16:creationId xmlns:a16="http://schemas.microsoft.com/office/drawing/2014/main" id="{7B55DCB4-0E5F-418B-8197-7033AB148DD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47" name="Border">
                <a:extLst>
                  <a:ext uri="{FF2B5EF4-FFF2-40B4-BE49-F238E27FC236}">
                    <a16:creationId xmlns:a16="http://schemas.microsoft.com/office/drawing/2014/main" id="{FC0F8259-7C4F-44DA-8723-9C3A004C8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8" name="Line 2">
                <a:extLst>
                  <a:ext uri="{FF2B5EF4-FFF2-40B4-BE49-F238E27FC236}">
                    <a16:creationId xmlns:a16="http://schemas.microsoft.com/office/drawing/2014/main" id="{04D0CD60-2F47-429E-86A5-07909D17C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9" name="Line 1">
                <a:extLst>
                  <a:ext uri="{FF2B5EF4-FFF2-40B4-BE49-F238E27FC236}">
                    <a16:creationId xmlns:a16="http://schemas.microsoft.com/office/drawing/2014/main" id="{A9600984-1EBA-4D28-B9BC-07AFC73DB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1EE5855F-51E6-4BC8-A05C-EF8F7F760D06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E965A16A-F74D-4986-A7AB-5FE2496B7B45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C939AD66-B200-4353-BAF1-24404065DF6C}"/>
              </a:ext>
            </a:extLst>
          </p:cNvPr>
          <p:cNvGrpSpPr/>
          <p:nvPr/>
        </p:nvGrpSpPr>
        <p:grpSpPr>
          <a:xfrm>
            <a:off x="1873615" y="4595199"/>
            <a:ext cx="2414206" cy="338554"/>
            <a:chOff x="1237833" y="3417650"/>
            <a:chExt cx="1708480" cy="338554"/>
          </a:xfrm>
        </p:grpSpPr>
        <p:grpSp>
          <p:nvGrpSpPr>
            <p:cNvPr id="152" name="그룹 151">
              <a:extLst>
                <a:ext uri="{FF2B5EF4-FFF2-40B4-BE49-F238E27FC236}">
                  <a16:creationId xmlns:a16="http://schemas.microsoft.com/office/drawing/2014/main" id="{C8C36DF0-6A0D-4562-B335-8DA74F6BC1BE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54" name="Border">
                <a:extLst>
                  <a:ext uri="{FF2B5EF4-FFF2-40B4-BE49-F238E27FC236}">
                    <a16:creationId xmlns:a16="http://schemas.microsoft.com/office/drawing/2014/main" id="{286B96C5-9C33-4E3E-B9A3-A346F46B2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5" name="Line 2">
                <a:extLst>
                  <a:ext uri="{FF2B5EF4-FFF2-40B4-BE49-F238E27FC236}">
                    <a16:creationId xmlns:a16="http://schemas.microsoft.com/office/drawing/2014/main" id="{E730F742-978B-4E74-A9E5-278D22C2D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6" name="Line 1">
                <a:extLst>
                  <a:ext uri="{FF2B5EF4-FFF2-40B4-BE49-F238E27FC236}">
                    <a16:creationId xmlns:a16="http://schemas.microsoft.com/office/drawing/2014/main" id="{B08F393B-60FB-421B-B17B-4867B75D3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57" name="TextBox 156">
                <a:extLst>
                  <a:ext uri="{FF2B5EF4-FFF2-40B4-BE49-F238E27FC236}">
                    <a16:creationId xmlns:a16="http://schemas.microsoft.com/office/drawing/2014/main" id="{31B39BE1-72D3-4F6B-9642-0D047DD06ABB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40BFEF4B-C139-4AB3-80DB-30B539436CDC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158" name="그룹 157">
            <a:extLst>
              <a:ext uri="{FF2B5EF4-FFF2-40B4-BE49-F238E27FC236}">
                <a16:creationId xmlns:a16="http://schemas.microsoft.com/office/drawing/2014/main" id="{65413925-C680-4FB9-847F-CC7B0F02EE32}"/>
              </a:ext>
            </a:extLst>
          </p:cNvPr>
          <p:cNvGrpSpPr/>
          <p:nvPr/>
        </p:nvGrpSpPr>
        <p:grpSpPr>
          <a:xfrm>
            <a:off x="1868909" y="4929335"/>
            <a:ext cx="2414206" cy="338554"/>
            <a:chOff x="1237833" y="3417650"/>
            <a:chExt cx="1708480" cy="338554"/>
          </a:xfrm>
        </p:grpSpPr>
        <p:grpSp>
          <p:nvGrpSpPr>
            <p:cNvPr id="159" name="그룹 158">
              <a:extLst>
                <a:ext uri="{FF2B5EF4-FFF2-40B4-BE49-F238E27FC236}">
                  <a16:creationId xmlns:a16="http://schemas.microsoft.com/office/drawing/2014/main" id="{81E19323-94A9-4B93-A4D0-5426DC149FA9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61" name="Border">
                <a:extLst>
                  <a:ext uri="{FF2B5EF4-FFF2-40B4-BE49-F238E27FC236}">
                    <a16:creationId xmlns:a16="http://schemas.microsoft.com/office/drawing/2014/main" id="{3B56E81F-12E9-4191-AE65-C6C5BD90E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2" name="Line 2">
                <a:extLst>
                  <a:ext uri="{FF2B5EF4-FFF2-40B4-BE49-F238E27FC236}">
                    <a16:creationId xmlns:a16="http://schemas.microsoft.com/office/drawing/2014/main" id="{E6385D84-612D-4332-8F4F-9114281FD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3" name="Line 1">
                <a:extLst>
                  <a:ext uri="{FF2B5EF4-FFF2-40B4-BE49-F238E27FC236}">
                    <a16:creationId xmlns:a16="http://schemas.microsoft.com/office/drawing/2014/main" id="{DB35D0A8-6585-4C95-B9E2-A7693DD9E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D63B926B-88ED-4641-B30A-D6EDF9C653C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60" name="직사각형 159">
              <a:extLst>
                <a:ext uri="{FF2B5EF4-FFF2-40B4-BE49-F238E27FC236}">
                  <a16:creationId xmlns:a16="http://schemas.microsoft.com/office/drawing/2014/main" id="{C0DF6F83-4430-41A3-A905-E57DA25B0A8A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55B60A01-DE07-4CF0-95B0-C0E541B32D53}"/>
              </a:ext>
            </a:extLst>
          </p:cNvPr>
          <p:cNvGrpSpPr/>
          <p:nvPr/>
        </p:nvGrpSpPr>
        <p:grpSpPr>
          <a:xfrm>
            <a:off x="1860200" y="5263471"/>
            <a:ext cx="2414206" cy="338554"/>
            <a:chOff x="1237833" y="3417650"/>
            <a:chExt cx="1708480" cy="338554"/>
          </a:xfrm>
        </p:grpSpPr>
        <p:grpSp>
          <p:nvGrpSpPr>
            <p:cNvPr id="166" name="그룹 165">
              <a:extLst>
                <a:ext uri="{FF2B5EF4-FFF2-40B4-BE49-F238E27FC236}">
                  <a16:creationId xmlns:a16="http://schemas.microsoft.com/office/drawing/2014/main" id="{EFF69210-AA3F-4F13-BE1C-9861A0EADBE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68" name="Border">
                <a:extLst>
                  <a:ext uri="{FF2B5EF4-FFF2-40B4-BE49-F238E27FC236}">
                    <a16:creationId xmlns:a16="http://schemas.microsoft.com/office/drawing/2014/main" id="{B0D3547D-5837-4C66-ABBE-AB6BA2046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69" name="Line 2">
                <a:extLst>
                  <a:ext uri="{FF2B5EF4-FFF2-40B4-BE49-F238E27FC236}">
                    <a16:creationId xmlns:a16="http://schemas.microsoft.com/office/drawing/2014/main" id="{0F2C4A0A-ABBC-41B4-AAD8-09C7A31E6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0" name="Line 1">
                <a:extLst>
                  <a:ext uri="{FF2B5EF4-FFF2-40B4-BE49-F238E27FC236}">
                    <a16:creationId xmlns:a16="http://schemas.microsoft.com/office/drawing/2014/main" id="{29715BDB-9A5C-4149-9EC2-4B859FE56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20A4AA42-B5EA-4F89-A9C8-5068BB59063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8B0C9421-4D26-491E-986F-BABAB676A980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037A6048-FB71-4B09-A8B1-8F3CD2EE327A}"/>
              </a:ext>
            </a:extLst>
          </p:cNvPr>
          <p:cNvGrpSpPr/>
          <p:nvPr/>
        </p:nvGrpSpPr>
        <p:grpSpPr>
          <a:xfrm>
            <a:off x="1864906" y="5599757"/>
            <a:ext cx="2414206" cy="338554"/>
            <a:chOff x="1237833" y="3417650"/>
            <a:chExt cx="1708480" cy="338554"/>
          </a:xfrm>
        </p:grpSpPr>
        <p:grpSp>
          <p:nvGrpSpPr>
            <p:cNvPr id="173" name="그룹 172">
              <a:extLst>
                <a:ext uri="{FF2B5EF4-FFF2-40B4-BE49-F238E27FC236}">
                  <a16:creationId xmlns:a16="http://schemas.microsoft.com/office/drawing/2014/main" id="{64C7A248-38D0-4F68-B392-B2092495895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75" name="Border">
                <a:extLst>
                  <a:ext uri="{FF2B5EF4-FFF2-40B4-BE49-F238E27FC236}">
                    <a16:creationId xmlns:a16="http://schemas.microsoft.com/office/drawing/2014/main" id="{FDF2816D-BA38-4CB8-9D67-FAD7D15B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6" name="Line 2">
                <a:extLst>
                  <a:ext uri="{FF2B5EF4-FFF2-40B4-BE49-F238E27FC236}">
                    <a16:creationId xmlns:a16="http://schemas.microsoft.com/office/drawing/2014/main" id="{A35CE81E-B388-47A8-B2BB-78C16645D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7" name="Line 1">
                <a:extLst>
                  <a:ext uri="{FF2B5EF4-FFF2-40B4-BE49-F238E27FC236}">
                    <a16:creationId xmlns:a16="http://schemas.microsoft.com/office/drawing/2014/main" id="{04FE14FF-7B52-46AE-B02F-77F4A807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6F35254E-4686-4F89-B8D7-2B5E63AB13E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8D2AEDD8-8B49-421C-B5E7-DC1F69799C44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4B87FDBF-0836-4DE5-A8BA-63E79C1363C6}"/>
              </a:ext>
            </a:extLst>
          </p:cNvPr>
          <p:cNvGrpSpPr/>
          <p:nvPr/>
        </p:nvGrpSpPr>
        <p:grpSpPr>
          <a:xfrm>
            <a:off x="1881621" y="5934684"/>
            <a:ext cx="2414206" cy="338554"/>
            <a:chOff x="1237833" y="3417650"/>
            <a:chExt cx="1708480" cy="338554"/>
          </a:xfrm>
        </p:grpSpPr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74A52DF6-FDCA-4D62-A753-A33DCCE4AC4F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82" name="Border">
                <a:extLst>
                  <a:ext uri="{FF2B5EF4-FFF2-40B4-BE49-F238E27FC236}">
                    <a16:creationId xmlns:a16="http://schemas.microsoft.com/office/drawing/2014/main" id="{E42F5B41-C5B7-40FA-BBCF-E724D0039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3" name="Line 2">
                <a:extLst>
                  <a:ext uri="{FF2B5EF4-FFF2-40B4-BE49-F238E27FC236}">
                    <a16:creationId xmlns:a16="http://schemas.microsoft.com/office/drawing/2014/main" id="{01E7DC5B-A745-4A58-88E0-D0A28EC2C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4" name="Line 1">
                <a:extLst>
                  <a:ext uri="{FF2B5EF4-FFF2-40B4-BE49-F238E27FC236}">
                    <a16:creationId xmlns:a16="http://schemas.microsoft.com/office/drawing/2014/main" id="{C0218E6C-DB69-4F90-BBC6-0540B703D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3A03E338-5478-48BE-BFA6-6D26273539AD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AB6CEA91-11CE-4DAC-A53C-EC8B2D5BD697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E77C6729-1C60-4346-A858-9D970737F4C1}"/>
              </a:ext>
            </a:extLst>
          </p:cNvPr>
          <p:cNvGrpSpPr/>
          <p:nvPr/>
        </p:nvGrpSpPr>
        <p:grpSpPr>
          <a:xfrm>
            <a:off x="1872912" y="6268820"/>
            <a:ext cx="2414206" cy="338554"/>
            <a:chOff x="1237833" y="3417650"/>
            <a:chExt cx="1708480" cy="338554"/>
          </a:xfrm>
        </p:grpSpPr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60E425BD-C132-408E-9A32-E2619C6EAD7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89" name="Border">
                <a:extLst>
                  <a:ext uri="{FF2B5EF4-FFF2-40B4-BE49-F238E27FC236}">
                    <a16:creationId xmlns:a16="http://schemas.microsoft.com/office/drawing/2014/main" id="{3A13256A-01D5-4A02-BA0D-605A8A107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0" name="Line 2">
                <a:extLst>
                  <a:ext uri="{FF2B5EF4-FFF2-40B4-BE49-F238E27FC236}">
                    <a16:creationId xmlns:a16="http://schemas.microsoft.com/office/drawing/2014/main" id="{114EA5ED-2561-41D7-BB5A-CE2F5AA7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1" name="Line 1">
                <a:extLst>
                  <a:ext uri="{FF2B5EF4-FFF2-40B4-BE49-F238E27FC236}">
                    <a16:creationId xmlns:a16="http://schemas.microsoft.com/office/drawing/2014/main" id="{AFBDA4B4-7927-405E-A521-4E59149C8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05BD30D4-F0A2-480B-8C44-3A45594364D3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88" name="직사각형 187">
              <a:extLst>
                <a:ext uri="{FF2B5EF4-FFF2-40B4-BE49-F238E27FC236}">
                  <a16:creationId xmlns:a16="http://schemas.microsoft.com/office/drawing/2014/main" id="{F20DBDF0-BCCF-4685-B200-2F44E84DED59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044419FA-1A6C-47CC-AAA9-F9D3BEA99D70}"/>
              </a:ext>
            </a:extLst>
          </p:cNvPr>
          <p:cNvGrpSpPr/>
          <p:nvPr/>
        </p:nvGrpSpPr>
        <p:grpSpPr>
          <a:xfrm>
            <a:off x="1877618" y="6605106"/>
            <a:ext cx="2414206" cy="338554"/>
            <a:chOff x="1237833" y="3417650"/>
            <a:chExt cx="1708480" cy="338554"/>
          </a:xfrm>
        </p:grpSpPr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5D12A669-7282-4D90-9916-C14B74C603AF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96" name="Border">
                <a:extLst>
                  <a:ext uri="{FF2B5EF4-FFF2-40B4-BE49-F238E27FC236}">
                    <a16:creationId xmlns:a16="http://schemas.microsoft.com/office/drawing/2014/main" id="{E3043802-7415-4AA6-87DA-603D5629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7" name="Line 2">
                <a:extLst>
                  <a:ext uri="{FF2B5EF4-FFF2-40B4-BE49-F238E27FC236}">
                    <a16:creationId xmlns:a16="http://schemas.microsoft.com/office/drawing/2014/main" id="{0DF86A55-049A-4220-804C-5F38A6081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Line 1">
                <a:extLst>
                  <a:ext uri="{FF2B5EF4-FFF2-40B4-BE49-F238E27FC236}">
                    <a16:creationId xmlns:a16="http://schemas.microsoft.com/office/drawing/2014/main" id="{8F796737-093E-4D48-8BCB-C98C7E84E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836E42E5-072F-4874-8562-AFAF89BF9E7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95" name="직사각형 194">
              <a:extLst>
                <a:ext uri="{FF2B5EF4-FFF2-40B4-BE49-F238E27FC236}">
                  <a16:creationId xmlns:a16="http://schemas.microsoft.com/office/drawing/2014/main" id="{96847B95-DA70-4DC5-A1B0-8F08E2106778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grpSp>
        <p:nvGrpSpPr>
          <p:cNvPr id="200" name="그룹 199">
            <a:extLst>
              <a:ext uri="{FF2B5EF4-FFF2-40B4-BE49-F238E27FC236}">
                <a16:creationId xmlns:a16="http://schemas.microsoft.com/office/drawing/2014/main" id="{C0D44E89-9170-407D-8B99-4C3BDCFC149B}"/>
              </a:ext>
            </a:extLst>
          </p:cNvPr>
          <p:cNvGrpSpPr/>
          <p:nvPr/>
        </p:nvGrpSpPr>
        <p:grpSpPr>
          <a:xfrm>
            <a:off x="1881621" y="6942297"/>
            <a:ext cx="2414206" cy="338554"/>
            <a:chOff x="1237833" y="3417650"/>
            <a:chExt cx="1708480" cy="338554"/>
          </a:xfrm>
        </p:grpSpPr>
        <p:grpSp>
          <p:nvGrpSpPr>
            <p:cNvPr id="201" name="그룹 200">
              <a:extLst>
                <a:ext uri="{FF2B5EF4-FFF2-40B4-BE49-F238E27FC236}">
                  <a16:creationId xmlns:a16="http://schemas.microsoft.com/office/drawing/2014/main" id="{556E8F7A-6DCE-4D07-9BD1-A92700DBB272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03" name="Border">
                <a:extLst>
                  <a:ext uri="{FF2B5EF4-FFF2-40B4-BE49-F238E27FC236}">
                    <a16:creationId xmlns:a16="http://schemas.microsoft.com/office/drawing/2014/main" id="{F859038A-A607-4855-9490-E2AA0FEED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4" name="Line 2">
                <a:extLst>
                  <a:ext uri="{FF2B5EF4-FFF2-40B4-BE49-F238E27FC236}">
                    <a16:creationId xmlns:a16="http://schemas.microsoft.com/office/drawing/2014/main" id="{41AB52C0-6AFE-4BD0-9B57-65D0C7113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5" name="Line 1">
                <a:extLst>
                  <a:ext uri="{FF2B5EF4-FFF2-40B4-BE49-F238E27FC236}">
                    <a16:creationId xmlns:a16="http://schemas.microsoft.com/office/drawing/2014/main" id="{FB0577F7-1B68-4D7B-8CC0-1AF81D21F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94176FA-6A1C-438B-8D00-5E49629F7D09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60B748B7-CF47-4387-9571-45A25ADE9514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endParaRPr lang="ko-KR" altLang="en-US" sz="800" b="1" dirty="0"/>
            </a:p>
          </p:txBody>
        </p:sp>
      </p:grpSp>
      <p:grpSp>
        <p:nvGrpSpPr>
          <p:cNvPr id="207" name="그룹 206">
            <a:extLst>
              <a:ext uri="{FF2B5EF4-FFF2-40B4-BE49-F238E27FC236}">
                <a16:creationId xmlns:a16="http://schemas.microsoft.com/office/drawing/2014/main" id="{91EEF672-7127-4EFE-B72E-7D61E65DD37C}"/>
              </a:ext>
            </a:extLst>
          </p:cNvPr>
          <p:cNvGrpSpPr/>
          <p:nvPr/>
        </p:nvGrpSpPr>
        <p:grpSpPr>
          <a:xfrm>
            <a:off x="1872912" y="7276433"/>
            <a:ext cx="2414206" cy="338554"/>
            <a:chOff x="1237833" y="3417650"/>
            <a:chExt cx="1708480" cy="338554"/>
          </a:xfrm>
        </p:grpSpPr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C8EBC4CF-1210-4A34-8E4C-3C3EF88EDEBC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10" name="Border">
                <a:extLst>
                  <a:ext uri="{FF2B5EF4-FFF2-40B4-BE49-F238E27FC236}">
                    <a16:creationId xmlns:a16="http://schemas.microsoft.com/office/drawing/2014/main" id="{C99DCB39-5B1B-4BB7-8C26-D13CA2E6F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Line 2">
                <a:extLst>
                  <a:ext uri="{FF2B5EF4-FFF2-40B4-BE49-F238E27FC236}">
                    <a16:creationId xmlns:a16="http://schemas.microsoft.com/office/drawing/2014/main" id="{728797D4-9F71-4991-BA30-441777F4F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2" name="Line 1">
                <a:extLst>
                  <a:ext uri="{FF2B5EF4-FFF2-40B4-BE49-F238E27FC236}">
                    <a16:creationId xmlns:a16="http://schemas.microsoft.com/office/drawing/2014/main" id="{11683013-A432-401E-B1D0-A3A5DA440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261C030F-369E-4E8A-9357-B777A004D174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0F577179-C539-4533-9748-E9AD069A96BA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33</a:t>
              </a:r>
              <a:endParaRPr lang="ko-KR" altLang="en-US" sz="800" b="1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8EF7646B-6DCF-4CE6-88E8-0571D5092A5B}"/>
              </a:ext>
            </a:extLst>
          </p:cNvPr>
          <p:cNvGrpSpPr/>
          <p:nvPr/>
        </p:nvGrpSpPr>
        <p:grpSpPr>
          <a:xfrm>
            <a:off x="1877618" y="7612719"/>
            <a:ext cx="2414206" cy="338554"/>
            <a:chOff x="1237833" y="3417650"/>
            <a:chExt cx="1708480" cy="338554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1BB4E544-917A-4BAA-8B31-CAC1F810DB7D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217" name="Border">
                <a:extLst>
                  <a:ext uri="{FF2B5EF4-FFF2-40B4-BE49-F238E27FC236}">
                    <a16:creationId xmlns:a16="http://schemas.microsoft.com/office/drawing/2014/main" id="{CC36BE09-15F9-4752-8232-CD2E0FE3D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Line 2">
                <a:extLst>
                  <a:ext uri="{FF2B5EF4-FFF2-40B4-BE49-F238E27FC236}">
                    <a16:creationId xmlns:a16="http://schemas.microsoft.com/office/drawing/2014/main" id="{498A066C-C815-4602-8CC6-EDD737E70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9" name="Line 1">
                <a:extLst>
                  <a:ext uri="{FF2B5EF4-FFF2-40B4-BE49-F238E27FC236}">
                    <a16:creationId xmlns:a16="http://schemas.microsoft.com/office/drawing/2014/main" id="{06075607-85D5-4F5C-9E16-C6C90FB3D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486FB2AA-DAFC-4405-B800-CDF1873F9D7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EEA4A27-1C8E-4C03-9503-B914F3D8FA7E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&gt;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r>
                <a:rPr lang="ko-KR" altLang="en-US" sz="800" b="1" dirty="0"/>
                <a:t>상품명</a:t>
              </a:r>
            </a:p>
          </p:txBody>
        </p:sp>
      </p:grp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055B012B-E930-48D4-A8E4-A514666122F6}"/>
              </a:ext>
            </a:extLst>
          </p:cNvPr>
          <p:cNvSpPr/>
          <p:nvPr/>
        </p:nvSpPr>
        <p:spPr>
          <a:xfrm>
            <a:off x="7354581" y="4031296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E3613F85-747C-4D03-913E-0C5C5F24768F}"/>
              </a:ext>
            </a:extLst>
          </p:cNvPr>
          <p:cNvSpPr/>
          <p:nvPr/>
        </p:nvSpPr>
        <p:spPr>
          <a:xfrm>
            <a:off x="7354581" y="436543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0E0BB32A-3416-4819-820B-026D78BDDA92}"/>
              </a:ext>
            </a:extLst>
          </p:cNvPr>
          <p:cNvSpPr/>
          <p:nvPr/>
        </p:nvSpPr>
        <p:spPr>
          <a:xfrm>
            <a:off x="7354581" y="470171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027DDCDA-17F7-464F-A683-3B48BF6D91A1}"/>
              </a:ext>
            </a:extLst>
          </p:cNvPr>
          <p:cNvSpPr/>
          <p:nvPr/>
        </p:nvSpPr>
        <p:spPr>
          <a:xfrm>
            <a:off x="7354581" y="5032522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5F5AFF42-ED28-4B43-B043-4B6CAC123EF1}"/>
              </a:ext>
            </a:extLst>
          </p:cNvPr>
          <p:cNvSpPr/>
          <p:nvPr/>
        </p:nvSpPr>
        <p:spPr>
          <a:xfrm>
            <a:off x="7354581" y="5366658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6EACBEC5-4868-4FDD-9276-2F776C468717}"/>
              </a:ext>
            </a:extLst>
          </p:cNvPr>
          <p:cNvSpPr/>
          <p:nvPr/>
        </p:nvSpPr>
        <p:spPr>
          <a:xfrm>
            <a:off x="7354581" y="5702944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58DB7619-20E9-4F44-BBE1-F730BF8F7C14}"/>
              </a:ext>
            </a:extLst>
          </p:cNvPr>
          <p:cNvSpPr/>
          <p:nvPr/>
        </p:nvSpPr>
        <p:spPr>
          <a:xfrm>
            <a:off x="7347384" y="6035341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549B4A20-5531-45E8-AFEF-BCCA5A8FD701}"/>
              </a:ext>
            </a:extLst>
          </p:cNvPr>
          <p:cNvSpPr/>
          <p:nvPr/>
        </p:nvSpPr>
        <p:spPr>
          <a:xfrm>
            <a:off x="7347384" y="636947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CE8EE4D1-E7DA-4FBD-8251-8A2FDBC14FDD}"/>
              </a:ext>
            </a:extLst>
          </p:cNvPr>
          <p:cNvSpPr/>
          <p:nvPr/>
        </p:nvSpPr>
        <p:spPr>
          <a:xfrm>
            <a:off x="7347384" y="670576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6B34219D-9A4B-4497-BEFE-FEED1338D59F}"/>
              </a:ext>
            </a:extLst>
          </p:cNvPr>
          <p:cNvSpPr/>
          <p:nvPr/>
        </p:nvSpPr>
        <p:spPr>
          <a:xfrm>
            <a:off x="7347384" y="7036567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A6125200-B308-48D4-B1CB-0C27609618CE}"/>
              </a:ext>
            </a:extLst>
          </p:cNvPr>
          <p:cNvSpPr/>
          <p:nvPr/>
        </p:nvSpPr>
        <p:spPr>
          <a:xfrm>
            <a:off x="7347384" y="7370703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795620E3-3B3C-4000-B179-3CB24BF98042}"/>
              </a:ext>
            </a:extLst>
          </p:cNvPr>
          <p:cNvSpPr/>
          <p:nvPr/>
        </p:nvSpPr>
        <p:spPr>
          <a:xfrm>
            <a:off x="7347384" y="7706989"/>
            <a:ext cx="510512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보기</a:t>
            </a: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54981EB1-6F04-4BB5-93A1-7711A0BC8CFE}"/>
              </a:ext>
            </a:extLst>
          </p:cNvPr>
          <p:cNvSpPr/>
          <p:nvPr/>
        </p:nvSpPr>
        <p:spPr>
          <a:xfrm>
            <a:off x="8037293" y="6369476"/>
            <a:ext cx="776389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판매요청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6FA7DC9A-8FFF-4EB6-AB2E-1E7E60482183}"/>
              </a:ext>
            </a:extLst>
          </p:cNvPr>
          <p:cNvSpPr/>
          <p:nvPr/>
        </p:nvSpPr>
        <p:spPr>
          <a:xfrm>
            <a:off x="8037293" y="5035884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3D1291CF-3FF0-4189-A643-FD226732413C}"/>
              </a:ext>
            </a:extLst>
          </p:cNvPr>
          <p:cNvSpPr/>
          <p:nvPr/>
        </p:nvSpPr>
        <p:spPr>
          <a:xfrm>
            <a:off x="8044136" y="5368809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41CE0C0E-AE36-4400-BB4F-08764B613048}"/>
              </a:ext>
            </a:extLst>
          </p:cNvPr>
          <p:cNvSpPr/>
          <p:nvPr/>
        </p:nvSpPr>
        <p:spPr>
          <a:xfrm>
            <a:off x="8044136" y="5702944"/>
            <a:ext cx="776389" cy="14588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latin typeface="+mj-ea"/>
                <a:ea typeface="+mj-ea"/>
              </a:rPr>
              <a:t>판매요청중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6823138C-076D-4E9B-B7BC-B5A93105D70B}"/>
              </a:ext>
            </a:extLst>
          </p:cNvPr>
          <p:cNvSpPr/>
          <p:nvPr/>
        </p:nvSpPr>
        <p:spPr>
          <a:xfrm>
            <a:off x="8044194" y="6028777"/>
            <a:ext cx="776389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판매요청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8" name="직사각형 237">
            <a:extLst>
              <a:ext uri="{FF2B5EF4-FFF2-40B4-BE49-F238E27FC236}">
                <a16:creationId xmlns:a16="http://schemas.microsoft.com/office/drawing/2014/main" id="{2B0F00BF-8EEF-4050-A74B-1B144DC32D45}"/>
              </a:ext>
            </a:extLst>
          </p:cNvPr>
          <p:cNvSpPr/>
          <p:nvPr/>
        </p:nvSpPr>
        <p:spPr>
          <a:xfrm>
            <a:off x="8044134" y="4029858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8B581494-16D4-4ACE-BD82-5055BEF1D8FC}"/>
              </a:ext>
            </a:extLst>
          </p:cNvPr>
          <p:cNvSpPr/>
          <p:nvPr/>
        </p:nvSpPr>
        <p:spPr>
          <a:xfrm>
            <a:off x="8037293" y="4360701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28238F5D-2FA4-49A6-9D58-7B5A7052FC86}"/>
              </a:ext>
            </a:extLst>
          </p:cNvPr>
          <p:cNvSpPr/>
          <p:nvPr/>
        </p:nvSpPr>
        <p:spPr>
          <a:xfrm>
            <a:off x="8042000" y="7031214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8DF6CA87-7FA1-4C46-AEAA-1F31B93929F5}"/>
              </a:ext>
            </a:extLst>
          </p:cNvPr>
          <p:cNvSpPr/>
          <p:nvPr/>
        </p:nvSpPr>
        <p:spPr>
          <a:xfrm>
            <a:off x="8037294" y="7361116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9E457179-EF1F-4251-AC8B-472E1DE1E9F7}"/>
              </a:ext>
            </a:extLst>
          </p:cNvPr>
          <p:cNvSpPr/>
          <p:nvPr/>
        </p:nvSpPr>
        <p:spPr>
          <a:xfrm>
            <a:off x="8037293" y="7697404"/>
            <a:ext cx="776389" cy="145887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요청거부</a:t>
            </a: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1D88E13A-EB3A-422A-9D78-A83624BE1423}"/>
              </a:ext>
            </a:extLst>
          </p:cNvPr>
          <p:cNvSpPr/>
          <p:nvPr/>
        </p:nvSpPr>
        <p:spPr>
          <a:xfrm>
            <a:off x="8046579" y="4707881"/>
            <a:ext cx="776389" cy="145887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판매허용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99C81AF-B1B4-486F-86FE-52DCC1BCFE26}"/>
              </a:ext>
            </a:extLst>
          </p:cNvPr>
          <p:cNvSpPr/>
          <p:nvPr/>
        </p:nvSpPr>
        <p:spPr>
          <a:xfrm>
            <a:off x="8037293" y="6713672"/>
            <a:ext cx="776389" cy="145887"/>
          </a:xfrm>
          <a:prstGeom prst="rect">
            <a:avLst/>
          </a:prstGeom>
          <a:solidFill>
            <a:schemeClr val="accent5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latin typeface="+mj-ea"/>
                <a:ea typeface="+mj-ea"/>
              </a:rPr>
              <a:t>판매요청</a:t>
            </a:r>
            <a:endParaRPr lang="ko-KR" altLang="en-US" sz="800" b="1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pic>
        <p:nvPicPr>
          <p:cNvPr id="246" name="Picture 2">
            <a:extLst>
              <a:ext uri="{FF2B5EF4-FFF2-40B4-BE49-F238E27FC236}">
                <a16:creationId xmlns:a16="http://schemas.microsoft.com/office/drawing/2014/main" id="{0C0D5AE0-6F57-41D5-8E54-495A920B90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25503" y="8279313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D5090BE8-7CBA-435B-8D9C-7E36DE9130AC}"/>
              </a:ext>
            </a:extLst>
          </p:cNvPr>
          <p:cNvSpPr/>
          <p:nvPr/>
        </p:nvSpPr>
        <p:spPr>
          <a:xfrm>
            <a:off x="1575003" y="2140879"/>
            <a:ext cx="6073162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6D48A4A8-C49E-4BFC-BA5E-16D35106DE3D}"/>
              </a:ext>
            </a:extLst>
          </p:cNvPr>
          <p:cNvSpPr/>
          <p:nvPr/>
        </p:nvSpPr>
        <p:spPr>
          <a:xfrm>
            <a:off x="8829792" y="2129756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1470D61C-AD95-4FA0-B1AA-30AB9C515B1F}"/>
              </a:ext>
            </a:extLst>
          </p:cNvPr>
          <p:cNvSpPr/>
          <p:nvPr/>
        </p:nvSpPr>
        <p:spPr>
          <a:xfrm>
            <a:off x="1575002" y="2360307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C9DBEA79-53A1-45D0-A661-7B06FEAADD01}"/>
              </a:ext>
            </a:extLst>
          </p:cNvPr>
          <p:cNvSpPr/>
          <p:nvPr/>
        </p:nvSpPr>
        <p:spPr>
          <a:xfrm>
            <a:off x="2404309" y="2360307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251" name="표 63">
            <a:extLst>
              <a:ext uri="{FF2B5EF4-FFF2-40B4-BE49-F238E27FC236}">
                <a16:creationId xmlns:a16="http://schemas.microsoft.com/office/drawing/2014/main" id="{6410365B-DBA0-4437-9D41-D46C726CEFDD}"/>
              </a:ext>
            </a:extLst>
          </p:cNvPr>
          <p:cNvGraphicFramePr>
            <a:graphicFrameLocks noGrp="1"/>
          </p:cNvGraphicFramePr>
          <p:nvPr/>
        </p:nvGraphicFramePr>
        <p:xfrm>
          <a:off x="696123" y="2117927"/>
          <a:ext cx="8880744" cy="1143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1955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3620920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  <a:gridCol w="1120801">
                  <a:extLst>
                    <a:ext uri="{9D8B030D-6E8A-4147-A177-3AD203B41FA5}">
                      <a16:colId xmlns:a16="http://schemas.microsoft.com/office/drawing/2014/main" val="246205619"/>
                    </a:ext>
                  </a:extLst>
                </a:gridCol>
                <a:gridCol w="3327068">
                  <a:extLst>
                    <a:ext uri="{9D8B030D-6E8A-4147-A177-3AD203B41FA5}">
                      <a16:colId xmlns:a16="http://schemas.microsoft.com/office/drawing/2014/main" val="85287171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상품분류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9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판매요청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□ 판매요청     □ </a:t>
                      </a:r>
                      <a:r>
                        <a:rPr lang="ko-KR" altLang="en-US" sz="800" dirty="0" err="1"/>
                        <a:t>판매요청중</a:t>
                      </a:r>
                      <a:r>
                        <a:rPr lang="ko-KR" altLang="en-US" sz="800" dirty="0"/>
                        <a:t>      □ 판매허용     □  요청거부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00596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판매자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판매가격 범위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                          </a:t>
                      </a:r>
                      <a:r>
                        <a:rPr lang="ko-KR" altLang="en-US" sz="800" dirty="0"/>
                        <a:t>원  </a:t>
                      </a:r>
                      <a:r>
                        <a:rPr lang="en-US" altLang="ko-KR" sz="800" dirty="0"/>
                        <a:t>~                              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891665"/>
                  </a:ext>
                </a:extLst>
              </a:tr>
              <a:tr h="0">
                <a:tc gridSpan="4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69AA156-A502-4875-8CDC-D80BA6794893}"/>
              </a:ext>
            </a:extLst>
          </p:cNvPr>
          <p:cNvSpPr/>
          <p:nvPr/>
        </p:nvSpPr>
        <p:spPr>
          <a:xfrm>
            <a:off x="8829792" y="3049355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6DF4221A-5500-4EE3-857A-8FCC34D677A3}"/>
              </a:ext>
            </a:extLst>
          </p:cNvPr>
          <p:cNvSpPr/>
          <p:nvPr/>
        </p:nvSpPr>
        <p:spPr>
          <a:xfrm>
            <a:off x="3233616" y="2354371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세분류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9F0D1423-6245-47D1-A4F6-ABE6BF95B0E1}"/>
              </a:ext>
            </a:extLst>
          </p:cNvPr>
          <p:cNvSpPr/>
          <p:nvPr/>
        </p:nvSpPr>
        <p:spPr>
          <a:xfrm>
            <a:off x="1575612" y="2835601"/>
            <a:ext cx="2900460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72576AD6-E574-4658-A0D0-131071B0425B}"/>
              </a:ext>
            </a:extLst>
          </p:cNvPr>
          <p:cNvSpPr/>
          <p:nvPr/>
        </p:nvSpPr>
        <p:spPr>
          <a:xfrm>
            <a:off x="6293190" y="2835601"/>
            <a:ext cx="98113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10000</a:t>
            </a:r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F57678EE-4B91-4300-A5AC-CC9DB9AD8418}"/>
              </a:ext>
            </a:extLst>
          </p:cNvPr>
          <p:cNvSpPr/>
          <p:nvPr/>
        </p:nvSpPr>
        <p:spPr>
          <a:xfrm>
            <a:off x="7648164" y="2835601"/>
            <a:ext cx="98113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50000</a:t>
            </a:r>
          </a:p>
        </p:txBody>
      </p:sp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98F8CB34-4255-4BA7-8BFC-850032A79EFE}"/>
              </a:ext>
            </a:extLst>
          </p:cNvPr>
          <p:cNvSpPr/>
          <p:nvPr/>
        </p:nvSpPr>
        <p:spPr>
          <a:xfrm>
            <a:off x="9006821" y="4029858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005B5711-66D5-4058-9AF6-6C1A6822B5D7}"/>
              </a:ext>
            </a:extLst>
          </p:cNvPr>
          <p:cNvSpPr/>
          <p:nvPr/>
        </p:nvSpPr>
        <p:spPr>
          <a:xfrm>
            <a:off x="9009784" y="4355246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34E9EA95-0AEC-489C-8597-4358F0F27275}"/>
              </a:ext>
            </a:extLst>
          </p:cNvPr>
          <p:cNvSpPr/>
          <p:nvPr/>
        </p:nvSpPr>
        <p:spPr>
          <a:xfrm>
            <a:off x="9006821" y="4707880"/>
            <a:ext cx="510512" cy="145887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추가</a:t>
            </a:r>
          </a:p>
        </p:txBody>
      </p:sp>
      <p:sp>
        <p:nvSpPr>
          <p:cNvPr id="271" name="직사각형 270">
            <a:extLst>
              <a:ext uri="{FF2B5EF4-FFF2-40B4-BE49-F238E27FC236}">
                <a16:creationId xmlns:a16="http://schemas.microsoft.com/office/drawing/2014/main" id="{D84AECB2-4067-4DE7-A160-826C31F0F6E9}"/>
              </a:ext>
            </a:extLst>
          </p:cNvPr>
          <p:cNvSpPr/>
          <p:nvPr/>
        </p:nvSpPr>
        <p:spPr>
          <a:xfrm>
            <a:off x="9006821" y="5032521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919C6474-4566-458B-B0F3-457963D6C1D4}"/>
              </a:ext>
            </a:extLst>
          </p:cNvPr>
          <p:cNvSpPr/>
          <p:nvPr/>
        </p:nvSpPr>
        <p:spPr>
          <a:xfrm>
            <a:off x="9006821" y="5362768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3" name="직사각형 272">
            <a:extLst>
              <a:ext uri="{FF2B5EF4-FFF2-40B4-BE49-F238E27FC236}">
                <a16:creationId xmlns:a16="http://schemas.microsoft.com/office/drawing/2014/main" id="{2DF81AAD-BCEF-4525-BCC8-A0F9792915E4}"/>
              </a:ext>
            </a:extLst>
          </p:cNvPr>
          <p:cNvSpPr/>
          <p:nvPr/>
        </p:nvSpPr>
        <p:spPr>
          <a:xfrm>
            <a:off x="8999568" y="5689643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A983EF1A-F6C5-4D0E-B71F-57FEE1626BF3}"/>
              </a:ext>
            </a:extLst>
          </p:cNvPr>
          <p:cNvSpPr/>
          <p:nvPr/>
        </p:nvSpPr>
        <p:spPr>
          <a:xfrm>
            <a:off x="9006821" y="6032840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7C48A4D7-B7A2-4A6D-AD7C-4A2554E2DC54}"/>
              </a:ext>
            </a:extLst>
          </p:cNvPr>
          <p:cNvSpPr/>
          <p:nvPr/>
        </p:nvSpPr>
        <p:spPr>
          <a:xfrm>
            <a:off x="9008715" y="6372665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6" name="직사각형 275">
            <a:extLst>
              <a:ext uri="{FF2B5EF4-FFF2-40B4-BE49-F238E27FC236}">
                <a16:creationId xmlns:a16="http://schemas.microsoft.com/office/drawing/2014/main" id="{D569B6EB-A703-4313-9E72-A083D3336C50}"/>
              </a:ext>
            </a:extLst>
          </p:cNvPr>
          <p:cNvSpPr/>
          <p:nvPr/>
        </p:nvSpPr>
        <p:spPr>
          <a:xfrm>
            <a:off x="8993079" y="6713777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9A6B811C-A315-4358-B6F2-4CE3840D4353}"/>
              </a:ext>
            </a:extLst>
          </p:cNvPr>
          <p:cNvSpPr/>
          <p:nvPr/>
        </p:nvSpPr>
        <p:spPr>
          <a:xfrm>
            <a:off x="8993079" y="7029304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4A023760-9A1C-4A54-96F0-F2E9094FD406}"/>
              </a:ext>
            </a:extLst>
          </p:cNvPr>
          <p:cNvSpPr/>
          <p:nvPr/>
        </p:nvSpPr>
        <p:spPr>
          <a:xfrm>
            <a:off x="8993079" y="7369495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79" name="직사각형 278">
            <a:extLst>
              <a:ext uri="{FF2B5EF4-FFF2-40B4-BE49-F238E27FC236}">
                <a16:creationId xmlns:a16="http://schemas.microsoft.com/office/drawing/2014/main" id="{7B0AF39F-9088-4E55-AADE-06BB21B010E1}"/>
              </a:ext>
            </a:extLst>
          </p:cNvPr>
          <p:cNvSpPr/>
          <p:nvPr/>
        </p:nvSpPr>
        <p:spPr>
          <a:xfrm>
            <a:off x="8993079" y="7693079"/>
            <a:ext cx="510512" cy="14588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j-ea"/>
                <a:ea typeface="+mj-ea"/>
              </a:rPr>
              <a:t>불가</a:t>
            </a:r>
          </a:p>
        </p:txBody>
      </p:sp>
      <p:sp>
        <p:nvSpPr>
          <p:cNvPr id="290" name="직사각형 289">
            <a:extLst>
              <a:ext uri="{FF2B5EF4-FFF2-40B4-BE49-F238E27FC236}">
                <a16:creationId xmlns:a16="http://schemas.microsoft.com/office/drawing/2014/main" id="{DEC5DB01-AB2E-48D3-9C71-6F37694C5B26}"/>
              </a:ext>
            </a:extLst>
          </p:cNvPr>
          <p:cNvSpPr/>
          <p:nvPr/>
        </p:nvSpPr>
        <p:spPr>
          <a:xfrm>
            <a:off x="3148423" y="2729757"/>
            <a:ext cx="3935785" cy="4549089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91" name="그룹 290">
            <a:extLst>
              <a:ext uri="{FF2B5EF4-FFF2-40B4-BE49-F238E27FC236}">
                <a16:creationId xmlns:a16="http://schemas.microsoft.com/office/drawing/2014/main" id="{5CBDC8EA-1131-44D2-B4AC-D21D425A185C}"/>
              </a:ext>
            </a:extLst>
          </p:cNvPr>
          <p:cNvGrpSpPr/>
          <p:nvPr/>
        </p:nvGrpSpPr>
        <p:grpSpPr>
          <a:xfrm>
            <a:off x="3365149" y="3829386"/>
            <a:ext cx="517956" cy="248122"/>
            <a:chOff x="2681976" y="1955121"/>
            <a:chExt cx="1929510" cy="596970"/>
          </a:xfrm>
        </p:grpSpPr>
        <p:sp>
          <p:nvSpPr>
            <p:cNvPr id="292" name="Border">
              <a:extLst>
                <a:ext uri="{FF2B5EF4-FFF2-40B4-BE49-F238E27FC236}">
                  <a16:creationId xmlns:a16="http://schemas.microsoft.com/office/drawing/2014/main" id="{CB4D79A8-1C78-4955-AEA9-5F284E6E2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3" name="Line 2">
              <a:extLst>
                <a:ext uri="{FF2B5EF4-FFF2-40B4-BE49-F238E27FC236}">
                  <a16:creationId xmlns:a16="http://schemas.microsoft.com/office/drawing/2014/main" id="{8F0C3914-EF8F-4C26-9068-E90C3BA85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4" name="Line 1">
              <a:extLst>
                <a:ext uri="{FF2B5EF4-FFF2-40B4-BE49-F238E27FC236}">
                  <a16:creationId xmlns:a16="http://schemas.microsoft.com/office/drawing/2014/main" id="{CF152FAB-E946-4851-8CBB-DFAFE1F7E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1CF39FF5-0E10-404E-B41C-DC4DD287EFEB}"/>
                </a:ext>
              </a:extLst>
            </p:cNvPr>
            <p:cNvSpPr txBox="1"/>
            <p:nvPr/>
          </p:nvSpPr>
          <p:spPr>
            <a:xfrm>
              <a:off x="2681976" y="2012505"/>
              <a:ext cx="1929510" cy="51834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>
                      <a:lumMod val="75000"/>
                    </a:schemeClr>
                  </a:solidFill>
                </a:rPr>
                <a:t>IMG</a:t>
              </a:r>
              <a:endParaRPr lang="ko-KR" alt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0472A7AE-C249-42FE-A5CB-94CDDE867513}"/>
              </a:ext>
            </a:extLst>
          </p:cNvPr>
          <p:cNvSpPr/>
          <p:nvPr/>
        </p:nvSpPr>
        <p:spPr>
          <a:xfrm>
            <a:off x="3883104" y="3742020"/>
            <a:ext cx="3093515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81E2F53B-CBCB-4A9E-9FCB-640B698872A5}"/>
              </a:ext>
            </a:extLst>
          </p:cNvPr>
          <p:cNvSpPr txBox="1"/>
          <p:nvPr/>
        </p:nvSpPr>
        <p:spPr>
          <a:xfrm>
            <a:off x="3268992" y="2828790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판매 상품 정보</a:t>
            </a:r>
            <a:endParaRPr lang="ko-KR" altLang="en-US" sz="900" dirty="0"/>
          </a:p>
        </p:txBody>
      </p:sp>
      <p:graphicFrame>
        <p:nvGraphicFramePr>
          <p:cNvPr id="298" name="표 17">
            <a:extLst>
              <a:ext uri="{FF2B5EF4-FFF2-40B4-BE49-F238E27FC236}">
                <a16:creationId xmlns:a16="http://schemas.microsoft.com/office/drawing/2014/main" id="{2032086C-9210-498B-996C-375E0FEC8A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476281"/>
              </p:ext>
            </p:extLst>
          </p:nvPr>
        </p:nvGraphicFramePr>
        <p:xfrm>
          <a:off x="3408591" y="4525018"/>
          <a:ext cx="3472494" cy="10668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가격제약조건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1,500 </a:t>
                      </a:r>
                      <a:r>
                        <a:rPr lang="ko-KR" altLang="en-US" sz="800" dirty="0"/>
                        <a:t>원 </a:t>
                      </a:r>
                      <a:r>
                        <a:rPr lang="en-US" altLang="ko-KR" sz="800" dirty="0"/>
                        <a:t>~ 5,000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이익분배조건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 개당 </a:t>
                      </a:r>
                      <a:r>
                        <a:rPr lang="en-US" altLang="ko-KR" sz="800" dirty="0"/>
                        <a:t>500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3067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20,000 </a:t>
                      </a:r>
                      <a:r>
                        <a:rPr lang="ko-KR" altLang="en-US" sz="800" dirty="0"/>
                        <a:t>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5250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구매제한수량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</a:t>
                      </a:r>
                      <a:r>
                        <a:rPr lang="ko-KR" altLang="en-US" sz="800" dirty="0"/>
                        <a:t>회 </a:t>
                      </a:r>
                      <a:r>
                        <a:rPr lang="ko-KR" altLang="en-US" sz="800" dirty="0" err="1"/>
                        <a:t>구매시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100</a:t>
                      </a:r>
                      <a:r>
                        <a:rPr lang="ko-KR" altLang="en-US" sz="800" dirty="0"/>
                        <a:t>개 까지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36159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상품 판매 기간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무기한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570304"/>
                  </a:ext>
                </a:extLst>
              </a:tr>
            </a:tbl>
          </a:graphicData>
        </a:graphic>
      </p:graphicFrame>
      <p:sp>
        <p:nvSpPr>
          <p:cNvPr id="299" name="TextBox 298">
            <a:extLst>
              <a:ext uri="{FF2B5EF4-FFF2-40B4-BE49-F238E27FC236}">
                <a16:creationId xmlns:a16="http://schemas.microsoft.com/office/drawing/2014/main" id="{2DEFE105-FB83-4DDE-B9DD-05094A5AE425}"/>
              </a:ext>
            </a:extLst>
          </p:cNvPr>
          <p:cNvSpPr txBox="1"/>
          <p:nvPr/>
        </p:nvSpPr>
        <p:spPr>
          <a:xfrm>
            <a:off x="3301773" y="4303013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제약 조건</a:t>
            </a:r>
            <a:endParaRPr lang="ko-KR" altLang="en-US" sz="900" dirty="0"/>
          </a:p>
        </p:txBody>
      </p:sp>
      <p:graphicFrame>
        <p:nvGraphicFramePr>
          <p:cNvPr id="300" name="표 17">
            <a:extLst>
              <a:ext uri="{FF2B5EF4-FFF2-40B4-BE49-F238E27FC236}">
                <a16:creationId xmlns:a16="http://schemas.microsoft.com/office/drawing/2014/main" id="{EB1F8298-4B80-4C6F-A22E-273941366C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2409571"/>
              </p:ext>
            </p:extLst>
          </p:nvPr>
        </p:nvGraphicFramePr>
        <p:xfrm>
          <a:off x="3408591" y="5955656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 설정 금액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                            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301" name="TextBox 300">
            <a:extLst>
              <a:ext uri="{FF2B5EF4-FFF2-40B4-BE49-F238E27FC236}">
                <a16:creationId xmlns:a16="http://schemas.microsoft.com/office/drawing/2014/main" id="{FC3C735E-3193-44C5-958E-14798328FF3D}"/>
              </a:ext>
            </a:extLst>
          </p:cNvPr>
          <p:cNvSpPr txBox="1"/>
          <p:nvPr/>
        </p:nvSpPr>
        <p:spPr>
          <a:xfrm>
            <a:off x="3301773" y="5733651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 설정 정보</a:t>
            </a:r>
            <a:endParaRPr lang="ko-KR" altLang="en-US" sz="900" dirty="0"/>
          </a:p>
        </p:txBody>
      </p:sp>
      <p:sp>
        <p:nvSpPr>
          <p:cNvPr id="302" name="직사각형 301">
            <a:extLst>
              <a:ext uri="{FF2B5EF4-FFF2-40B4-BE49-F238E27FC236}">
                <a16:creationId xmlns:a16="http://schemas.microsoft.com/office/drawing/2014/main" id="{FFA7BEEB-3F64-4EAB-9F3E-CDB81F08C5D4}"/>
              </a:ext>
            </a:extLst>
          </p:cNvPr>
          <p:cNvSpPr/>
          <p:nvPr/>
        </p:nvSpPr>
        <p:spPr>
          <a:xfrm>
            <a:off x="3964200" y="6482914"/>
            <a:ext cx="1358901" cy="21336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상품추가하기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303" name="Image">
            <a:extLst>
              <a:ext uri="{FF2B5EF4-FFF2-40B4-BE49-F238E27FC236}">
                <a16:creationId xmlns:a16="http://schemas.microsoft.com/office/drawing/2014/main" id="{DEA85E22-B01E-4BA8-AD56-9FC6BFD82A11}"/>
              </a:ext>
            </a:extLst>
          </p:cNvPr>
          <p:cNvGrpSpPr>
            <a:grpSpLocks/>
          </p:cNvGrpSpPr>
          <p:nvPr/>
        </p:nvGrpSpPr>
        <p:grpSpPr bwMode="auto">
          <a:xfrm>
            <a:off x="6771903" y="2849825"/>
            <a:ext cx="204716" cy="209797"/>
            <a:chOff x="508000" y="1397000"/>
            <a:chExt cx="1008112" cy="1008112"/>
          </a:xfrm>
        </p:grpSpPr>
        <p:sp>
          <p:nvSpPr>
            <p:cNvPr id="304" name="Border">
              <a:extLst>
                <a:ext uri="{FF2B5EF4-FFF2-40B4-BE49-F238E27FC236}">
                  <a16:creationId xmlns:a16="http://schemas.microsoft.com/office/drawing/2014/main" id="{443A4356-98D4-455D-BE5A-8477987C1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5" name="Line 2">
              <a:extLst>
                <a:ext uri="{FF2B5EF4-FFF2-40B4-BE49-F238E27FC236}">
                  <a16:creationId xmlns:a16="http://schemas.microsoft.com/office/drawing/2014/main" id="{99A91C07-F3BB-45EA-9D8B-D9D92AD2C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6" name="Line 1">
              <a:extLst>
                <a:ext uri="{FF2B5EF4-FFF2-40B4-BE49-F238E27FC236}">
                  <a16:creationId xmlns:a16="http://schemas.microsoft.com/office/drawing/2014/main" id="{FDEA172E-E522-4C3A-9726-10758645B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7" name="직사각형 306">
            <a:extLst>
              <a:ext uri="{FF2B5EF4-FFF2-40B4-BE49-F238E27FC236}">
                <a16:creationId xmlns:a16="http://schemas.microsoft.com/office/drawing/2014/main" id="{99A6A1F5-FE47-437A-A2F2-E89121D2F44B}"/>
              </a:ext>
            </a:extLst>
          </p:cNvPr>
          <p:cNvSpPr/>
          <p:nvPr/>
        </p:nvSpPr>
        <p:spPr>
          <a:xfrm>
            <a:off x="5429910" y="6482914"/>
            <a:ext cx="891615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308" name="직사각형 307">
            <a:extLst>
              <a:ext uri="{FF2B5EF4-FFF2-40B4-BE49-F238E27FC236}">
                <a16:creationId xmlns:a16="http://schemas.microsoft.com/office/drawing/2014/main" id="{D979BD21-400C-42BB-BD21-297DC7DFC965}"/>
              </a:ext>
            </a:extLst>
          </p:cNvPr>
          <p:cNvSpPr/>
          <p:nvPr/>
        </p:nvSpPr>
        <p:spPr>
          <a:xfrm>
            <a:off x="4534907" y="5974450"/>
            <a:ext cx="1027352" cy="17691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3,500</a:t>
            </a:r>
          </a:p>
        </p:txBody>
      </p:sp>
      <p:graphicFrame>
        <p:nvGraphicFramePr>
          <p:cNvPr id="309" name="표 17">
            <a:extLst>
              <a:ext uri="{FF2B5EF4-FFF2-40B4-BE49-F238E27FC236}">
                <a16:creationId xmlns:a16="http://schemas.microsoft.com/office/drawing/2014/main" id="{282CF797-F9A6-4217-AF10-3F703C0595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3066675"/>
              </p:ext>
            </p:extLst>
          </p:nvPr>
        </p:nvGraphicFramePr>
        <p:xfrm>
          <a:off x="3408591" y="3380017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 상품 코드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Me9-Shop-0032021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310" name="TextBox 309">
            <a:extLst>
              <a:ext uri="{FF2B5EF4-FFF2-40B4-BE49-F238E27FC236}">
                <a16:creationId xmlns:a16="http://schemas.microsoft.com/office/drawing/2014/main" id="{CF2FC59D-F3B3-4333-9198-1C776C276F85}"/>
              </a:ext>
            </a:extLst>
          </p:cNvPr>
          <p:cNvSpPr txBox="1"/>
          <p:nvPr/>
        </p:nvSpPr>
        <p:spPr>
          <a:xfrm>
            <a:off x="3301773" y="3158012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 상품 코드</a:t>
            </a:r>
            <a:endParaRPr lang="ko-KR" altLang="en-US" sz="900" dirty="0"/>
          </a:p>
        </p:txBody>
      </p:sp>
      <p:sp>
        <p:nvSpPr>
          <p:cNvPr id="311" name="타원 310">
            <a:extLst>
              <a:ext uri="{FF2B5EF4-FFF2-40B4-BE49-F238E27FC236}">
                <a16:creationId xmlns:a16="http://schemas.microsoft.com/office/drawing/2014/main" id="{A2085491-2D07-4ECC-AAC1-30C24B593935}"/>
              </a:ext>
            </a:extLst>
          </p:cNvPr>
          <p:cNvSpPr/>
          <p:nvPr/>
        </p:nvSpPr>
        <p:spPr>
          <a:xfrm>
            <a:off x="8874077" y="3882359"/>
            <a:ext cx="755809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60DC7748-C3D2-4852-91D4-FF9738A25550}"/>
              </a:ext>
            </a:extLst>
          </p:cNvPr>
          <p:cNvSpPr txBox="1"/>
          <p:nvPr/>
        </p:nvSpPr>
        <p:spPr>
          <a:xfrm>
            <a:off x="9147250" y="3753490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cxnSp>
        <p:nvCxnSpPr>
          <p:cNvPr id="313" name="직선 화살표 연결선 312">
            <a:extLst>
              <a:ext uri="{FF2B5EF4-FFF2-40B4-BE49-F238E27FC236}">
                <a16:creationId xmlns:a16="http://schemas.microsoft.com/office/drawing/2014/main" id="{0DA58F2B-638E-42CD-B266-C5A6CF051927}"/>
              </a:ext>
            </a:extLst>
          </p:cNvPr>
          <p:cNvCxnSpPr>
            <a:cxnSpLocks/>
            <a:stCxn id="311" idx="2"/>
          </p:cNvCxnSpPr>
          <p:nvPr/>
        </p:nvCxnSpPr>
        <p:spPr>
          <a:xfrm flipH="1">
            <a:off x="6874261" y="4104171"/>
            <a:ext cx="1999816" cy="10063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42977282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002EAB7B-18AA-4ABB-ABA6-19047CE29469}"/>
              </a:ext>
            </a:extLst>
          </p:cNvPr>
          <p:cNvSpPr/>
          <p:nvPr/>
        </p:nvSpPr>
        <p:spPr>
          <a:xfrm>
            <a:off x="4060209" y="498128"/>
            <a:ext cx="3935785" cy="4517424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8DF286B3-EE39-49D6-B0D4-073E1A3BD65B}"/>
              </a:ext>
            </a:extLst>
          </p:cNvPr>
          <p:cNvSpPr/>
          <p:nvPr/>
        </p:nvSpPr>
        <p:spPr>
          <a:xfrm>
            <a:off x="8766610" y="1506101"/>
            <a:ext cx="675862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9318E7E-1851-4DBE-9B37-FCBCEAD5DB98}"/>
              </a:ext>
            </a:extLst>
          </p:cNvPr>
          <p:cNvSpPr txBox="1"/>
          <p:nvPr/>
        </p:nvSpPr>
        <p:spPr>
          <a:xfrm>
            <a:off x="8984974" y="1348673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D0CC1E7C-8F0E-46FE-9219-643EA4042ECE}"/>
              </a:ext>
            </a:extLst>
          </p:cNvPr>
          <p:cNvCxnSpPr>
            <a:cxnSpLocks/>
            <a:stCxn id="3" idx="2"/>
          </p:cNvCxnSpPr>
          <p:nvPr/>
        </p:nvCxnSpPr>
        <p:spPr>
          <a:xfrm flipH="1">
            <a:off x="7995994" y="1727913"/>
            <a:ext cx="770616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그룹 9">
            <a:extLst>
              <a:ext uri="{FF2B5EF4-FFF2-40B4-BE49-F238E27FC236}">
                <a16:creationId xmlns:a16="http://schemas.microsoft.com/office/drawing/2014/main" id="{B7C90769-7CBA-4665-81F7-4798171F9A1C}"/>
              </a:ext>
            </a:extLst>
          </p:cNvPr>
          <p:cNvGrpSpPr/>
          <p:nvPr/>
        </p:nvGrpSpPr>
        <p:grpSpPr>
          <a:xfrm>
            <a:off x="4229168" y="1707940"/>
            <a:ext cx="517956" cy="248122"/>
            <a:chOff x="2681976" y="1955121"/>
            <a:chExt cx="1929510" cy="596970"/>
          </a:xfrm>
        </p:grpSpPr>
        <p:sp>
          <p:nvSpPr>
            <p:cNvPr id="12" name="Border">
              <a:extLst>
                <a:ext uri="{FF2B5EF4-FFF2-40B4-BE49-F238E27FC236}">
                  <a16:creationId xmlns:a16="http://schemas.microsoft.com/office/drawing/2014/main" id="{C6F8265F-C2A5-4FE3-BE0B-C464A2637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" name="Line 2">
              <a:extLst>
                <a:ext uri="{FF2B5EF4-FFF2-40B4-BE49-F238E27FC236}">
                  <a16:creationId xmlns:a16="http://schemas.microsoft.com/office/drawing/2014/main" id="{801F5D1B-1DEA-420E-8940-AF3DEDC1C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Line 1">
              <a:extLst>
                <a:ext uri="{FF2B5EF4-FFF2-40B4-BE49-F238E27FC236}">
                  <a16:creationId xmlns:a16="http://schemas.microsoft.com/office/drawing/2014/main" id="{37C22465-EDFE-4388-9CF3-E1CB138C7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4C12117-66CB-4B50-89A7-C0F0232207BB}"/>
                </a:ext>
              </a:extLst>
            </p:cNvPr>
            <p:cNvSpPr txBox="1"/>
            <p:nvPr/>
          </p:nvSpPr>
          <p:spPr>
            <a:xfrm>
              <a:off x="2681976" y="2012505"/>
              <a:ext cx="1929510" cy="51834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>
                      <a:lumMod val="75000"/>
                    </a:schemeClr>
                  </a:solidFill>
                </a:rPr>
                <a:t>IMG</a:t>
              </a:r>
              <a:endParaRPr lang="ko-KR" alt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FDD9BE0-E077-4AD4-A0EF-F9019023732D}"/>
              </a:ext>
            </a:extLst>
          </p:cNvPr>
          <p:cNvSpPr/>
          <p:nvPr/>
        </p:nvSpPr>
        <p:spPr>
          <a:xfrm>
            <a:off x="4747123" y="1620574"/>
            <a:ext cx="3093515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301F239-748C-4394-B099-E8E9E2CC5501}"/>
              </a:ext>
            </a:extLst>
          </p:cNvPr>
          <p:cNvSpPr txBox="1"/>
          <p:nvPr/>
        </p:nvSpPr>
        <p:spPr>
          <a:xfrm>
            <a:off x="4133011" y="625460"/>
            <a:ext cx="195758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판매 상품 정보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자상상품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1" dirty="0"/>
          </a:p>
        </p:txBody>
      </p:sp>
      <p:graphicFrame>
        <p:nvGraphicFramePr>
          <p:cNvPr id="17" name="표 17">
            <a:extLst>
              <a:ext uri="{FF2B5EF4-FFF2-40B4-BE49-F238E27FC236}">
                <a16:creationId xmlns:a16="http://schemas.microsoft.com/office/drawing/2014/main" id="{DB1E8966-5B9B-4B5E-8B82-442942C693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0535928"/>
              </p:ext>
            </p:extLst>
          </p:nvPr>
        </p:nvGraphicFramePr>
        <p:xfrm>
          <a:off x="4272610" y="2403572"/>
          <a:ext cx="3472494" cy="10668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가격제약조건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1,500 </a:t>
                      </a:r>
                      <a:r>
                        <a:rPr lang="ko-KR" altLang="en-US" sz="800" dirty="0"/>
                        <a:t>원 </a:t>
                      </a:r>
                      <a:r>
                        <a:rPr lang="en-US" altLang="ko-KR" sz="800" dirty="0"/>
                        <a:t>~ 5,000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이익분배조건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 개당 </a:t>
                      </a:r>
                      <a:r>
                        <a:rPr lang="en-US" altLang="ko-KR" sz="800" dirty="0"/>
                        <a:t>500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3067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20,000 </a:t>
                      </a:r>
                      <a:r>
                        <a:rPr lang="ko-KR" altLang="en-US" sz="800" dirty="0"/>
                        <a:t>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5250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구매제한수량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</a:t>
                      </a:r>
                      <a:r>
                        <a:rPr lang="ko-KR" altLang="en-US" sz="800" dirty="0"/>
                        <a:t>회 </a:t>
                      </a:r>
                      <a:r>
                        <a:rPr lang="ko-KR" altLang="en-US" sz="800" dirty="0" err="1"/>
                        <a:t>구매시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100</a:t>
                      </a:r>
                      <a:r>
                        <a:rPr lang="ko-KR" altLang="en-US" sz="800" dirty="0"/>
                        <a:t>개 까지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36159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상품 판매 기간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무기한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570304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156C7BE3-A69E-4C1D-BF2E-53B9A1A9F9B4}"/>
              </a:ext>
            </a:extLst>
          </p:cNvPr>
          <p:cNvSpPr txBox="1"/>
          <p:nvPr/>
        </p:nvSpPr>
        <p:spPr>
          <a:xfrm>
            <a:off x="4165792" y="2181567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제약 조건</a:t>
            </a:r>
            <a:endParaRPr lang="ko-KR" altLang="en-US" sz="900" dirty="0"/>
          </a:p>
        </p:txBody>
      </p:sp>
      <p:graphicFrame>
        <p:nvGraphicFramePr>
          <p:cNvPr id="21" name="표 17">
            <a:extLst>
              <a:ext uri="{FF2B5EF4-FFF2-40B4-BE49-F238E27FC236}">
                <a16:creationId xmlns:a16="http://schemas.microsoft.com/office/drawing/2014/main" id="{FE22EEEE-8E7B-49C6-BE57-4FC4AA38C2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9786048"/>
              </p:ext>
            </p:extLst>
          </p:nvPr>
        </p:nvGraphicFramePr>
        <p:xfrm>
          <a:off x="4272610" y="3834210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 설정 금액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3,500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7C50109F-C9A9-404A-A039-F8E1747258CC}"/>
              </a:ext>
            </a:extLst>
          </p:cNvPr>
          <p:cNvSpPr txBox="1"/>
          <p:nvPr/>
        </p:nvSpPr>
        <p:spPr>
          <a:xfrm>
            <a:off x="4165792" y="3612205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 설정 정보</a:t>
            </a:r>
            <a:endParaRPr lang="ko-KR" altLang="en-US" sz="900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6B9D495-5BB1-44C0-B9B0-C6B653533820}"/>
              </a:ext>
            </a:extLst>
          </p:cNvPr>
          <p:cNvSpPr/>
          <p:nvPr/>
        </p:nvSpPr>
        <p:spPr>
          <a:xfrm>
            <a:off x="5722469" y="4363468"/>
            <a:ext cx="747061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24" name="Image">
            <a:extLst>
              <a:ext uri="{FF2B5EF4-FFF2-40B4-BE49-F238E27FC236}">
                <a16:creationId xmlns:a16="http://schemas.microsoft.com/office/drawing/2014/main" id="{D9FE3800-CAD8-4A8F-A35B-2853C9EAFCFE}"/>
              </a:ext>
            </a:extLst>
          </p:cNvPr>
          <p:cNvGrpSpPr>
            <a:grpSpLocks/>
          </p:cNvGrpSpPr>
          <p:nvPr/>
        </p:nvGrpSpPr>
        <p:grpSpPr bwMode="auto">
          <a:xfrm>
            <a:off x="7635922" y="646495"/>
            <a:ext cx="204716" cy="209797"/>
            <a:chOff x="508000" y="1397000"/>
            <a:chExt cx="1008112" cy="1008112"/>
          </a:xfrm>
        </p:grpSpPr>
        <p:sp>
          <p:nvSpPr>
            <p:cNvPr id="25" name="Border">
              <a:extLst>
                <a:ext uri="{FF2B5EF4-FFF2-40B4-BE49-F238E27FC236}">
                  <a16:creationId xmlns:a16="http://schemas.microsoft.com/office/drawing/2014/main" id="{DF532FDC-0E03-4252-AD05-91900219F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Line 2">
              <a:extLst>
                <a:ext uri="{FF2B5EF4-FFF2-40B4-BE49-F238E27FC236}">
                  <a16:creationId xmlns:a16="http://schemas.microsoft.com/office/drawing/2014/main" id="{617FFD58-F716-495D-BF9E-26971610D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" name="Line 1">
              <a:extLst>
                <a:ext uri="{FF2B5EF4-FFF2-40B4-BE49-F238E27FC236}">
                  <a16:creationId xmlns:a16="http://schemas.microsoft.com/office/drawing/2014/main" id="{1E10DC66-B649-4C09-B2CC-D3B932945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28" name="표 17">
            <a:extLst>
              <a:ext uri="{FF2B5EF4-FFF2-40B4-BE49-F238E27FC236}">
                <a16:creationId xmlns:a16="http://schemas.microsoft.com/office/drawing/2014/main" id="{374BC427-0C2B-4C16-A063-3E865ADEE5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8211185"/>
              </p:ext>
            </p:extLst>
          </p:nvPr>
        </p:nvGraphicFramePr>
        <p:xfrm>
          <a:off x="4272610" y="1210404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 상품 코드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Me9-Shop-0032022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BFE97DA1-BB61-4F13-87ED-7E10A200EFB4}"/>
              </a:ext>
            </a:extLst>
          </p:cNvPr>
          <p:cNvSpPr txBox="1"/>
          <p:nvPr/>
        </p:nvSpPr>
        <p:spPr>
          <a:xfrm>
            <a:off x="4165792" y="988399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 상품 코드</a:t>
            </a:r>
            <a:endParaRPr lang="ko-KR" altLang="en-US" sz="900" dirty="0"/>
          </a:p>
        </p:txBody>
      </p:sp>
    </p:spTree>
    <p:extLst>
      <p:ext uri="{BB962C8B-B14F-4D97-AF65-F5344CB8AC3E}">
        <p14:creationId xmlns:p14="http://schemas.microsoft.com/office/powerpoint/2010/main" val="206986670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5">
            <a:extLst>
              <a:ext uri="{FF2B5EF4-FFF2-40B4-BE49-F238E27FC236}">
                <a16:creationId xmlns:a16="http://schemas.microsoft.com/office/drawing/2014/main" id="{98326335-42A4-4306-A628-352583D654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6296067"/>
              </p:ext>
            </p:extLst>
          </p:nvPr>
        </p:nvGraphicFramePr>
        <p:xfrm>
          <a:off x="93134" y="550332"/>
          <a:ext cx="9922935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07645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1270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판매상품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커뮤니티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27" name="직사각형 26">
            <a:extLst>
              <a:ext uri="{FF2B5EF4-FFF2-40B4-BE49-F238E27FC236}">
                <a16:creationId xmlns:a16="http://schemas.microsoft.com/office/drawing/2014/main" id="{7CF47B7D-D6C0-4126-89E1-46574433AA2A}"/>
              </a:ext>
            </a:extLst>
          </p:cNvPr>
          <p:cNvSpPr/>
          <p:nvPr/>
        </p:nvSpPr>
        <p:spPr>
          <a:xfrm>
            <a:off x="8187180" y="1135545"/>
            <a:ext cx="1828889" cy="25499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제목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, 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내용검색</a:t>
            </a:r>
            <a:endParaRPr lang="ko-KR" altLang="en-US" sz="90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28" name="그림 27">
            <a:extLst>
              <a:ext uri="{FF2B5EF4-FFF2-40B4-BE49-F238E27FC236}">
                <a16:creationId xmlns:a16="http://schemas.microsoft.com/office/drawing/2014/main" id="{B84AE4C9-E8AA-41B0-92E0-408B2D720CB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9800046" y="1184291"/>
            <a:ext cx="157211" cy="157211"/>
          </a:xfrm>
          <a:prstGeom prst="rect">
            <a:avLst/>
          </a:prstGeom>
        </p:spPr>
      </p:pic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5F28EA7A-25E1-4248-8C16-687FC8B612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0421134"/>
              </p:ext>
            </p:extLst>
          </p:nvPr>
        </p:nvGraphicFramePr>
        <p:xfrm>
          <a:off x="93135" y="1508310"/>
          <a:ext cx="9922933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7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24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3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1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제목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작성자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Date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           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98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           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95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pic>
        <p:nvPicPr>
          <p:cNvPr id="30" name="Picture 2">
            <a:extLst>
              <a:ext uri="{FF2B5EF4-FFF2-40B4-BE49-F238E27FC236}">
                <a16:creationId xmlns:a16="http://schemas.microsoft.com/office/drawing/2014/main" id="{9EB37489-CA89-4865-B369-B48AF64C69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0216" y="3909710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2E521A54-408E-473F-9AFE-27EA792E5290}"/>
              </a:ext>
            </a:extLst>
          </p:cNvPr>
          <p:cNvSpPr txBox="1"/>
          <p:nvPr/>
        </p:nvSpPr>
        <p:spPr>
          <a:xfrm>
            <a:off x="93134" y="1280603"/>
            <a:ext cx="53893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99</a:t>
            </a:r>
            <a:r>
              <a:rPr lang="ko-KR" altLang="en-US" sz="800" dirty="0"/>
              <a:t>건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DAB56BC9-F12D-4739-8859-EFC5ABF43771}"/>
              </a:ext>
            </a:extLst>
          </p:cNvPr>
          <p:cNvSpPr/>
          <p:nvPr/>
        </p:nvSpPr>
        <p:spPr>
          <a:xfrm>
            <a:off x="9065548" y="3821098"/>
            <a:ext cx="950520" cy="320948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글쓰기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F115820-4431-4C9D-8332-12E058D9E346}"/>
              </a:ext>
            </a:extLst>
          </p:cNvPr>
          <p:cNvSpPr/>
          <p:nvPr/>
        </p:nvSpPr>
        <p:spPr>
          <a:xfrm>
            <a:off x="682387" y="1767386"/>
            <a:ext cx="375314" cy="1160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dirty="0"/>
              <a:t>공지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FEBF3B3-BC83-4154-B338-AADFFB452251}"/>
              </a:ext>
            </a:extLst>
          </p:cNvPr>
          <p:cNvSpPr/>
          <p:nvPr/>
        </p:nvSpPr>
        <p:spPr>
          <a:xfrm>
            <a:off x="682387" y="1980693"/>
            <a:ext cx="375314" cy="1160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dirty="0"/>
              <a:t>공지</a:t>
            </a:r>
          </a:p>
        </p:txBody>
      </p:sp>
    </p:spTree>
    <p:extLst>
      <p:ext uri="{BB962C8B-B14F-4D97-AF65-F5344CB8AC3E}">
        <p14:creationId xmlns:p14="http://schemas.microsoft.com/office/powerpoint/2010/main" val="358763735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표 5">
            <a:extLst>
              <a:ext uri="{FF2B5EF4-FFF2-40B4-BE49-F238E27FC236}">
                <a16:creationId xmlns:a16="http://schemas.microsoft.com/office/drawing/2014/main" id="{BFB4D317-176C-4A2D-8944-1CCE411066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0927158"/>
              </p:ext>
            </p:extLst>
          </p:nvPr>
        </p:nvGraphicFramePr>
        <p:xfrm>
          <a:off x="93134" y="550332"/>
          <a:ext cx="9922935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07645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1270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판매상품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커뮤니티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D05D0D56-A35E-4C7E-8A90-F423E3D9E13D}"/>
              </a:ext>
            </a:extLst>
          </p:cNvPr>
          <p:cNvSpPr/>
          <p:nvPr/>
        </p:nvSpPr>
        <p:spPr>
          <a:xfrm>
            <a:off x="3721449" y="5813483"/>
            <a:ext cx="1055327" cy="281122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목록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DC05930-E624-4778-85AA-101C2A55804A}"/>
              </a:ext>
            </a:extLst>
          </p:cNvPr>
          <p:cNvSpPr txBox="1"/>
          <p:nvPr/>
        </p:nvSpPr>
        <p:spPr>
          <a:xfrm>
            <a:off x="1103073" y="1454236"/>
            <a:ext cx="404469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제목노출 제목노출 제목노출 제목노출 제목노출 제목노출 제목노출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A44BA51-A794-475D-86F3-4443BCD3C3E1}"/>
              </a:ext>
            </a:extLst>
          </p:cNvPr>
          <p:cNvSpPr txBox="1"/>
          <p:nvPr/>
        </p:nvSpPr>
        <p:spPr>
          <a:xfrm>
            <a:off x="1103073" y="1748032"/>
            <a:ext cx="24609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작성자 </a:t>
            </a:r>
            <a:r>
              <a:rPr lang="en-US" altLang="ko-KR" sz="9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Shop</a:t>
            </a:r>
            <a:r>
              <a:rPr lang="ko-KR" altLang="en-US" sz="9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채널명</a:t>
            </a:r>
            <a:r>
              <a:rPr lang="en-US" altLang="ko-KR" sz="9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  </a:t>
            </a:r>
            <a:r>
              <a: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작성일  </a:t>
            </a:r>
            <a:r>
              <a:rPr lang="en-US" altLang="ko-KR" sz="9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2024</a:t>
            </a:r>
            <a:r>
              <a:rPr lang="en-US" altLang="ko-KR" sz="900" dirty="0"/>
              <a:t>-10-01</a:t>
            </a:r>
            <a:endParaRPr lang="ko-KR" altLang="en-US" sz="900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8B85856-9022-4DB5-96BC-0CA18259B74C}"/>
              </a:ext>
            </a:extLst>
          </p:cNvPr>
          <p:cNvSpPr txBox="1"/>
          <p:nvPr/>
        </p:nvSpPr>
        <p:spPr>
          <a:xfrm>
            <a:off x="1103073" y="4909913"/>
            <a:ext cx="118173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첨부파일  </a:t>
            </a:r>
            <a:r>
              <a:rPr lang="en-US" altLang="ko-KR" sz="900" u="sng" dirty="0">
                <a:solidFill>
                  <a:srgbClr val="0070C0"/>
                </a:solidFill>
              </a:rPr>
              <a:t>abcd.ppt</a:t>
            </a:r>
            <a:endParaRPr lang="ko-KR" altLang="en-US" sz="900" u="sng" dirty="0">
              <a:solidFill>
                <a:srgbClr val="0070C0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F36B101-136C-4917-9303-D8D8C698094F}"/>
              </a:ext>
            </a:extLst>
          </p:cNvPr>
          <p:cNvSpPr txBox="1"/>
          <p:nvPr/>
        </p:nvSpPr>
        <p:spPr>
          <a:xfrm>
            <a:off x="1107722" y="2228671"/>
            <a:ext cx="6989239" cy="24314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</a:t>
            </a: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내용노출내용노출 내용노출 내용노출 내용노출 내용노출 내용노출 내용노출 내용노출 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endParaRPr lang="ko-KR" altLang="en-US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</a:t>
            </a: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</a:t>
            </a: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내용노출 내용노출 내용노출 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</a:t>
            </a: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</a:t>
            </a: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77E30FE2-1149-4792-BEF6-016571F12D86}"/>
              </a:ext>
            </a:extLst>
          </p:cNvPr>
          <p:cNvCxnSpPr>
            <a:cxnSpLocks/>
          </p:cNvCxnSpPr>
          <p:nvPr/>
        </p:nvCxnSpPr>
        <p:spPr>
          <a:xfrm>
            <a:off x="1182566" y="5432841"/>
            <a:ext cx="8370867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3A772E1-0BF4-4EE8-8A6D-29AE214DF823}"/>
              </a:ext>
            </a:extLst>
          </p:cNvPr>
          <p:cNvSpPr/>
          <p:nvPr/>
        </p:nvSpPr>
        <p:spPr>
          <a:xfrm>
            <a:off x="4875604" y="5813483"/>
            <a:ext cx="1055327" cy="281122"/>
          </a:xfrm>
          <a:prstGeom prst="rect">
            <a:avLst/>
          </a:prstGeom>
          <a:solidFill>
            <a:srgbClr val="0070C0"/>
          </a:solidFill>
          <a:ln w="3175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82AE1A0-77F5-48A6-A7A5-04C9DF3A9B40}"/>
              </a:ext>
            </a:extLst>
          </p:cNvPr>
          <p:cNvSpPr/>
          <p:nvPr/>
        </p:nvSpPr>
        <p:spPr>
          <a:xfrm>
            <a:off x="6048299" y="5813483"/>
            <a:ext cx="1055327" cy="281122"/>
          </a:xfrm>
          <a:prstGeom prst="rect">
            <a:avLst/>
          </a:prstGeom>
          <a:solidFill>
            <a:srgbClr val="FF0000"/>
          </a:solidFill>
          <a:ln w="3175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삭제</a:t>
            </a:r>
          </a:p>
        </p:txBody>
      </p:sp>
    </p:spTree>
    <p:extLst>
      <p:ext uri="{BB962C8B-B14F-4D97-AF65-F5344CB8AC3E}">
        <p14:creationId xmlns:p14="http://schemas.microsoft.com/office/powerpoint/2010/main" val="70779121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표 5">
            <a:extLst>
              <a:ext uri="{FF2B5EF4-FFF2-40B4-BE49-F238E27FC236}">
                <a16:creationId xmlns:a16="http://schemas.microsoft.com/office/drawing/2014/main" id="{F594B130-2E74-4FB3-869E-5A39A84B2A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6326759"/>
              </p:ext>
            </p:extLst>
          </p:nvPr>
        </p:nvGraphicFramePr>
        <p:xfrm>
          <a:off x="93134" y="550332"/>
          <a:ext cx="9922935" cy="243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07645">
                  <a:extLst>
                    <a:ext uri="{9D8B030D-6E8A-4147-A177-3AD203B41FA5}">
                      <a16:colId xmlns:a16="http://schemas.microsoft.com/office/drawing/2014/main" val="3230482263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3730242496"/>
                    </a:ext>
                  </a:extLst>
                </a:gridCol>
                <a:gridCol w="3307645">
                  <a:extLst>
                    <a:ext uri="{9D8B030D-6E8A-4147-A177-3AD203B41FA5}">
                      <a16:colId xmlns:a16="http://schemas.microsoft.com/office/drawing/2014/main" val="844434264"/>
                    </a:ext>
                  </a:extLst>
                </a:gridCol>
              </a:tblGrid>
              <a:tr h="1270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정보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판매상품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</a:rPr>
                        <a:t>커뮤니티</a:t>
                      </a: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6348592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3439110E-C21E-4A8F-ABFD-77967D44CEA3}"/>
              </a:ext>
            </a:extLst>
          </p:cNvPr>
          <p:cNvSpPr/>
          <p:nvPr/>
        </p:nvSpPr>
        <p:spPr>
          <a:xfrm>
            <a:off x="4682670" y="5571624"/>
            <a:ext cx="1024203" cy="281122"/>
          </a:xfrm>
          <a:prstGeom prst="rect">
            <a:avLst/>
          </a:prstGeom>
          <a:solidFill>
            <a:schemeClr val="tx1"/>
          </a:solidFill>
          <a:ln w="3175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목록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8D35287-FDC1-41CA-8017-767904FC50BA}"/>
              </a:ext>
            </a:extLst>
          </p:cNvPr>
          <p:cNvSpPr/>
          <p:nvPr/>
        </p:nvSpPr>
        <p:spPr>
          <a:xfrm>
            <a:off x="5832066" y="5571624"/>
            <a:ext cx="1024203" cy="28112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등록하기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F49C3C9-3955-4AE3-B63D-AB1214A69A4B}"/>
              </a:ext>
            </a:extLst>
          </p:cNvPr>
          <p:cNvGraphicFramePr>
            <a:graphicFrameLocks noGrp="1"/>
          </p:cNvGraphicFramePr>
          <p:nvPr/>
        </p:nvGraphicFramePr>
        <p:xfrm>
          <a:off x="1719368" y="1246427"/>
          <a:ext cx="7547461" cy="40932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46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5842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4514">
                  <a:extLst>
                    <a:ext uri="{9D8B030D-6E8A-4147-A177-3AD203B41FA5}">
                      <a16:colId xmlns:a16="http://schemas.microsoft.com/office/drawing/2014/main" val="2648779358"/>
                    </a:ext>
                  </a:extLst>
                </a:gridCol>
                <a:gridCol w="2629859">
                  <a:extLst>
                    <a:ext uri="{9D8B030D-6E8A-4147-A177-3AD203B41FA5}">
                      <a16:colId xmlns:a16="http://schemas.microsoft.com/office/drawing/2014/main" val="3318754925"/>
                    </a:ext>
                  </a:extLst>
                </a:gridCol>
              </a:tblGrid>
              <a:tr h="1996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등록일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2024.10.15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작성자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6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분류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● 공지    ○ 일반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6977998"/>
                  </a:ext>
                </a:extLst>
              </a:tr>
              <a:tr h="1996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제목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5683201"/>
                  </a:ext>
                </a:extLst>
              </a:tr>
              <a:tr h="319406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내용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latinLnBrk="1"/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latinLnBrk="1"/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latinLnBrk="1"/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latinLnBrk="1"/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latinLnBrk="1"/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latinLnBrk="1"/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latinLnBrk="1"/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latinLnBrk="1"/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latinLnBrk="1"/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latinLnBrk="1"/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latinLnBrk="1"/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latinLnBrk="1"/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96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첨부파일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9103431E-934B-4F89-BFF6-1F4DE65398DF}"/>
              </a:ext>
            </a:extLst>
          </p:cNvPr>
          <p:cNvSpPr/>
          <p:nvPr/>
        </p:nvSpPr>
        <p:spPr>
          <a:xfrm>
            <a:off x="2914056" y="5137409"/>
            <a:ext cx="5314018" cy="17655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3EF3084-CBF1-4953-8950-F8B81E8A1C83}"/>
              </a:ext>
            </a:extLst>
          </p:cNvPr>
          <p:cNvSpPr/>
          <p:nvPr/>
        </p:nvSpPr>
        <p:spPr>
          <a:xfrm>
            <a:off x="7004727" y="5137409"/>
            <a:ext cx="1244600" cy="176555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찾아보기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C0F8195-7134-4B00-960E-FB202F1F68B0}"/>
              </a:ext>
            </a:extLst>
          </p:cNvPr>
          <p:cNvSpPr/>
          <p:nvPr/>
        </p:nvSpPr>
        <p:spPr>
          <a:xfrm>
            <a:off x="6698823" y="1277989"/>
            <a:ext cx="2439121" cy="17691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Shop </a:t>
            </a:r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채널명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6F85C6BE-4642-470B-8733-343EE4269697}"/>
              </a:ext>
            </a:extLst>
          </p:cNvPr>
          <p:cNvSpPr/>
          <p:nvPr/>
        </p:nvSpPr>
        <p:spPr>
          <a:xfrm>
            <a:off x="2912198" y="1724580"/>
            <a:ext cx="6223891" cy="17691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게시판 제목입니다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87E9F51-F602-4631-903B-D2001FFAF88B}"/>
              </a:ext>
            </a:extLst>
          </p:cNvPr>
          <p:cNvSpPr/>
          <p:nvPr/>
        </p:nvSpPr>
        <p:spPr>
          <a:xfrm>
            <a:off x="2914053" y="1968003"/>
            <a:ext cx="6223891" cy="307633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게시판 내용입니다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605441A6-2C9B-4CCF-87B6-F6FDE495CAA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45638" y="2032561"/>
            <a:ext cx="5860813" cy="280690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6A548C79-C55D-4E94-9992-A422C2010FCB}"/>
              </a:ext>
            </a:extLst>
          </p:cNvPr>
          <p:cNvSpPr/>
          <p:nvPr/>
        </p:nvSpPr>
        <p:spPr>
          <a:xfrm>
            <a:off x="10382288" y="4938346"/>
            <a:ext cx="2975212" cy="914400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웹에디터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파일 관리에 대해 고찰이 필요함</a:t>
            </a:r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파일 테이블을 따로 관리</a:t>
            </a:r>
          </a:p>
        </p:txBody>
      </p:sp>
    </p:spTree>
    <p:extLst>
      <p:ext uri="{BB962C8B-B14F-4D97-AF65-F5344CB8AC3E}">
        <p14:creationId xmlns:p14="http://schemas.microsoft.com/office/powerpoint/2010/main" val="232679307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6">
            <a:extLst>
              <a:ext uri="{FF2B5EF4-FFF2-40B4-BE49-F238E27FC236}">
                <a16:creationId xmlns:a16="http://schemas.microsoft.com/office/drawing/2014/main" id="{A7EB8B37-318B-4D5C-9F53-A95E79AB32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4526050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로그인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정보관리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대시보드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서브관리자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발주담당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상품관리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포인트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공동구매관리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배송비 설정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취소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환불 안내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정산관리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177074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97526AD5-3BE7-42E9-9666-426DC727E6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647774"/>
              </p:ext>
            </p:extLst>
          </p:nvPr>
        </p:nvGraphicFramePr>
        <p:xfrm>
          <a:off x="10171774" y="22159"/>
          <a:ext cx="1979018" cy="975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5089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P-01-002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서비스안내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자사상품목록 페이지 구조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203517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직사각형 10">
            <a:extLst>
              <a:ext uri="{FF2B5EF4-FFF2-40B4-BE49-F238E27FC236}">
                <a16:creationId xmlns:a16="http://schemas.microsoft.com/office/drawing/2014/main" id="{D28AB6AE-C69E-4A70-9019-D20877987711}"/>
              </a:ext>
            </a:extLst>
          </p:cNvPr>
          <p:cNvSpPr/>
          <p:nvPr/>
        </p:nvSpPr>
        <p:spPr>
          <a:xfrm>
            <a:off x="-1430069" y="4181986"/>
            <a:ext cx="10523269" cy="1787014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A50A6ED-ACF1-4E58-BCA9-9D9AFBF5A98E}"/>
              </a:ext>
            </a:extLst>
          </p:cNvPr>
          <p:cNvSpPr/>
          <p:nvPr/>
        </p:nvSpPr>
        <p:spPr>
          <a:xfrm>
            <a:off x="122057" y="4550198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7BB9AE-742F-41A1-A286-08A7EEF273A6}"/>
              </a:ext>
            </a:extLst>
          </p:cNvPr>
          <p:cNvSpPr/>
          <p:nvPr/>
        </p:nvSpPr>
        <p:spPr>
          <a:xfrm>
            <a:off x="8046177" y="4547426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4F7898D-2705-475D-AD41-CC5AAB46780A}"/>
              </a:ext>
            </a:extLst>
          </p:cNvPr>
          <p:cNvSpPr/>
          <p:nvPr/>
        </p:nvSpPr>
        <p:spPr>
          <a:xfrm>
            <a:off x="121447" y="4769626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A57D845-CB32-4A36-B4FB-60D39C0BA286}"/>
              </a:ext>
            </a:extLst>
          </p:cNvPr>
          <p:cNvSpPr/>
          <p:nvPr/>
        </p:nvSpPr>
        <p:spPr>
          <a:xfrm>
            <a:off x="950754" y="4769626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6" name="표 63">
            <a:extLst>
              <a:ext uri="{FF2B5EF4-FFF2-40B4-BE49-F238E27FC236}">
                <a16:creationId xmlns:a16="http://schemas.microsoft.com/office/drawing/2014/main" id="{5B0DDB1C-BAEC-4FD3-A144-4F89EAA1CE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2593659"/>
              </p:ext>
            </p:extLst>
          </p:nvPr>
        </p:nvGraphicFramePr>
        <p:xfrm>
          <a:off x="-1119100" y="4527246"/>
          <a:ext cx="9936421" cy="91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01924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3857898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  <a:gridCol w="1254034">
                  <a:extLst>
                    <a:ext uri="{9D8B030D-6E8A-4147-A177-3AD203B41FA5}">
                      <a16:colId xmlns:a16="http://schemas.microsoft.com/office/drawing/2014/main" val="246205619"/>
                    </a:ext>
                  </a:extLst>
                </a:gridCol>
                <a:gridCol w="3722565">
                  <a:extLst>
                    <a:ext uri="{9D8B030D-6E8A-4147-A177-3AD203B41FA5}">
                      <a16:colId xmlns:a16="http://schemas.microsoft.com/office/drawing/2014/main" val="85287171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상품분류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9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상품상태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판매범위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891665"/>
                  </a:ext>
                </a:extLst>
              </a:tr>
              <a:tr h="0">
                <a:tc gridSpan="4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3E51D41-3DAE-4941-ABC3-BC50AA1F83CB}"/>
              </a:ext>
            </a:extLst>
          </p:cNvPr>
          <p:cNvSpPr/>
          <p:nvPr/>
        </p:nvSpPr>
        <p:spPr>
          <a:xfrm>
            <a:off x="8046176" y="5223886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66D6AAD-133D-427E-815D-224E2AC3594C}"/>
              </a:ext>
            </a:extLst>
          </p:cNvPr>
          <p:cNvSpPr/>
          <p:nvPr/>
        </p:nvSpPr>
        <p:spPr>
          <a:xfrm>
            <a:off x="5128266" y="4991024"/>
            <a:ext cx="248177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□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자사상품     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□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공개상품    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□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부분공개상품 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A0728DF-C497-4550-B6BE-6977CB7D5B00}"/>
              </a:ext>
            </a:extLst>
          </p:cNvPr>
          <p:cNvSpPr/>
          <p:nvPr/>
        </p:nvSpPr>
        <p:spPr>
          <a:xfrm>
            <a:off x="57823" y="4991527"/>
            <a:ext cx="199766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□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판매   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□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중지    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□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판매중지예고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6FD7F16-B706-4B66-AB50-4D6EECA688A9}"/>
              </a:ext>
            </a:extLst>
          </p:cNvPr>
          <p:cNvSpPr/>
          <p:nvPr/>
        </p:nvSpPr>
        <p:spPr>
          <a:xfrm>
            <a:off x="1780061" y="4763690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세분류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9D8F8458-E971-4D06-B76F-9ECD766ED8B6}"/>
              </a:ext>
            </a:extLst>
          </p:cNvPr>
          <p:cNvSpPr/>
          <p:nvPr/>
        </p:nvSpPr>
        <p:spPr>
          <a:xfrm>
            <a:off x="9177867" y="372533"/>
            <a:ext cx="897466" cy="516467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CCBEC05F-F73D-4A32-9547-59CB22886D4B}"/>
              </a:ext>
            </a:extLst>
          </p:cNvPr>
          <p:cNvCxnSpPr>
            <a:cxnSpLocks/>
            <a:stCxn id="12" idx="4"/>
          </p:cNvCxnSpPr>
          <p:nvPr/>
        </p:nvCxnSpPr>
        <p:spPr>
          <a:xfrm flipH="1">
            <a:off x="8356600" y="889000"/>
            <a:ext cx="1270000" cy="3547533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4A7BAF4B-8024-4B45-8368-DE8FB9350727}"/>
              </a:ext>
            </a:extLst>
          </p:cNvPr>
          <p:cNvSpPr txBox="1"/>
          <p:nvPr/>
        </p:nvSpPr>
        <p:spPr>
          <a:xfrm>
            <a:off x="5547761" y="1750369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4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4FCCEAB-0AAF-45E6-91DE-E34DCB2FF1CD}"/>
              </a:ext>
            </a:extLst>
          </p:cNvPr>
          <p:cNvSpPr txBox="1"/>
          <p:nvPr/>
        </p:nvSpPr>
        <p:spPr>
          <a:xfrm>
            <a:off x="6266253" y="1750369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8C91EBF-F711-4FE6-8FA5-17BCD873E54A}"/>
              </a:ext>
            </a:extLst>
          </p:cNvPr>
          <p:cNvSpPr txBox="1"/>
          <p:nvPr/>
        </p:nvSpPr>
        <p:spPr>
          <a:xfrm>
            <a:off x="7380300" y="1497519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D304C06-7332-4617-8A9C-0AE87E163D8E}"/>
              </a:ext>
            </a:extLst>
          </p:cNvPr>
          <p:cNvSpPr txBox="1"/>
          <p:nvPr/>
        </p:nvSpPr>
        <p:spPr>
          <a:xfrm>
            <a:off x="1417206" y="2612303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5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835987C-12E9-4B0D-8601-430C385CB1DF}"/>
              </a:ext>
            </a:extLst>
          </p:cNvPr>
          <p:cNvSpPr txBox="1"/>
          <p:nvPr/>
        </p:nvSpPr>
        <p:spPr>
          <a:xfrm>
            <a:off x="9106990" y="39993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007A68B5-B01A-423A-9A0D-E972FE7176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8334532"/>
              </p:ext>
            </p:extLst>
          </p:nvPr>
        </p:nvGraphicFramePr>
        <p:xfrm>
          <a:off x="10171774" y="22159"/>
          <a:ext cx="1979018" cy="504547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0026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405063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P-01-002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자사상품목록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컨텐츠 화면 </a:t>
                      </a:r>
                      <a:endParaRPr lang="en-US" altLang="ko-KR" sz="800" dirty="0"/>
                    </a:p>
                    <a:p>
                      <a:pPr algn="l" latinLnBrk="1"/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자사상품 목록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상세메뉴버튼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클릭시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상세 조건 표시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1387450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판매중지 예고신청버튼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 상품이 채널에 게시된 경우 제품을 판매 중지로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수정또는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제품을 삭제할 경우 게시된 채널에 판매중지예고를 전달하는 버튼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</a:rPr>
                        <a:t>판매요청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8702436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서브관리 채널목록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서브관리자로 관리할 수 있는 채널목록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2562567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바로가기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자주사용하는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메뉴는 별도 관리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6745450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주문단계당 주문건수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0066990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7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회원정보 보기 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성별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연락처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채널관리자 주소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1871921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8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문의사항 리스트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1187602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9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주문목록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45855019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10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방문한 채널리스트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75538560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하단 회사정보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53397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689286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FFEDCA37-9D0A-42D1-BAC2-2691023978AB}"/>
              </a:ext>
            </a:extLst>
          </p:cNvPr>
          <p:cNvSpPr/>
          <p:nvPr/>
        </p:nvSpPr>
        <p:spPr>
          <a:xfrm>
            <a:off x="260535" y="-122009"/>
            <a:ext cx="7328848" cy="6747311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DC43148F-4ECF-4CFE-9365-916170E0EDC6}"/>
              </a:ext>
            </a:extLst>
          </p:cNvPr>
          <p:cNvGrpSpPr/>
          <p:nvPr/>
        </p:nvGrpSpPr>
        <p:grpSpPr>
          <a:xfrm>
            <a:off x="649403" y="213025"/>
            <a:ext cx="2798648" cy="2361452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4" name="Border">
              <a:extLst>
                <a:ext uri="{FF2B5EF4-FFF2-40B4-BE49-F238E27FC236}">
                  <a16:creationId xmlns:a16="http://schemas.microsoft.com/office/drawing/2014/main" id="{1EA532A7-D9CA-462D-BF3C-5D3DD7F55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" name="Line 2">
              <a:extLst>
                <a:ext uri="{FF2B5EF4-FFF2-40B4-BE49-F238E27FC236}">
                  <a16:creationId xmlns:a16="http://schemas.microsoft.com/office/drawing/2014/main" id="{9EB02190-51FC-49A8-A73C-0134AA830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" name="Line 1">
              <a:extLst>
                <a:ext uri="{FF2B5EF4-FFF2-40B4-BE49-F238E27FC236}">
                  <a16:creationId xmlns:a16="http://schemas.microsoft.com/office/drawing/2014/main" id="{A83DF46D-FB69-48C4-85DE-C83ECBC2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E83BC36D-6A6B-465D-904C-0298EE837F13}"/>
                </a:ext>
              </a:extLst>
            </p:cNvPr>
            <p:cNvSpPr txBox="1"/>
            <p:nvPr/>
          </p:nvSpPr>
          <p:spPr>
            <a:xfrm>
              <a:off x="3381983" y="2215369"/>
              <a:ext cx="598462" cy="764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624193AD-4C18-4418-9178-64D9937059C4}"/>
              </a:ext>
            </a:extLst>
          </p:cNvPr>
          <p:cNvGrpSpPr/>
          <p:nvPr/>
        </p:nvGrpSpPr>
        <p:grpSpPr>
          <a:xfrm>
            <a:off x="636714" y="2688297"/>
            <a:ext cx="492940" cy="406337"/>
            <a:chOff x="3092355" y="3209109"/>
            <a:chExt cx="353705" cy="305189"/>
          </a:xfrm>
        </p:grpSpPr>
        <p:sp>
          <p:nvSpPr>
            <p:cNvPr id="9" name="Border">
              <a:extLst>
                <a:ext uri="{FF2B5EF4-FFF2-40B4-BE49-F238E27FC236}">
                  <a16:creationId xmlns:a16="http://schemas.microsoft.com/office/drawing/2014/main" id="{6EC23407-A9EA-4B1A-8B81-637290720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Line 2">
              <a:extLst>
                <a:ext uri="{FF2B5EF4-FFF2-40B4-BE49-F238E27FC236}">
                  <a16:creationId xmlns:a16="http://schemas.microsoft.com/office/drawing/2014/main" id="{29BDC0F6-1A12-4DD4-984D-3E1460148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" name="Line 1">
              <a:extLst>
                <a:ext uri="{FF2B5EF4-FFF2-40B4-BE49-F238E27FC236}">
                  <a16:creationId xmlns:a16="http://schemas.microsoft.com/office/drawing/2014/main" id="{035FE87E-F762-400B-9D6C-79C83E2D9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31835309-3298-4E01-8D98-04EC2E656209}"/>
              </a:ext>
            </a:extLst>
          </p:cNvPr>
          <p:cNvGrpSpPr/>
          <p:nvPr/>
        </p:nvGrpSpPr>
        <p:grpSpPr>
          <a:xfrm>
            <a:off x="1215864" y="2688293"/>
            <a:ext cx="492940" cy="406337"/>
            <a:chOff x="3092355" y="3209109"/>
            <a:chExt cx="353705" cy="305189"/>
          </a:xfrm>
        </p:grpSpPr>
        <p:sp>
          <p:nvSpPr>
            <p:cNvPr id="13" name="Border">
              <a:extLst>
                <a:ext uri="{FF2B5EF4-FFF2-40B4-BE49-F238E27FC236}">
                  <a16:creationId xmlns:a16="http://schemas.microsoft.com/office/drawing/2014/main" id="{342F8287-19CE-41E5-B327-0EF8F3BB6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Line 2">
              <a:extLst>
                <a:ext uri="{FF2B5EF4-FFF2-40B4-BE49-F238E27FC236}">
                  <a16:creationId xmlns:a16="http://schemas.microsoft.com/office/drawing/2014/main" id="{AE87B077-E7B5-4CA0-91E0-C61872933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" name="Line 1">
              <a:extLst>
                <a:ext uri="{FF2B5EF4-FFF2-40B4-BE49-F238E27FC236}">
                  <a16:creationId xmlns:a16="http://schemas.microsoft.com/office/drawing/2014/main" id="{B4671A90-AD7F-4226-A016-871AAC824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0A95E4D3-622F-483C-95D6-5D832B589695}"/>
              </a:ext>
            </a:extLst>
          </p:cNvPr>
          <p:cNvGrpSpPr/>
          <p:nvPr/>
        </p:nvGrpSpPr>
        <p:grpSpPr>
          <a:xfrm>
            <a:off x="1795014" y="2688293"/>
            <a:ext cx="492940" cy="406337"/>
            <a:chOff x="3092355" y="3209109"/>
            <a:chExt cx="353705" cy="305189"/>
          </a:xfrm>
        </p:grpSpPr>
        <p:sp>
          <p:nvSpPr>
            <p:cNvPr id="17" name="Border">
              <a:extLst>
                <a:ext uri="{FF2B5EF4-FFF2-40B4-BE49-F238E27FC236}">
                  <a16:creationId xmlns:a16="http://schemas.microsoft.com/office/drawing/2014/main" id="{2D623D4E-182C-45C6-AD82-494D56392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Line 2">
              <a:extLst>
                <a:ext uri="{FF2B5EF4-FFF2-40B4-BE49-F238E27FC236}">
                  <a16:creationId xmlns:a16="http://schemas.microsoft.com/office/drawing/2014/main" id="{FC94A30D-17BB-417B-9A82-17C99D2FF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Line 1">
              <a:extLst>
                <a:ext uri="{FF2B5EF4-FFF2-40B4-BE49-F238E27FC236}">
                  <a16:creationId xmlns:a16="http://schemas.microsoft.com/office/drawing/2014/main" id="{FB92E47C-AD3C-4AF0-A422-D21FBE901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2CB78772-B241-4828-802F-A1D3B9E51551}"/>
              </a:ext>
            </a:extLst>
          </p:cNvPr>
          <p:cNvGrpSpPr/>
          <p:nvPr/>
        </p:nvGrpSpPr>
        <p:grpSpPr>
          <a:xfrm>
            <a:off x="2374164" y="2688293"/>
            <a:ext cx="492940" cy="406337"/>
            <a:chOff x="3092355" y="3209109"/>
            <a:chExt cx="353705" cy="305189"/>
          </a:xfrm>
        </p:grpSpPr>
        <p:sp>
          <p:nvSpPr>
            <p:cNvPr id="21" name="Border">
              <a:extLst>
                <a:ext uri="{FF2B5EF4-FFF2-40B4-BE49-F238E27FC236}">
                  <a16:creationId xmlns:a16="http://schemas.microsoft.com/office/drawing/2014/main" id="{77EB3EA2-463A-444A-A986-4A535FAC1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Line 2">
              <a:extLst>
                <a:ext uri="{FF2B5EF4-FFF2-40B4-BE49-F238E27FC236}">
                  <a16:creationId xmlns:a16="http://schemas.microsoft.com/office/drawing/2014/main" id="{C5206094-4592-4603-915F-C6BF7C8D1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" name="Line 1">
              <a:extLst>
                <a:ext uri="{FF2B5EF4-FFF2-40B4-BE49-F238E27FC236}">
                  <a16:creationId xmlns:a16="http://schemas.microsoft.com/office/drawing/2014/main" id="{18E14969-7DC0-4D41-872E-9122F0053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8A353A67-303E-425B-AC96-505060CC39D4}"/>
              </a:ext>
            </a:extLst>
          </p:cNvPr>
          <p:cNvGrpSpPr/>
          <p:nvPr/>
        </p:nvGrpSpPr>
        <p:grpSpPr>
          <a:xfrm>
            <a:off x="2953314" y="2688293"/>
            <a:ext cx="492942" cy="406341"/>
            <a:chOff x="3092355" y="3209106"/>
            <a:chExt cx="353706" cy="305192"/>
          </a:xfrm>
        </p:grpSpPr>
        <p:sp>
          <p:nvSpPr>
            <p:cNvPr id="25" name="Border">
              <a:extLst>
                <a:ext uri="{FF2B5EF4-FFF2-40B4-BE49-F238E27FC236}">
                  <a16:creationId xmlns:a16="http://schemas.microsoft.com/office/drawing/2014/main" id="{06C77349-9F0F-4FCF-A395-3D2D0C868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Line 2">
              <a:extLst>
                <a:ext uri="{FF2B5EF4-FFF2-40B4-BE49-F238E27FC236}">
                  <a16:creationId xmlns:a16="http://schemas.microsoft.com/office/drawing/2014/main" id="{EF60047C-794A-4B88-BB3C-E5EE1031D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" name="Line 1">
              <a:extLst>
                <a:ext uri="{FF2B5EF4-FFF2-40B4-BE49-F238E27FC236}">
                  <a16:creationId xmlns:a16="http://schemas.microsoft.com/office/drawing/2014/main" id="{2E970B3B-501F-4479-818D-75B5328DA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6" y="3209106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4376C178-0C81-4E38-8C6C-36B2F230B809}"/>
              </a:ext>
            </a:extLst>
          </p:cNvPr>
          <p:cNvSpPr txBox="1"/>
          <p:nvPr/>
        </p:nvSpPr>
        <p:spPr>
          <a:xfrm>
            <a:off x="3497055" y="147533"/>
            <a:ext cx="3948564" cy="7148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대분류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1200" b="1" dirty="0"/>
              <a:t>상품명</a:t>
            </a:r>
            <a:r>
              <a:rPr lang="en-US" altLang="ko-KR" sz="1200" b="1" dirty="0"/>
              <a:t>23232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상품코드 </a:t>
            </a:r>
            <a:r>
              <a:rPr lang="en-US" altLang="ko-KR" sz="800" dirty="0"/>
              <a:t>:  a200392            </a:t>
            </a:r>
            <a:r>
              <a:rPr lang="ko-KR" altLang="en-US" sz="800" dirty="0"/>
              <a:t>판매자 </a:t>
            </a:r>
            <a:r>
              <a:rPr lang="en-US" altLang="ko-KR" sz="800" dirty="0"/>
              <a:t>: </a:t>
            </a:r>
            <a:r>
              <a:rPr lang="en-US" altLang="ko-KR" sz="800" dirty="0" err="1"/>
              <a:t>aabbds</a:t>
            </a:r>
            <a:endParaRPr lang="ko-KR" altLang="en-US" sz="800" dirty="0"/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E98E52D-0A1F-4416-8063-B620D8E2CBB1}"/>
              </a:ext>
            </a:extLst>
          </p:cNvPr>
          <p:cNvSpPr/>
          <p:nvPr/>
        </p:nvSpPr>
        <p:spPr>
          <a:xfrm>
            <a:off x="649403" y="3689778"/>
            <a:ext cx="1215128" cy="281224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상품 판매 조건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B0C3F9D6-3D2C-4563-B602-76E879CD631A}"/>
              </a:ext>
            </a:extLst>
          </p:cNvPr>
          <p:cNvSpPr/>
          <p:nvPr/>
        </p:nvSpPr>
        <p:spPr>
          <a:xfrm>
            <a:off x="1864531" y="3689778"/>
            <a:ext cx="1215128" cy="2812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상품 상세 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3A05C67C-6C2B-4DBE-945B-2C153B3745A5}"/>
              </a:ext>
            </a:extLst>
          </p:cNvPr>
          <p:cNvSpPr/>
          <p:nvPr/>
        </p:nvSpPr>
        <p:spPr>
          <a:xfrm>
            <a:off x="649403" y="3971002"/>
            <a:ext cx="6796216" cy="1758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33" name="표 43">
            <a:extLst>
              <a:ext uri="{FF2B5EF4-FFF2-40B4-BE49-F238E27FC236}">
                <a16:creationId xmlns:a16="http://schemas.microsoft.com/office/drawing/2014/main" id="{7B65EE4E-6D53-4294-90C4-7C984A29FE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2463574"/>
              </p:ext>
            </p:extLst>
          </p:nvPr>
        </p:nvGraphicFramePr>
        <p:xfrm>
          <a:off x="791387" y="4138642"/>
          <a:ext cx="650874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57666">
                  <a:extLst>
                    <a:ext uri="{9D8B030D-6E8A-4147-A177-3AD203B41FA5}">
                      <a16:colId xmlns:a16="http://schemas.microsoft.com/office/drawing/2014/main" val="1601486229"/>
                    </a:ext>
                  </a:extLst>
                </a:gridCol>
                <a:gridCol w="5451078">
                  <a:extLst>
                    <a:ext uri="{9D8B030D-6E8A-4147-A177-3AD203B41FA5}">
                      <a16:colId xmlns:a16="http://schemas.microsoft.com/office/drawing/2014/main" val="273860845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지급포인트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1,000 point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81730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과세구분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과세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4451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판매가격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5,000 </a:t>
                      </a:r>
                      <a:r>
                        <a:rPr lang="ko-KR" altLang="en-US" sz="800" dirty="0"/>
                        <a:t>원 </a:t>
                      </a:r>
                      <a:r>
                        <a:rPr lang="en-US" altLang="ko-KR" sz="800" dirty="0"/>
                        <a:t>~ 11,000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0007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이익분배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판매개당 </a:t>
                      </a:r>
                      <a:r>
                        <a:rPr lang="en-US" altLang="ko-KR" sz="800" dirty="0"/>
                        <a:t>4,000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53287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재고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3,223 </a:t>
                      </a:r>
                      <a:r>
                        <a:rPr lang="ko-KR" altLang="en-US" sz="800" dirty="0"/>
                        <a:t>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7791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구매제한수량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</a:t>
                      </a:r>
                      <a:r>
                        <a:rPr lang="ko-KR" altLang="en-US" sz="800" dirty="0"/>
                        <a:t>회 구매에 </a:t>
                      </a:r>
                      <a:r>
                        <a:rPr lang="en-US" altLang="ko-KR" sz="800" dirty="0"/>
                        <a:t>100 </a:t>
                      </a:r>
                      <a:r>
                        <a:rPr lang="ko-KR" altLang="en-US" sz="800" dirty="0"/>
                        <a:t>개까지 구매가능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1333764"/>
                  </a:ext>
                </a:extLst>
              </a:tr>
            </a:tbl>
          </a:graphicData>
        </a:graphic>
      </p:graphicFrame>
      <p:sp>
        <p:nvSpPr>
          <p:cNvPr id="34" name="직사각형 33">
            <a:extLst>
              <a:ext uri="{FF2B5EF4-FFF2-40B4-BE49-F238E27FC236}">
                <a16:creationId xmlns:a16="http://schemas.microsoft.com/office/drawing/2014/main" id="{81C7855D-21A4-4A84-A8D0-B0D120A90F21}"/>
              </a:ext>
            </a:extLst>
          </p:cNvPr>
          <p:cNvSpPr/>
          <p:nvPr/>
        </p:nvSpPr>
        <p:spPr>
          <a:xfrm>
            <a:off x="3685134" y="6098261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35" name="Image">
            <a:extLst>
              <a:ext uri="{FF2B5EF4-FFF2-40B4-BE49-F238E27FC236}">
                <a16:creationId xmlns:a16="http://schemas.microsoft.com/office/drawing/2014/main" id="{1E344966-65D3-4B1A-AE6E-7977964ABA5B}"/>
              </a:ext>
            </a:extLst>
          </p:cNvPr>
          <p:cNvGrpSpPr>
            <a:grpSpLocks/>
          </p:cNvGrpSpPr>
          <p:nvPr/>
        </p:nvGrpSpPr>
        <p:grpSpPr bwMode="auto">
          <a:xfrm>
            <a:off x="7218530" y="-37432"/>
            <a:ext cx="263570" cy="250457"/>
            <a:chOff x="508000" y="1397000"/>
            <a:chExt cx="1008112" cy="1008112"/>
          </a:xfrm>
        </p:grpSpPr>
        <p:sp>
          <p:nvSpPr>
            <p:cNvPr id="36" name="Border">
              <a:extLst>
                <a:ext uri="{FF2B5EF4-FFF2-40B4-BE49-F238E27FC236}">
                  <a16:creationId xmlns:a16="http://schemas.microsoft.com/office/drawing/2014/main" id="{69792DE8-D32F-48C3-A561-F8B527867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" name="Line 2">
              <a:extLst>
                <a:ext uri="{FF2B5EF4-FFF2-40B4-BE49-F238E27FC236}">
                  <a16:creationId xmlns:a16="http://schemas.microsoft.com/office/drawing/2014/main" id="{BB776B07-2A1C-4571-9879-F0D6BAA9A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" name="Line 1">
              <a:extLst>
                <a:ext uri="{FF2B5EF4-FFF2-40B4-BE49-F238E27FC236}">
                  <a16:creationId xmlns:a16="http://schemas.microsoft.com/office/drawing/2014/main" id="{D27EA5D7-8821-412D-B1EE-2947CAD69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9" name="타원 38">
            <a:extLst>
              <a:ext uri="{FF2B5EF4-FFF2-40B4-BE49-F238E27FC236}">
                <a16:creationId xmlns:a16="http://schemas.microsoft.com/office/drawing/2014/main" id="{B9B91952-D0C8-49F1-A16C-11C0730E7ED1}"/>
              </a:ext>
            </a:extLst>
          </p:cNvPr>
          <p:cNvSpPr/>
          <p:nvPr/>
        </p:nvSpPr>
        <p:spPr>
          <a:xfrm>
            <a:off x="8254742" y="1714999"/>
            <a:ext cx="579151" cy="33880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560BB32D-CDE6-4578-A86D-49E377CCC42C}"/>
              </a:ext>
            </a:extLst>
          </p:cNvPr>
          <p:cNvCxnSpPr>
            <a:cxnSpLocks/>
            <a:stCxn id="39" idx="1"/>
          </p:cNvCxnSpPr>
          <p:nvPr/>
        </p:nvCxnSpPr>
        <p:spPr>
          <a:xfrm flipH="1" flipV="1">
            <a:off x="7482101" y="1346690"/>
            <a:ext cx="857456" cy="417926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5" name="그림 44">
            <a:extLst>
              <a:ext uri="{FF2B5EF4-FFF2-40B4-BE49-F238E27FC236}">
                <a16:creationId xmlns:a16="http://schemas.microsoft.com/office/drawing/2014/main" id="{5B98FF50-5445-4B3B-801B-2E2A1D646DF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35757" y="891652"/>
            <a:ext cx="3946343" cy="16828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908063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6" name="표 65">
            <a:extLst>
              <a:ext uri="{FF2B5EF4-FFF2-40B4-BE49-F238E27FC236}">
                <a16:creationId xmlns:a16="http://schemas.microsoft.com/office/drawing/2014/main" id="{07FA3634-B253-4282-A9F2-CD4177511A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541808"/>
              </p:ext>
            </p:extLst>
          </p:nvPr>
        </p:nvGraphicFramePr>
        <p:xfrm>
          <a:off x="10171774" y="22159"/>
          <a:ext cx="1979018" cy="455779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0026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405063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P-01-002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서비스안내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자사상품 목록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1387450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메뉴</a:t>
                      </a:r>
                      <a:br>
                        <a:rPr lang="en-US" altLang="ko-KR" sz="8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2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단계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서브관리 채널목록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서브관리자로 관리할 수 있는 채널목록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8702436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서브관리 채널목록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서브관리자로 관리할 수 있는 채널목록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2562567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바로가기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자주사용하는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메뉴는 별도 관리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6745450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주문단계당 주문건수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0066990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7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회원정보 보기 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성별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연락처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채널관리자 주소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1871921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8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문의사항 리스트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1187602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9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주문목록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45855019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10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방문한 채널리스트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75538560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하단 회사정보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5339751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123B5F82-18EA-4328-BF4F-417E90F8DFAF}"/>
              </a:ext>
            </a:extLst>
          </p:cNvPr>
          <p:cNvSpPr/>
          <p:nvPr/>
        </p:nvSpPr>
        <p:spPr>
          <a:xfrm>
            <a:off x="-342917" y="1315877"/>
            <a:ext cx="6859119" cy="4734826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Image">
            <a:extLst>
              <a:ext uri="{FF2B5EF4-FFF2-40B4-BE49-F238E27FC236}">
                <a16:creationId xmlns:a16="http://schemas.microsoft.com/office/drawing/2014/main" id="{A537539F-4120-44EA-9EA2-35FA2832D4DB}"/>
              </a:ext>
            </a:extLst>
          </p:cNvPr>
          <p:cNvGrpSpPr>
            <a:grpSpLocks/>
          </p:cNvGrpSpPr>
          <p:nvPr/>
        </p:nvGrpSpPr>
        <p:grpSpPr bwMode="auto">
          <a:xfrm>
            <a:off x="5742704" y="1704892"/>
            <a:ext cx="263570" cy="250457"/>
            <a:chOff x="508000" y="1397000"/>
            <a:chExt cx="1008112" cy="1008112"/>
          </a:xfrm>
        </p:grpSpPr>
        <p:sp>
          <p:nvSpPr>
            <p:cNvPr id="5" name="Border">
              <a:extLst>
                <a:ext uri="{FF2B5EF4-FFF2-40B4-BE49-F238E27FC236}">
                  <a16:creationId xmlns:a16="http://schemas.microsoft.com/office/drawing/2014/main" id="{DB1D4184-F483-4292-BB97-F9013AFF6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" name="Line 2">
              <a:extLst>
                <a:ext uri="{FF2B5EF4-FFF2-40B4-BE49-F238E27FC236}">
                  <a16:creationId xmlns:a16="http://schemas.microsoft.com/office/drawing/2014/main" id="{F06CEC27-F23B-4DDB-A17E-042217170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Line 1">
              <a:extLst>
                <a:ext uri="{FF2B5EF4-FFF2-40B4-BE49-F238E27FC236}">
                  <a16:creationId xmlns:a16="http://schemas.microsoft.com/office/drawing/2014/main" id="{C24A72D3-4429-4AE1-BCC0-37E757DB5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" name="직사각형 7">
            <a:extLst>
              <a:ext uri="{FF2B5EF4-FFF2-40B4-BE49-F238E27FC236}">
                <a16:creationId xmlns:a16="http://schemas.microsoft.com/office/drawing/2014/main" id="{81DCFDB1-30EA-409B-BE48-562FA9E216B0}"/>
              </a:ext>
            </a:extLst>
          </p:cNvPr>
          <p:cNvSpPr/>
          <p:nvPr/>
        </p:nvSpPr>
        <p:spPr>
          <a:xfrm>
            <a:off x="12802" y="1621732"/>
            <a:ext cx="1678665" cy="33361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200" b="1" dirty="0"/>
              <a:t>■ 판매중지예고 설정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FCF950F-6A57-421B-8CDC-7B6A7C04E855}"/>
              </a:ext>
            </a:extLst>
          </p:cNvPr>
          <p:cNvSpPr/>
          <p:nvPr/>
        </p:nvSpPr>
        <p:spPr>
          <a:xfrm>
            <a:off x="1269704" y="4142418"/>
            <a:ext cx="1694695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100" b="1" dirty="0"/>
              <a:t>판매중지 예고일자 설정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D9F3C6F7-6301-4147-A3C1-C6E9BDE75B02}"/>
              </a:ext>
            </a:extLst>
          </p:cNvPr>
          <p:cNvSpPr/>
          <p:nvPr/>
        </p:nvSpPr>
        <p:spPr>
          <a:xfrm>
            <a:off x="2942782" y="4152313"/>
            <a:ext cx="1260272" cy="241820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1" name="그림 10">
            <a:extLst>
              <a:ext uri="{FF2B5EF4-FFF2-40B4-BE49-F238E27FC236}">
                <a16:creationId xmlns:a16="http://schemas.microsoft.com/office/drawing/2014/main" id="{B6332F5E-F36E-4799-85A9-C04A606F4F0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40527" y="4116606"/>
            <a:ext cx="299482" cy="309976"/>
          </a:xfrm>
          <a:prstGeom prst="rect">
            <a:avLst/>
          </a:prstGeom>
          <a:ln w="6350">
            <a:noFill/>
          </a:ln>
        </p:spPr>
      </p:pic>
      <p:grpSp>
        <p:nvGrpSpPr>
          <p:cNvPr id="12" name="그룹 11">
            <a:extLst>
              <a:ext uri="{FF2B5EF4-FFF2-40B4-BE49-F238E27FC236}">
                <a16:creationId xmlns:a16="http://schemas.microsoft.com/office/drawing/2014/main" id="{46757998-FFFB-42F3-96F3-2F86F9E202E4}"/>
              </a:ext>
            </a:extLst>
          </p:cNvPr>
          <p:cNvGrpSpPr/>
          <p:nvPr/>
        </p:nvGrpSpPr>
        <p:grpSpPr>
          <a:xfrm>
            <a:off x="1961290" y="4861877"/>
            <a:ext cx="2185622" cy="292302"/>
            <a:chOff x="1985646" y="5517232"/>
            <a:chExt cx="2185622" cy="292302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6E3ED9CC-9175-4621-BF7A-52ADE5F698E5}"/>
                </a:ext>
              </a:extLst>
            </p:cNvPr>
            <p:cNvSpPr/>
            <p:nvPr/>
          </p:nvSpPr>
          <p:spPr>
            <a:xfrm>
              <a:off x="3098588" y="5517232"/>
              <a:ext cx="1072680" cy="292302"/>
            </a:xfrm>
            <a:prstGeom prst="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/>
                <a:t>확인</a:t>
              </a:r>
              <a:endParaRPr lang="ko-KR" altLang="en-US" sz="1000" dirty="0"/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BD0DD177-C16C-49F7-A684-E6129EE039F5}"/>
                </a:ext>
              </a:extLst>
            </p:cNvPr>
            <p:cNvSpPr/>
            <p:nvPr/>
          </p:nvSpPr>
          <p:spPr>
            <a:xfrm>
              <a:off x="1985646" y="5517232"/>
              <a:ext cx="1072680" cy="292302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/>
                <a:t>취소</a:t>
              </a:r>
              <a:endParaRPr lang="ko-KR" altLang="en-US" sz="1000" dirty="0"/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208C89A1-0103-4A21-A8F3-91336F8BDD52}"/>
              </a:ext>
            </a:extLst>
          </p:cNvPr>
          <p:cNvGrpSpPr/>
          <p:nvPr/>
        </p:nvGrpSpPr>
        <p:grpSpPr>
          <a:xfrm>
            <a:off x="1345465" y="2690437"/>
            <a:ext cx="3350597" cy="869507"/>
            <a:chOff x="-356493" y="2855302"/>
            <a:chExt cx="3350597" cy="869507"/>
          </a:xfrm>
        </p:grpSpPr>
        <p:pic>
          <p:nvPicPr>
            <p:cNvPr id="16" name="Picture 3" descr="C:\Users\user\AppData\Local\Microsoft\Windows\INetCache\IE\2WEEN9GN\warning-27899_640[1].png">
              <a:extLst>
                <a:ext uri="{FF2B5EF4-FFF2-40B4-BE49-F238E27FC236}">
                  <a16:creationId xmlns:a16="http://schemas.microsoft.com/office/drawing/2014/main" id="{4F359F2D-6FC7-45AB-9A25-AFF6E93B3D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2554" y="2920445"/>
              <a:ext cx="167680" cy="1472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9940D05-C8C3-476C-805D-6847C69D9E47}"/>
                </a:ext>
              </a:extLst>
            </p:cNvPr>
            <p:cNvSpPr txBox="1"/>
            <p:nvPr/>
          </p:nvSpPr>
          <p:spPr>
            <a:xfrm>
              <a:off x="977682" y="2855302"/>
              <a:ext cx="74892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b="1" dirty="0"/>
                <a:t>유의사항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BC5578C-CABA-4F48-B72D-D9FA7C6E1E66}"/>
                </a:ext>
              </a:extLst>
            </p:cNvPr>
            <p:cNvSpPr txBox="1"/>
            <p:nvPr/>
          </p:nvSpPr>
          <p:spPr>
            <a:xfrm>
              <a:off x="-356493" y="3216978"/>
              <a:ext cx="3350597" cy="5078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900" dirty="0">
                  <a:latin typeface="+mj-ea"/>
                </a:rPr>
                <a:t>판매중지 예고설정 시</a:t>
              </a:r>
              <a:endParaRPr lang="en-US" altLang="ko-KR" sz="900" dirty="0">
                <a:latin typeface="+mj-ea"/>
              </a:endParaRPr>
            </a:p>
            <a:p>
              <a:pPr algn="ctr"/>
              <a:r>
                <a:rPr lang="ko-KR" altLang="en-US" sz="900" dirty="0">
                  <a:latin typeface="+mj-ea"/>
                </a:rPr>
                <a:t>해당 상품이 게시 된 상세페이지에 중지 예정일이 표기되지만</a:t>
              </a:r>
              <a:endParaRPr lang="en-US" altLang="ko-KR" sz="900" dirty="0">
                <a:latin typeface="+mj-ea"/>
              </a:endParaRPr>
            </a:p>
            <a:p>
              <a:pPr algn="ctr"/>
              <a:r>
                <a:rPr lang="ko-KR" altLang="en-US" sz="900" dirty="0">
                  <a:latin typeface="+mj-ea"/>
                </a:rPr>
                <a:t>상품이 자동으로 판매중지 되지는 않습니다</a:t>
              </a:r>
              <a:r>
                <a:rPr lang="en-US" altLang="ko-KR" sz="900" dirty="0">
                  <a:latin typeface="+mj-ea"/>
                </a:rPr>
                <a:t>.</a:t>
              </a:r>
            </a:p>
          </p:txBody>
        </p:sp>
      </p:grpSp>
      <p:sp>
        <p:nvSpPr>
          <p:cNvPr id="19" name="모서리가 둥근 직사각형 36">
            <a:extLst>
              <a:ext uri="{FF2B5EF4-FFF2-40B4-BE49-F238E27FC236}">
                <a16:creationId xmlns:a16="http://schemas.microsoft.com/office/drawing/2014/main" id="{2D9E59E0-453D-4F94-A363-1AF46B56F448}"/>
              </a:ext>
            </a:extLst>
          </p:cNvPr>
          <p:cNvSpPr/>
          <p:nvPr/>
        </p:nvSpPr>
        <p:spPr>
          <a:xfrm>
            <a:off x="788515" y="2509088"/>
            <a:ext cx="4464496" cy="1256973"/>
          </a:xfrm>
          <a:prstGeom prst="roundRect">
            <a:avLst>
              <a:gd name="adj" fmla="val 8271"/>
            </a:avLst>
          </a:prstGeom>
          <a:noFill/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B9A2C890-8E01-458E-A2FD-0364563D771A}"/>
              </a:ext>
            </a:extLst>
          </p:cNvPr>
          <p:cNvSpPr/>
          <p:nvPr/>
        </p:nvSpPr>
        <p:spPr>
          <a:xfrm>
            <a:off x="7059963" y="1692321"/>
            <a:ext cx="1291671" cy="397681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F167D84E-C541-45FE-B403-60D97EE54DAE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6316244" y="1891162"/>
            <a:ext cx="743719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D0DF6FE-FC43-4EEC-ACD7-0EA0FC2053D2}"/>
              </a:ext>
            </a:extLst>
          </p:cNvPr>
          <p:cNvSpPr/>
          <p:nvPr/>
        </p:nvSpPr>
        <p:spPr>
          <a:xfrm>
            <a:off x="-66883" y="1567414"/>
            <a:ext cx="6271145" cy="4114800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066144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726E44F5-F914-4086-B510-7F03EFD955AD}"/>
              </a:ext>
            </a:extLst>
          </p:cNvPr>
          <p:cNvSpPr/>
          <p:nvPr/>
        </p:nvSpPr>
        <p:spPr>
          <a:xfrm>
            <a:off x="-1565405" y="792068"/>
            <a:ext cx="7105934" cy="5616054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4D2E932-D0B8-48E7-89A5-641A217CC4A2}"/>
              </a:ext>
            </a:extLst>
          </p:cNvPr>
          <p:cNvSpPr/>
          <p:nvPr/>
        </p:nvSpPr>
        <p:spPr>
          <a:xfrm>
            <a:off x="-1407762" y="959649"/>
            <a:ext cx="131638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200" b="1" dirty="0"/>
              <a:t>■ 판매요청목록</a:t>
            </a:r>
          </a:p>
        </p:txBody>
      </p:sp>
      <p:grpSp>
        <p:nvGrpSpPr>
          <p:cNvPr id="4" name="Image">
            <a:extLst>
              <a:ext uri="{FF2B5EF4-FFF2-40B4-BE49-F238E27FC236}">
                <a16:creationId xmlns:a16="http://schemas.microsoft.com/office/drawing/2014/main" id="{D3411989-E6D3-4330-8917-8B9503E60392}"/>
              </a:ext>
            </a:extLst>
          </p:cNvPr>
          <p:cNvGrpSpPr>
            <a:grpSpLocks/>
          </p:cNvGrpSpPr>
          <p:nvPr/>
        </p:nvGrpSpPr>
        <p:grpSpPr bwMode="auto">
          <a:xfrm>
            <a:off x="5071300" y="959649"/>
            <a:ext cx="263570" cy="250457"/>
            <a:chOff x="508000" y="1397000"/>
            <a:chExt cx="1008112" cy="1008112"/>
          </a:xfrm>
        </p:grpSpPr>
        <p:sp>
          <p:nvSpPr>
            <p:cNvPr id="5" name="Border">
              <a:extLst>
                <a:ext uri="{FF2B5EF4-FFF2-40B4-BE49-F238E27FC236}">
                  <a16:creationId xmlns:a16="http://schemas.microsoft.com/office/drawing/2014/main" id="{AAD66077-1AC2-4470-B094-435341101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" name="Line 2">
              <a:extLst>
                <a:ext uri="{FF2B5EF4-FFF2-40B4-BE49-F238E27FC236}">
                  <a16:creationId xmlns:a16="http://schemas.microsoft.com/office/drawing/2014/main" id="{51CA2D42-9204-4AAA-97E3-F849BC212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Line 1">
              <a:extLst>
                <a:ext uri="{FF2B5EF4-FFF2-40B4-BE49-F238E27FC236}">
                  <a16:creationId xmlns:a16="http://schemas.microsoft.com/office/drawing/2014/main" id="{634FB224-4F7C-4126-AF8D-B7695C100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DDDBA5D8-1CA4-4C99-85C2-050CEBE828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491316"/>
              </p:ext>
            </p:extLst>
          </p:nvPr>
        </p:nvGraphicFramePr>
        <p:xfrm>
          <a:off x="-1127840" y="2779642"/>
          <a:ext cx="6462711" cy="1834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58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94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80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191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32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337593">
                  <a:extLst>
                    <a:ext uri="{9D8B030D-6E8A-4147-A177-3AD203B41FA5}">
                      <a16:colId xmlns:a16="http://schemas.microsoft.com/office/drawing/2014/main" val="2379514246"/>
                    </a:ext>
                  </a:extLst>
                </a:gridCol>
                <a:gridCol w="659424">
                  <a:extLst>
                    <a:ext uri="{9D8B030D-6E8A-4147-A177-3AD203B41FA5}">
                      <a16:colId xmlns:a16="http://schemas.microsoft.com/office/drawing/2014/main" val="23994744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선택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신청일시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신청자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신청사유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44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6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2024-01-03 12:11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나이키 운동화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아무개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신청사유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신청사유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신청사유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신청사유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미승인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145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5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2024-01-03 12:11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고추 비료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DDT 3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아무개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신청사유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신청사유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 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신청사유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신청사유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신청사유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승인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287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2024-01-03 12:11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나이키 운동화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신청사유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승인거절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700" b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2024-01-03 12:11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나이키 운동화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성춘향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신청사유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신청사유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신청사유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신청사유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신청사유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en-US" altLang="ko-KR" sz="7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신청사유 </a:t>
                      </a:r>
                      <a:endParaRPr lang="en-US" altLang="ko-KR" sz="7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신청사유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신청사유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승인</a:t>
                      </a:r>
                    </a:p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2024-01-03 12:11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나이키 운동화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이목룡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신청사유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신청사유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신청사유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승인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2024-01-03 12:11</a:t>
                      </a:r>
                      <a:endParaRPr lang="ko-KR" altLang="en-US" sz="7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고추 비료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DDT 3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신청사유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</a:rPr>
                        <a:t>신청사유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en-US" altLang="ko-KR" sz="7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신청사유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승인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10" name="Picture 2">
            <a:extLst>
              <a:ext uri="{FF2B5EF4-FFF2-40B4-BE49-F238E27FC236}">
                <a16:creationId xmlns:a16="http://schemas.microsoft.com/office/drawing/2014/main" id="{A0D18242-0298-4622-BD41-0429D0B766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0378" y="4968354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388976B7-7665-4EBB-AF8D-7334338CD0F2}"/>
              </a:ext>
            </a:extLst>
          </p:cNvPr>
          <p:cNvSpPr txBox="1"/>
          <p:nvPr/>
        </p:nvSpPr>
        <p:spPr>
          <a:xfrm>
            <a:off x="-1127840" y="2508277"/>
            <a:ext cx="54373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총</a:t>
            </a:r>
            <a:r>
              <a:rPr lang="en-US" altLang="ko-KR" sz="900" dirty="0"/>
              <a:t>00</a:t>
            </a:r>
            <a:r>
              <a:rPr lang="ko-KR" altLang="en-US" sz="900" dirty="0"/>
              <a:t>건</a:t>
            </a: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19B01355-9084-47FC-A77A-7D3F0D0605DD}"/>
              </a:ext>
            </a:extLst>
          </p:cNvPr>
          <p:cNvGrpSpPr/>
          <p:nvPr/>
        </p:nvGrpSpPr>
        <p:grpSpPr>
          <a:xfrm>
            <a:off x="1010704" y="5502569"/>
            <a:ext cx="2185622" cy="292302"/>
            <a:chOff x="1985646" y="5517232"/>
            <a:chExt cx="2185622" cy="292302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04B00725-DDE8-4133-94ED-FCD0B25BC926}"/>
                </a:ext>
              </a:extLst>
            </p:cNvPr>
            <p:cNvSpPr/>
            <p:nvPr/>
          </p:nvSpPr>
          <p:spPr>
            <a:xfrm>
              <a:off x="3098588" y="5517232"/>
              <a:ext cx="1072680" cy="292302"/>
            </a:xfrm>
            <a:prstGeom prst="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/>
                <a:t>판매승인</a:t>
              </a:r>
              <a:endParaRPr lang="ko-KR" altLang="en-US" sz="1000" dirty="0"/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463DBC49-8754-44CA-9493-72A1B8145499}"/>
                </a:ext>
              </a:extLst>
            </p:cNvPr>
            <p:cNvSpPr/>
            <p:nvPr/>
          </p:nvSpPr>
          <p:spPr>
            <a:xfrm>
              <a:off x="1985646" y="5517232"/>
              <a:ext cx="1072680" cy="292302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/>
                <a:t>승인거절</a:t>
              </a:r>
              <a:endParaRPr lang="ko-KR" altLang="en-US" sz="1000" dirty="0"/>
            </a:p>
          </p:txBody>
        </p:sp>
      </p:grp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C36121A-CCE2-4F26-9B1A-AF27EDD98F0C}"/>
              </a:ext>
            </a:extLst>
          </p:cNvPr>
          <p:cNvSpPr/>
          <p:nvPr/>
        </p:nvSpPr>
        <p:spPr>
          <a:xfrm>
            <a:off x="-257345" y="1472963"/>
            <a:ext cx="4538282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C5A4ABE0-5F38-4B3B-BAAD-CF573C06D3E9}"/>
              </a:ext>
            </a:extLst>
          </p:cNvPr>
          <p:cNvSpPr/>
          <p:nvPr/>
        </p:nvSpPr>
        <p:spPr>
          <a:xfrm>
            <a:off x="-257345" y="1692724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E469A3F-E84C-4854-9237-9B4409BD7625}"/>
              </a:ext>
            </a:extLst>
          </p:cNvPr>
          <p:cNvSpPr/>
          <p:nvPr/>
        </p:nvSpPr>
        <p:spPr>
          <a:xfrm>
            <a:off x="571962" y="1692724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31" name="표 63">
            <a:extLst>
              <a:ext uri="{FF2B5EF4-FFF2-40B4-BE49-F238E27FC236}">
                <a16:creationId xmlns:a16="http://schemas.microsoft.com/office/drawing/2014/main" id="{15757376-B3E2-45B5-A4C8-3E1CA04C7E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4742877"/>
              </p:ext>
            </p:extLst>
          </p:nvPr>
        </p:nvGraphicFramePr>
        <p:xfrm>
          <a:off x="-1127840" y="1443955"/>
          <a:ext cx="6462710" cy="91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63438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5699272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상품분류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9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신청자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891665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32" name="직사각형 31">
            <a:extLst>
              <a:ext uri="{FF2B5EF4-FFF2-40B4-BE49-F238E27FC236}">
                <a16:creationId xmlns:a16="http://schemas.microsoft.com/office/drawing/2014/main" id="{A7095029-C1FF-4E3F-B258-BD60FB06664A}"/>
              </a:ext>
            </a:extLst>
          </p:cNvPr>
          <p:cNvSpPr/>
          <p:nvPr/>
        </p:nvSpPr>
        <p:spPr>
          <a:xfrm>
            <a:off x="4561485" y="2158406"/>
            <a:ext cx="721249" cy="167391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3FB9450-576C-470D-AF2D-DB4FC86E4AA2}"/>
              </a:ext>
            </a:extLst>
          </p:cNvPr>
          <p:cNvSpPr/>
          <p:nvPr/>
        </p:nvSpPr>
        <p:spPr>
          <a:xfrm>
            <a:off x="1401269" y="1686788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세분류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183BC9C-41C8-4925-A3E9-25B90B8C1803}"/>
              </a:ext>
            </a:extLst>
          </p:cNvPr>
          <p:cNvSpPr/>
          <p:nvPr/>
        </p:nvSpPr>
        <p:spPr>
          <a:xfrm>
            <a:off x="-257345" y="1925915"/>
            <a:ext cx="4538282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33A58DB-B920-493D-8591-E29E68D43207}"/>
              </a:ext>
            </a:extLst>
          </p:cNvPr>
          <p:cNvSpPr/>
          <p:nvPr/>
        </p:nvSpPr>
        <p:spPr>
          <a:xfrm>
            <a:off x="-1127840" y="4667848"/>
            <a:ext cx="721249" cy="167391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전체선택</a:t>
            </a:r>
            <a:endParaRPr lang="en-US" altLang="ko-KR" sz="700" dirty="0">
              <a:solidFill>
                <a:schemeClr val="bg1"/>
              </a:solidFill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B5D1D4B0-A659-45A8-8DE3-73D1DD941198}"/>
              </a:ext>
            </a:extLst>
          </p:cNvPr>
          <p:cNvSpPr/>
          <p:nvPr/>
        </p:nvSpPr>
        <p:spPr>
          <a:xfrm>
            <a:off x="6160885" y="1675307"/>
            <a:ext cx="1051369" cy="397681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928001A5-5D97-439F-81D1-A74B923E78BD}"/>
              </a:ext>
            </a:extLst>
          </p:cNvPr>
          <p:cNvCxnSpPr>
            <a:cxnSpLocks/>
            <a:stCxn id="38" idx="2"/>
          </p:cNvCxnSpPr>
          <p:nvPr/>
        </p:nvCxnSpPr>
        <p:spPr>
          <a:xfrm flipH="1">
            <a:off x="5413732" y="1874148"/>
            <a:ext cx="747153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9BC0D441-7AD0-463A-97AB-E29B68E328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3556883"/>
              </p:ext>
            </p:extLst>
          </p:nvPr>
        </p:nvGraphicFramePr>
        <p:xfrm>
          <a:off x="10171774" y="22159"/>
          <a:ext cx="1979018" cy="504547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0026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405063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153929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구분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RF-02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P-01-002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마이페이지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868392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이름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컨텐츠 화면 </a:t>
                      </a:r>
                      <a:endParaRPr lang="en-US" altLang="ko-KR" sz="800" dirty="0"/>
                    </a:p>
                    <a:p>
                      <a:pPr algn="l" latinLnBrk="1"/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자사상품 목록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816553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상세메뉴버튼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클릭시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상세 조건 표시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1387450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판매중지 예고신청버튼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자사 상품이 채널에 게시된 경우 제품을 판매 중지로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수정또는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제품을 삭제할 경우 게시된 채널에 판매중지예고를 전달하는 버튼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</a:rPr>
                        <a:t>판매요청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8702436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서브관리 채널목록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서브관리자로 관리할 수 있는 채널목록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82562567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5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바로가기 메뉴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자주사용하는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메뉴는 별도 관리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6745450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6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주문단계당 주문건수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0066990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7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회원정보 보기 영역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성별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연락처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채널관리자 주소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1871921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8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문의사항 리스트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1187602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9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주문목록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45855019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10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방문한 채널리스트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75538560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하단 회사정보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53397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4629574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3" name="표 102">
            <a:extLst>
              <a:ext uri="{FF2B5EF4-FFF2-40B4-BE49-F238E27FC236}">
                <a16:creationId xmlns:a16="http://schemas.microsoft.com/office/drawing/2014/main" id="{17B64B9A-94B0-4C0D-B97D-9E481712FC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6225453"/>
              </p:ext>
            </p:extLst>
          </p:nvPr>
        </p:nvGraphicFramePr>
        <p:xfrm>
          <a:off x="125632" y="2031060"/>
          <a:ext cx="9943899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목록 이미지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Max 5 )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04" name="표 103">
            <a:extLst>
              <a:ext uri="{FF2B5EF4-FFF2-40B4-BE49-F238E27FC236}">
                <a16:creationId xmlns:a16="http://schemas.microsoft.com/office/drawing/2014/main" id="{9AA923D2-C687-4261-8D39-F501966C69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8796915"/>
              </p:ext>
            </p:extLst>
          </p:nvPr>
        </p:nvGraphicFramePr>
        <p:xfrm>
          <a:off x="125632" y="728842"/>
          <a:ext cx="9943899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5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804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95703">
                  <a:extLst>
                    <a:ext uri="{9D8B030D-6E8A-4147-A177-3AD203B41FA5}">
                      <a16:colId xmlns:a16="http://schemas.microsoft.com/office/drawing/2014/main" val="4010982125"/>
                    </a:ext>
                  </a:extLst>
                </a:gridCol>
                <a:gridCol w="3662741">
                  <a:extLst>
                    <a:ext uri="{9D8B030D-6E8A-4147-A177-3AD203B41FA5}">
                      <a16:colId xmlns:a16="http://schemas.microsoft.com/office/drawing/2014/main" val="264623407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Me9-2024-099833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상품상태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판매   ●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상품분류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판매범위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■ 자사   □ 공개   □ 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기본금액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              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1316242"/>
                  </a:ext>
                </a:extLst>
              </a:tr>
            </a:tbl>
          </a:graphicData>
        </a:graphic>
      </p:graphicFrame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63E5762D-07FF-4E8D-B7BD-870440CAF62C}"/>
              </a:ext>
            </a:extLst>
          </p:cNvPr>
          <p:cNvGrpSpPr/>
          <p:nvPr/>
        </p:nvGrpSpPr>
        <p:grpSpPr>
          <a:xfrm>
            <a:off x="1419829" y="2082259"/>
            <a:ext cx="2089400" cy="120097"/>
            <a:chOff x="5148065" y="1124744"/>
            <a:chExt cx="2089400" cy="192328"/>
          </a:xfrm>
        </p:grpSpPr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1CBBEC54-344A-47D3-B188-0C43349D2DDC}"/>
                </a:ext>
              </a:extLst>
            </p:cNvPr>
            <p:cNvSpPr/>
            <p:nvPr/>
          </p:nvSpPr>
          <p:spPr>
            <a:xfrm>
              <a:off x="5148065" y="1124744"/>
              <a:ext cx="1368151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50903B7E-625B-41C6-8BE2-72412B58FAC4}"/>
                </a:ext>
              </a:extLst>
            </p:cNvPr>
            <p:cNvSpPr/>
            <p:nvPr/>
          </p:nvSpPr>
          <p:spPr>
            <a:xfrm>
              <a:off x="6516216" y="1124744"/>
              <a:ext cx="721249" cy="192328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찾아보기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</p:grpSp>
      <p:sp>
        <p:nvSpPr>
          <p:cNvPr id="110" name="TextBox 109">
            <a:extLst>
              <a:ext uri="{FF2B5EF4-FFF2-40B4-BE49-F238E27FC236}">
                <a16:creationId xmlns:a16="http://schemas.microsoft.com/office/drawing/2014/main" id="{7CAFE302-377F-426E-BBCA-6D5803F6CDFC}"/>
              </a:ext>
            </a:extLst>
          </p:cNvPr>
          <p:cNvSpPr txBox="1"/>
          <p:nvPr/>
        </p:nvSpPr>
        <p:spPr>
          <a:xfrm>
            <a:off x="3606788" y="2032727"/>
            <a:ext cx="15600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최적사이즈 </a:t>
            </a:r>
            <a:r>
              <a:rPr lang="en-US" altLang="ko-KR" sz="900" dirty="0"/>
              <a:t>000px * 000px</a:t>
            </a:r>
            <a:endParaRPr lang="ko-KR" altLang="en-US" sz="900" dirty="0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495E566B-5BC8-471D-A29A-BA5C68BAC937}"/>
              </a:ext>
            </a:extLst>
          </p:cNvPr>
          <p:cNvSpPr txBox="1"/>
          <p:nvPr/>
        </p:nvSpPr>
        <p:spPr>
          <a:xfrm>
            <a:off x="67275" y="498010"/>
            <a:ext cx="10727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기본정보</a:t>
            </a:r>
            <a:endParaRPr lang="ko-KR" altLang="en-US" sz="900" dirty="0"/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73FE292D-6445-4149-8025-7BB66E256F86}"/>
              </a:ext>
            </a:extLst>
          </p:cNvPr>
          <p:cNvSpPr/>
          <p:nvPr/>
        </p:nvSpPr>
        <p:spPr>
          <a:xfrm>
            <a:off x="5278037" y="2063643"/>
            <a:ext cx="721249" cy="154747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추가하기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3256DE61-D0BC-4F55-9443-5DADE309EE9F}"/>
              </a:ext>
            </a:extLst>
          </p:cNvPr>
          <p:cNvGrpSpPr/>
          <p:nvPr/>
        </p:nvGrpSpPr>
        <p:grpSpPr>
          <a:xfrm>
            <a:off x="1414155" y="977395"/>
            <a:ext cx="3372978" cy="142974"/>
            <a:chOff x="889678" y="2192622"/>
            <a:chExt cx="2522315" cy="192328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1412C7D7-D6B0-4410-BA20-B14A455AB69D}"/>
                </a:ext>
              </a:extLst>
            </p:cNvPr>
            <p:cNvSpPr/>
            <p:nvPr/>
          </p:nvSpPr>
          <p:spPr>
            <a:xfrm>
              <a:off x="889678" y="2192622"/>
              <a:ext cx="792089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▼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3BBF4D5F-5B25-400E-A583-0351FD1A9157}"/>
                </a:ext>
              </a:extLst>
            </p:cNvPr>
            <p:cNvSpPr/>
            <p:nvPr/>
          </p:nvSpPr>
          <p:spPr>
            <a:xfrm>
              <a:off x="1751471" y="2192622"/>
              <a:ext cx="792089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▼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116" name="직사각형 115">
              <a:extLst>
                <a:ext uri="{FF2B5EF4-FFF2-40B4-BE49-F238E27FC236}">
                  <a16:creationId xmlns:a16="http://schemas.microsoft.com/office/drawing/2014/main" id="{1C819750-A270-4286-99EE-144859721F21}"/>
                </a:ext>
              </a:extLst>
            </p:cNvPr>
            <p:cNvSpPr/>
            <p:nvPr/>
          </p:nvSpPr>
          <p:spPr>
            <a:xfrm>
              <a:off x="2619904" y="2192622"/>
              <a:ext cx="792089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 ▼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B6F7BD7C-6CEE-48BE-83F0-B0AF64BC9D4B}"/>
              </a:ext>
            </a:extLst>
          </p:cNvPr>
          <p:cNvSpPr/>
          <p:nvPr/>
        </p:nvSpPr>
        <p:spPr>
          <a:xfrm>
            <a:off x="1414155" y="1177620"/>
            <a:ext cx="8535063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4C702486-13B8-4DFF-AA93-FE9A5A359514}"/>
              </a:ext>
            </a:extLst>
          </p:cNvPr>
          <p:cNvSpPr/>
          <p:nvPr/>
        </p:nvSpPr>
        <p:spPr>
          <a:xfrm>
            <a:off x="6519085" y="1389889"/>
            <a:ext cx="1587689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1,000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281ACFAA-6042-4F0B-A3F7-EC219B04D7F4}"/>
              </a:ext>
            </a:extLst>
          </p:cNvPr>
          <p:cNvSpPr txBox="1"/>
          <p:nvPr/>
        </p:nvSpPr>
        <p:spPr>
          <a:xfrm>
            <a:off x="67275" y="1770894"/>
            <a:ext cx="122822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목록 이미지</a:t>
            </a:r>
            <a:endParaRPr lang="ko-KR" altLang="en-US" sz="900" dirty="0"/>
          </a:p>
        </p:txBody>
      </p:sp>
      <p:graphicFrame>
        <p:nvGraphicFramePr>
          <p:cNvPr id="120" name="표 119">
            <a:extLst>
              <a:ext uri="{FF2B5EF4-FFF2-40B4-BE49-F238E27FC236}">
                <a16:creationId xmlns:a16="http://schemas.microsoft.com/office/drawing/2014/main" id="{D81E1DA1-D1F3-4CB0-B17F-76EE802A7B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7654953"/>
              </p:ext>
            </p:extLst>
          </p:nvPr>
        </p:nvGraphicFramePr>
        <p:xfrm>
          <a:off x="125632" y="6916945"/>
          <a:ext cx="9943899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5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88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지급포인트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point 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포인트를 기재하지 않으면 포인트 지급은 반영되지 않습니다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. )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과세구분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과세        ○면세         ○영세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50681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가격 제약 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제약없음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○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제약있음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991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구매제한수량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미사용      ○ 사용     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구매시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최소 또는 최대 구매 수량을 제한 할 수 있습니다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21" name="TextBox 120">
            <a:extLst>
              <a:ext uri="{FF2B5EF4-FFF2-40B4-BE49-F238E27FC236}">
                <a16:creationId xmlns:a16="http://schemas.microsoft.com/office/drawing/2014/main" id="{D7E52EC8-5B15-4228-A01A-E06D1F46102B}"/>
              </a:ext>
            </a:extLst>
          </p:cNvPr>
          <p:cNvSpPr txBox="1"/>
          <p:nvPr/>
        </p:nvSpPr>
        <p:spPr>
          <a:xfrm>
            <a:off x="67275" y="6588646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제약 조건</a:t>
            </a:r>
            <a:endParaRPr lang="ko-KR" altLang="en-US" sz="900" dirty="0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84E12D55-913E-44FF-8D3D-18DD7D91AAE6}"/>
              </a:ext>
            </a:extLst>
          </p:cNvPr>
          <p:cNvSpPr/>
          <p:nvPr/>
        </p:nvSpPr>
        <p:spPr>
          <a:xfrm>
            <a:off x="1414154" y="6951998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graphicFrame>
        <p:nvGraphicFramePr>
          <p:cNvPr id="125" name="표 124">
            <a:extLst>
              <a:ext uri="{FF2B5EF4-FFF2-40B4-BE49-F238E27FC236}">
                <a16:creationId xmlns:a16="http://schemas.microsoft.com/office/drawing/2014/main" id="{1777FDD1-BB39-4201-A079-E401DF7602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244795"/>
              </p:ext>
            </p:extLst>
          </p:nvPr>
        </p:nvGraphicFramePr>
        <p:xfrm>
          <a:off x="127243" y="5813492"/>
          <a:ext cx="9943899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재고사용 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미사용      ○ 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옵션선택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4085260"/>
                  </a:ext>
                </a:extLst>
              </a:tr>
            </a:tbl>
          </a:graphicData>
        </a:graphic>
      </p:graphicFrame>
      <p:sp>
        <p:nvSpPr>
          <p:cNvPr id="126" name="TextBox 125">
            <a:extLst>
              <a:ext uri="{FF2B5EF4-FFF2-40B4-BE49-F238E27FC236}">
                <a16:creationId xmlns:a16="http://schemas.microsoft.com/office/drawing/2014/main" id="{D9CE2C72-16DF-4BEA-B763-120C34C93F5E}"/>
              </a:ext>
            </a:extLst>
          </p:cNvPr>
          <p:cNvSpPr txBox="1"/>
          <p:nvPr/>
        </p:nvSpPr>
        <p:spPr>
          <a:xfrm>
            <a:off x="67275" y="5521716"/>
            <a:ext cx="84189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옵션</a:t>
            </a:r>
            <a:endParaRPr lang="ko-KR" altLang="en-US" sz="900" dirty="0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16661C0A-70AA-4F2D-BE1A-E51F198614D3}"/>
              </a:ext>
            </a:extLst>
          </p:cNvPr>
          <p:cNvSpPr txBox="1"/>
          <p:nvPr/>
        </p:nvSpPr>
        <p:spPr>
          <a:xfrm>
            <a:off x="67274" y="2442829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상세 설명</a:t>
            </a:r>
            <a:endParaRPr lang="ko-KR" altLang="en-US" sz="900" dirty="0"/>
          </a:p>
        </p:txBody>
      </p:sp>
      <p:graphicFrame>
        <p:nvGraphicFramePr>
          <p:cNvPr id="128" name="표 127">
            <a:extLst>
              <a:ext uri="{FF2B5EF4-FFF2-40B4-BE49-F238E27FC236}">
                <a16:creationId xmlns:a16="http://schemas.microsoft.com/office/drawing/2014/main" id="{B7112AA7-2729-4CC2-A057-BDA64D8197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4650300"/>
              </p:ext>
            </p:extLst>
          </p:nvPr>
        </p:nvGraphicFramePr>
        <p:xfrm>
          <a:off x="125631" y="2703867"/>
          <a:ext cx="9943899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17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421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상세정보 등록타입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●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미사용 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이미지로 등록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텍스트로 등록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9" name="표 128">
            <a:extLst>
              <a:ext uri="{FF2B5EF4-FFF2-40B4-BE49-F238E27FC236}">
                <a16:creationId xmlns:a16="http://schemas.microsoft.com/office/drawing/2014/main" id="{6C9BB480-1640-4C6F-8A05-5764C713B5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4346410"/>
              </p:ext>
            </p:extLst>
          </p:nvPr>
        </p:nvGraphicFramePr>
        <p:xfrm>
          <a:off x="143578" y="9164099"/>
          <a:ext cx="9913121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783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48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발주 담당자 설정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설정안함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○ 설정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2" name="TextBox 131">
            <a:extLst>
              <a:ext uri="{FF2B5EF4-FFF2-40B4-BE49-F238E27FC236}">
                <a16:creationId xmlns:a16="http://schemas.microsoft.com/office/drawing/2014/main" id="{C4A636EB-8B44-4674-A2CC-B930AC46F5A2}"/>
              </a:ext>
            </a:extLst>
          </p:cNvPr>
          <p:cNvSpPr txBox="1"/>
          <p:nvPr/>
        </p:nvSpPr>
        <p:spPr>
          <a:xfrm>
            <a:off x="67274" y="8936584"/>
            <a:ext cx="122822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발주 담당자 정보</a:t>
            </a:r>
            <a:endParaRPr lang="ko-KR" altLang="en-US" sz="900" dirty="0"/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BFBE50C2-9B5E-4F4C-8FBA-9462EFE041E0}"/>
              </a:ext>
            </a:extLst>
          </p:cNvPr>
          <p:cNvSpPr/>
          <p:nvPr/>
        </p:nvSpPr>
        <p:spPr>
          <a:xfrm>
            <a:off x="4504328" y="9625214"/>
            <a:ext cx="721249" cy="192328"/>
          </a:xfrm>
          <a:prstGeom prst="rect">
            <a:avLst/>
          </a:prstGeom>
          <a:solidFill>
            <a:srgbClr val="FF000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A5CFF3B8-997F-4FF2-B509-FCB330FC6286}"/>
              </a:ext>
            </a:extLst>
          </p:cNvPr>
          <p:cNvSpPr/>
          <p:nvPr/>
        </p:nvSpPr>
        <p:spPr>
          <a:xfrm>
            <a:off x="5374751" y="9619287"/>
            <a:ext cx="721249" cy="192328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목록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135" name="표 134">
            <a:extLst>
              <a:ext uri="{FF2B5EF4-FFF2-40B4-BE49-F238E27FC236}">
                <a16:creationId xmlns:a16="http://schemas.microsoft.com/office/drawing/2014/main" id="{64627D56-EF63-45B9-B9A7-653A34C1AF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701004"/>
              </p:ext>
            </p:extLst>
          </p:nvPr>
        </p:nvGraphicFramePr>
        <p:xfrm>
          <a:off x="125631" y="8320449"/>
          <a:ext cx="9943899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배송비 선택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57AB5E73-AD7D-4E6D-B53E-B1384FCA2C88}"/>
              </a:ext>
            </a:extLst>
          </p:cNvPr>
          <p:cNvSpPr/>
          <p:nvPr/>
        </p:nvSpPr>
        <p:spPr>
          <a:xfrm>
            <a:off x="1412543" y="8371842"/>
            <a:ext cx="1682050" cy="1177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무료배송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(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조건식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)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067C9517-8994-435C-BE60-F0BFA2F91C3B}"/>
              </a:ext>
            </a:extLst>
          </p:cNvPr>
          <p:cNvSpPr txBox="1"/>
          <p:nvPr/>
        </p:nvSpPr>
        <p:spPr>
          <a:xfrm>
            <a:off x="65663" y="8028673"/>
            <a:ext cx="9573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배송비 선택</a:t>
            </a:r>
            <a:endParaRPr lang="ko-KR" altLang="en-US" sz="900" dirty="0"/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D4D2DADD-13F3-4D84-AE1E-37D15D3DE4A9}"/>
              </a:ext>
            </a:extLst>
          </p:cNvPr>
          <p:cNvSpPr/>
          <p:nvPr/>
        </p:nvSpPr>
        <p:spPr>
          <a:xfrm>
            <a:off x="1412543" y="6080144"/>
            <a:ext cx="1682050" cy="1177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옵션타입 선택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A99EF944-E000-435C-8094-044F7E0C4658}"/>
              </a:ext>
            </a:extLst>
          </p:cNvPr>
          <p:cNvSpPr txBox="1"/>
          <p:nvPr/>
        </p:nvSpPr>
        <p:spPr>
          <a:xfrm>
            <a:off x="67274" y="3179235"/>
            <a:ext cx="169148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취소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환불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교환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안내 설정</a:t>
            </a:r>
            <a:endParaRPr lang="ko-KR" altLang="en-US" sz="900" dirty="0"/>
          </a:p>
        </p:txBody>
      </p:sp>
      <p:graphicFrame>
        <p:nvGraphicFramePr>
          <p:cNvPr id="140" name="표 139">
            <a:extLst>
              <a:ext uri="{FF2B5EF4-FFF2-40B4-BE49-F238E27FC236}">
                <a16:creationId xmlns:a16="http://schemas.microsoft.com/office/drawing/2014/main" id="{A4166E59-2C50-4BD7-9D19-82F778EC51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127839"/>
              </p:ext>
            </p:extLst>
          </p:nvPr>
        </p:nvGraphicFramePr>
        <p:xfrm>
          <a:off x="125631" y="3440273"/>
          <a:ext cx="9943899" cy="1767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17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421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설정 정보 선택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취소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환불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교환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안내 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177375"/>
                  </a:ext>
                </a:extLst>
              </a:tr>
            </a:tbl>
          </a:graphicData>
        </a:graphic>
      </p:graphicFrame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17972470-2F38-4ED5-8EFA-E7CBC130CBA6}"/>
              </a:ext>
            </a:extLst>
          </p:cNvPr>
          <p:cNvSpPr/>
          <p:nvPr/>
        </p:nvSpPr>
        <p:spPr>
          <a:xfrm>
            <a:off x="1402115" y="3471605"/>
            <a:ext cx="1682050" cy="15726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기본 정보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727DDC4-670A-4C2E-98F2-70F0D7BF2A5D}"/>
              </a:ext>
            </a:extLst>
          </p:cNvPr>
          <p:cNvGrpSpPr/>
          <p:nvPr/>
        </p:nvGrpSpPr>
        <p:grpSpPr>
          <a:xfrm>
            <a:off x="1402115" y="3705045"/>
            <a:ext cx="4950461" cy="218296"/>
            <a:chOff x="1557338" y="3290888"/>
            <a:chExt cx="6264166" cy="276225"/>
          </a:xfrm>
        </p:grpSpPr>
        <p:pic>
          <p:nvPicPr>
            <p:cNvPr id="143" name="Picture 2">
              <a:extLst>
                <a:ext uri="{FF2B5EF4-FFF2-40B4-BE49-F238E27FC236}">
                  <a16:creationId xmlns:a16="http://schemas.microsoft.com/office/drawing/2014/main" id="{188FE28E-DCDC-4CAA-ACAD-06BE5B5764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7338" y="3290888"/>
              <a:ext cx="60293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4" name="Picture 3">
              <a:extLst>
                <a:ext uri="{FF2B5EF4-FFF2-40B4-BE49-F238E27FC236}">
                  <a16:creationId xmlns:a16="http://schemas.microsoft.com/office/drawing/2014/main" id="{A9B172A2-737E-4653-8F3B-3A41F7DFC5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92904" y="3310319"/>
              <a:ext cx="228600" cy="219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6EA8155B-2C33-4271-94E9-B727230964B8}"/>
              </a:ext>
            </a:extLst>
          </p:cNvPr>
          <p:cNvSpPr/>
          <p:nvPr/>
        </p:nvSpPr>
        <p:spPr>
          <a:xfrm>
            <a:off x="1402115" y="3705045"/>
            <a:ext cx="7465939" cy="1399268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577314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138BDC20-90C9-41E6-8DE6-A6BA88946CAE}"/>
              </a:ext>
            </a:extLst>
          </p:cNvPr>
          <p:cNvGraphicFramePr>
            <a:graphicFrameLocks noGrp="1"/>
          </p:cNvGraphicFramePr>
          <p:nvPr/>
        </p:nvGraphicFramePr>
        <p:xfrm>
          <a:off x="125632" y="2031060"/>
          <a:ext cx="9943899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목록 이미지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Max 5 )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58FDE-1C06-44A8-8176-9A54960E9A7C}"/>
              </a:ext>
            </a:extLst>
          </p:cNvPr>
          <p:cNvGraphicFramePr>
            <a:graphicFrameLocks noGrp="1"/>
          </p:cNvGraphicFramePr>
          <p:nvPr/>
        </p:nvGraphicFramePr>
        <p:xfrm>
          <a:off x="125632" y="728842"/>
          <a:ext cx="9943899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5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804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95703">
                  <a:extLst>
                    <a:ext uri="{9D8B030D-6E8A-4147-A177-3AD203B41FA5}">
                      <a16:colId xmlns:a16="http://schemas.microsoft.com/office/drawing/2014/main" val="4010982125"/>
                    </a:ext>
                  </a:extLst>
                </a:gridCol>
                <a:gridCol w="3662741">
                  <a:extLst>
                    <a:ext uri="{9D8B030D-6E8A-4147-A177-3AD203B41FA5}">
                      <a16:colId xmlns:a16="http://schemas.microsoft.com/office/drawing/2014/main" val="264623407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Me9-2024-099833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상품상태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판매   ●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상품분류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판매범위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■ 자사   □ 공개   □ 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기본금액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              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1316242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76D8B97E-5C39-4004-BC44-CC356FABA70C}"/>
              </a:ext>
            </a:extLst>
          </p:cNvPr>
          <p:cNvGrpSpPr/>
          <p:nvPr/>
        </p:nvGrpSpPr>
        <p:grpSpPr>
          <a:xfrm>
            <a:off x="1419829" y="2082259"/>
            <a:ext cx="2089400" cy="120097"/>
            <a:chOff x="5148065" y="1124744"/>
            <a:chExt cx="2089400" cy="192328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CD3893FC-C135-465D-91A3-2DD89DA304B1}"/>
                </a:ext>
              </a:extLst>
            </p:cNvPr>
            <p:cNvSpPr/>
            <p:nvPr/>
          </p:nvSpPr>
          <p:spPr>
            <a:xfrm>
              <a:off x="5148065" y="1124744"/>
              <a:ext cx="1368151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1BF8BA17-540B-41C8-BF9E-41D6BADA987B}"/>
                </a:ext>
              </a:extLst>
            </p:cNvPr>
            <p:cNvSpPr/>
            <p:nvPr/>
          </p:nvSpPr>
          <p:spPr>
            <a:xfrm>
              <a:off x="6516216" y="1124744"/>
              <a:ext cx="721249" cy="192328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찾아보기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54BE7D59-8B41-4AB0-ABA3-D802529A0EA8}"/>
              </a:ext>
            </a:extLst>
          </p:cNvPr>
          <p:cNvSpPr txBox="1"/>
          <p:nvPr/>
        </p:nvSpPr>
        <p:spPr>
          <a:xfrm>
            <a:off x="3606788" y="2032727"/>
            <a:ext cx="15600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최적사이즈 </a:t>
            </a:r>
            <a:r>
              <a:rPr lang="en-US" altLang="ko-KR" sz="900" dirty="0"/>
              <a:t>000px * 000px</a:t>
            </a:r>
            <a:endParaRPr lang="ko-KR" altLang="en-US" sz="900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406F992-B272-4B2E-A7A8-4F9EA36A67CE}"/>
              </a:ext>
            </a:extLst>
          </p:cNvPr>
          <p:cNvSpPr txBox="1"/>
          <p:nvPr/>
        </p:nvSpPr>
        <p:spPr>
          <a:xfrm>
            <a:off x="67275" y="498010"/>
            <a:ext cx="10727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기본정보</a:t>
            </a:r>
            <a:endParaRPr lang="ko-KR" altLang="en-US" sz="900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FB8B32F-CF46-4894-B93A-275D8A48E92B}"/>
              </a:ext>
            </a:extLst>
          </p:cNvPr>
          <p:cNvSpPr/>
          <p:nvPr/>
        </p:nvSpPr>
        <p:spPr>
          <a:xfrm>
            <a:off x="5278037" y="2063643"/>
            <a:ext cx="721249" cy="154747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추가하기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2A5BE19E-3B79-41C6-B928-33E14DC8AD92}"/>
              </a:ext>
            </a:extLst>
          </p:cNvPr>
          <p:cNvGrpSpPr/>
          <p:nvPr/>
        </p:nvGrpSpPr>
        <p:grpSpPr>
          <a:xfrm>
            <a:off x="1414155" y="977395"/>
            <a:ext cx="3372978" cy="142974"/>
            <a:chOff x="889678" y="2192622"/>
            <a:chExt cx="2522315" cy="192328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29687B2B-D007-45FB-807E-4B7D880277CE}"/>
                </a:ext>
              </a:extLst>
            </p:cNvPr>
            <p:cNvSpPr/>
            <p:nvPr/>
          </p:nvSpPr>
          <p:spPr>
            <a:xfrm>
              <a:off x="889678" y="2192622"/>
              <a:ext cx="792089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대분류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▼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A20CFE4D-7D39-4144-A137-729A1B2EF01D}"/>
                </a:ext>
              </a:extLst>
            </p:cNvPr>
            <p:cNvSpPr/>
            <p:nvPr/>
          </p:nvSpPr>
          <p:spPr>
            <a:xfrm>
              <a:off x="1751471" y="2192622"/>
              <a:ext cx="792089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중분류 ▼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E7FBCB60-C49D-49E8-8E4A-F80669A553EE}"/>
                </a:ext>
              </a:extLst>
            </p:cNvPr>
            <p:cNvSpPr/>
            <p:nvPr/>
          </p:nvSpPr>
          <p:spPr>
            <a:xfrm>
              <a:off x="2619904" y="2192622"/>
              <a:ext cx="792089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소분류 ▼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F591EF7-6BA9-43EE-BB17-6012F9A12C67}"/>
              </a:ext>
            </a:extLst>
          </p:cNvPr>
          <p:cNvSpPr/>
          <p:nvPr/>
        </p:nvSpPr>
        <p:spPr>
          <a:xfrm>
            <a:off x="1414155" y="1177620"/>
            <a:ext cx="8535063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CB7B018-A1E4-494D-917A-2B42EBF613EB}"/>
              </a:ext>
            </a:extLst>
          </p:cNvPr>
          <p:cNvSpPr/>
          <p:nvPr/>
        </p:nvSpPr>
        <p:spPr>
          <a:xfrm>
            <a:off x="6519085" y="1389889"/>
            <a:ext cx="1587689" cy="1628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1,000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4A9109E8-1C04-4A98-A3FA-5A010A7F9F50}"/>
              </a:ext>
            </a:extLst>
          </p:cNvPr>
          <p:cNvSpPr txBox="1"/>
          <p:nvPr/>
        </p:nvSpPr>
        <p:spPr>
          <a:xfrm>
            <a:off x="67275" y="1770894"/>
            <a:ext cx="122822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목록 이미지</a:t>
            </a:r>
            <a:endParaRPr lang="ko-KR" altLang="en-US" sz="900" dirty="0"/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DADB4545-F18D-4295-AD25-F1A25156D3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6150232"/>
              </p:ext>
            </p:extLst>
          </p:nvPr>
        </p:nvGraphicFramePr>
        <p:xfrm>
          <a:off x="136784" y="10582336"/>
          <a:ext cx="9943899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5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88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지급포인트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point 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포인트를 기재하지 않으면 포인트 지급은 반영되지 않습니다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. )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과세구분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과세        ○면세         ○영세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50681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가격 제약 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제약없음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○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제약있음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991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구매제한수량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미사용      ○ 사용     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구매시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최소 또는 최대 구매 수량을 제한 할 수 있습니다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4" name="TextBox 53">
            <a:extLst>
              <a:ext uri="{FF2B5EF4-FFF2-40B4-BE49-F238E27FC236}">
                <a16:creationId xmlns:a16="http://schemas.microsoft.com/office/drawing/2014/main" id="{ACB20513-93FE-4B82-993E-6734884EC838}"/>
              </a:ext>
            </a:extLst>
          </p:cNvPr>
          <p:cNvSpPr txBox="1"/>
          <p:nvPr/>
        </p:nvSpPr>
        <p:spPr>
          <a:xfrm>
            <a:off x="78427" y="10254037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제약 조건</a:t>
            </a:r>
            <a:endParaRPr lang="ko-KR" altLang="en-US" sz="900" dirty="0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D68EA1D-1418-452D-B40A-05374C3AA396}"/>
              </a:ext>
            </a:extLst>
          </p:cNvPr>
          <p:cNvSpPr/>
          <p:nvPr/>
        </p:nvSpPr>
        <p:spPr>
          <a:xfrm>
            <a:off x="1425306" y="10617389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80FCC3E2-32E8-40F9-B4D4-26AF3DC508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7264077"/>
              </p:ext>
            </p:extLst>
          </p:nvPr>
        </p:nvGraphicFramePr>
        <p:xfrm>
          <a:off x="138395" y="9505010"/>
          <a:ext cx="9943899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재고사용 여부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미사용      ○ 사용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옵션선택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4085260"/>
                  </a:ext>
                </a:extLst>
              </a:tr>
            </a:tbl>
          </a:graphicData>
        </a:graphic>
      </p:graphicFrame>
      <p:sp>
        <p:nvSpPr>
          <p:cNvPr id="63" name="TextBox 62">
            <a:extLst>
              <a:ext uri="{FF2B5EF4-FFF2-40B4-BE49-F238E27FC236}">
                <a16:creationId xmlns:a16="http://schemas.microsoft.com/office/drawing/2014/main" id="{173C7931-82A6-4F8C-902D-B07A0DD289CC}"/>
              </a:ext>
            </a:extLst>
          </p:cNvPr>
          <p:cNvSpPr txBox="1"/>
          <p:nvPr/>
        </p:nvSpPr>
        <p:spPr>
          <a:xfrm>
            <a:off x="78427" y="9213234"/>
            <a:ext cx="84189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옵션</a:t>
            </a:r>
            <a:endParaRPr lang="ko-KR" altLang="en-US" sz="900" dirty="0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849C9073-E56B-4352-9037-95361AA78DF5}"/>
              </a:ext>
            </a:extLst>
          </p:cNvPr>
          <p:cNvSpPr txBox="1"/>
          <p:nvPr/>
        </p:nvSpPr>
        <p:spPr>
          <a:xfrm>
            <a:off x="78426" y="8503092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상세 설명</a:t>
            </a:r>
            <a:endParaRPr lang="ko-KR" altLang="en-US" sz="900" dirty="0"/>
          </a:p>
        </p:txBody>
      </p:sp>
      <p:graphicFrame>
        <p:nvGraphicFramePr>
          <p:cNvPr id="107" name="표 106">
            <a:extLst>
              <a:ext uri="{FF2B5EF4-FFF2-40B4-BE49-F238E27FC236}">
                <a16:creationId xmlns:a16="http://schemas.microsoft.com/office/drawing/2014/main" id="{DF04473F-22D6-4EA5-B73F-8CF835453C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9134441"/>
              </p:ext>
            </p:extLst>
          </p:nvPr>
        </p:nvGraphicFramePr>
        <p:xfrm>
          <a:off x="136783" y="8764130"/>
          <a:ext cx="9943899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17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421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상세정보 등록타입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●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미사용 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이미지로 등록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텍스트로 등록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3" name="표 122">
            <a:extLst>
              <a:ext uri="{FF2B5EF4-FFF2-40B4-BE49-F238E27FC236}">
                <a16:creationId xmlns:a16="http://schemas.microsoft.com/office/drawing/2014/main" id="{6878B7C7-59E1-41B1-81B9-F2B26051F2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8398803"/>
              </p:ext>
            </p:extLst>
          </p:nvPr>
        </p:nvGraphicFramePr>
        <p:xfrm>
          <a:off x="154730" y="12829490"/>
          <a:ext cx="9913121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783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48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발주 담당자 설정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설정안함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○ 설정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24" name="TextBox 123">
            <a:extLst>
              <a:ext uri="{FF2B5EF4-FFF2-40B4-BE49-F238E27FC236}">
                <a16:creationId xmlns:a16="http://schemas.microsoft.com/office/drawing/2014/main" id="{45865467-2BA8-48AE-A399-CE13B627926F}"/>
              </a:ext>
            </a:extLst>
          </p:cNvPr>
          <p:cNvSpPr txBox="1"/>
          <p:nvPr/>
        </p:nvSpPr>
        <p:spPr>
          <a:xfrm>
            <a:off x="78426" y="12601975"/>
            <a:ext cx="122822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발주 담당자 정보</a:t>
            </a:r>
            <a:endParaRPr lang="ko-KR" altLang="en-US" sz="900" dirty="0"/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8E17FDD7-3590-4E79-AB6C-E38853BA9395}"/>
              </a:ext>
            </a:extLst>
          </p:cNvPr>
          <p:cNvSpPr/>
          <p:nvPr/>
        </p:nvSpPr>
        <p:spPr>
          <a:xfrm>
            <a:off x="4515480" y="13290605"/>
            <a:ext cx="721249" cy="192328"/>
          </a:xfrm>
          <a:prstGeom prst="rect">
            <a:avLst/>
          </a:prstGeom>
          <a:solidFill>
            <a:srgbClr val="FF000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89359596-0AFD-40C5-811F-2BC3E603ABCB}"/>
              </a:ext>
            </a:extLst>
          </p:cNvPr>
          <p:cNvSpPr/>
          <p:nvPr/>
        </p:nvSpPr>
        <p:spPr>
          <a:xfrm>
            <a:off x="5385903" y="13284678"/>
            <a:ext cx="721249" cy="192328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목록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0BC9C3D0-12B7-473A-B349-670477F184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9993800"/>
              </p:ext>
            </p:extLst>
          </p:nvPr>
        </p:nvGraphicFramePr>
        <p:xfrm>
          <a:off x="136783" y="11985840"/>
          <a:ext cx="9943899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1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배송비 선택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0" name="직사각형 29">
            <a:extLst>
              <a:ext uri="{FF2B5EF4-FFF2-40B4-BE49-F238E27FC236}">
                <a16:creationId xmlns:a16="http://schemas.microsoft.com/office/drawing/2014/main" id="{809E91F0-0D81-4227-940D-C3E5E2C6A901}"/>
              </a:ext>
            </a:extLst>
          </p:cNvPr>
          <p:cNvSpPr/>
          <p:nvPr/>
        </p:nvSpPr>
        <p:spPr>
          <a:xfrm>
            <a:off x="1423695" y="12037233"/>
            <a:ext cx="1682050" cy="1177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무료배송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(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조건식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)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21997D4-6008-401D-980A-40C56EE6F908}"/>
              </a:ext>
            </a:extLst>
          </p:cNvPr>
          <p:cNvSpPr txBox="1"/>
          <p:nvPr/>
        </p:nvSpPr>
        <p:spPr>
          <a:xfrm>
            <a:off x="76815" y="11694064"/>
            <a:ext cx="9573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배송비 선택</a:t>
            </a:r>
            <a:endParaRPr lang="ko-KR" altLang="en-US" sz="900" dirty="0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DC046441-7D00-40FC-B60A-89FD0983A0DD}"/>
              </a:ext>
            </a:extLst>
          </p:cNvPr>
          <p:cNvSpPr/>
          <p:nvPr/>
        </p:nvSpPr>
        <p:spPr>
          <a:xfrm>
            <a:off x="1423695" y="9771662"/>
            <a:ext cx="1682050" cy="1177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옵션타입 선택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9120F6B3-F52A-4806-80F9-AF9CC9A6D9FF}"/>
              </a:ext>
            </a:extLst>
          </p:cNvPr>
          <p:cNvSpPr/>
          <p:nvPr/>
        </p:nvSpPr>
        <p:spPr>
          <a:xfrm>
            <a:off x="1282170" y="886878"/>
            <a:ext cx="1284422" cy="397681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1B5BB48B-B99E-41DD-86D0-B8D21A8A7AAD}"/>
              </a:ext>
            </a:extLst>
          </p:cNvPr>
          <p:cNvCxnSpPr>
            <a:cxnSpLocks/>
            <a:stCxn id="33" idx="4"/>
          </p:cNvCxnSpPr>
          <p:nvPr/>
        </p:nvCxnSpPr>
        <p:spPr>
          <a:xfrm>
            <a:off x="1924381" y="1284559"/>
            <a:ext cx="0" cy="115827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BDD2FC0E-F334-4015-8198-DD031500A7D4}"/>
              </a:ext>
            </a:extLst>
          </p:cNvPr>
          <p:cNvSpPr txBox="1"/>
          <p:nvPr/>
        </p:nvSpPr>
        <p:spPr>
          <a:xfrm>
            <a:off x="67274" y="2519887"/>
            <a:ext cx="315983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유형별  필수 표시 사항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식품 및 건강기능식품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dirty="0"/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082BF31-DB83-4B52-9D5A-4471876447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2651658"/>
              </p:ext>
            </p:extLst>
          </p:nvPr>
        </p:nvGraphicFramePr>
        <p:xfrm>
          <a:off x="125631" y="2780925"/>
          <a:ext cx="9943897" cy="3169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412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62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76425">
                  <a:extLst>
                    <a:ext uri="{9D8B030D-6E8A-4147-A177-3AD203B41FA5}">
                      <a16:colId xmlns:a16="http://schemas.microsoft.com/office/drawing/2014/main" val="211876217"/>
                    </a:ext>
                  </a:extLst>
                </a:gridCol>
                <a:gridCol w="2763853">
                  <a:extLst>
                    <a:ext uri="{9D8B030D-6E8A-4147-A177-3AD203B41FA5}">
                      <a16:colId xmlns:a16="http://schemas.microsoft.com/office/drawing/2014/main" val="392203544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제품명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식품의 유형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제조업소명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소재지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1157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원재료 명 및 함량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알레르기 유발 물질 표시 포함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1945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유통기한 또는 품질유지기한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제조연월일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7094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내용량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중량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부피 등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5363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보관방법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17737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섭취 방법 및 섭취 시 주의 사항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0637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건강기능식품의 경우 기능성 내용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및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‘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질병 예방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치료 목적이 아님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’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문구표시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7187253"/>
                  </a:ext>
                </a:extLst>
              </a:tr>
            </a:tbl>
          </a:graphicData>
        </a:graphic>
      </p:graphicFrame>
      <p:sp>
        <p:nvSpPr>
          <p:cNvPr id="41" name="직사각형 40">
            <a:extLst>
              <a:ext uri="{FF2B5EF4-FFF2-40B4-BE49-F238E27FC236}">
                <a16:creationId xmlns:a16="http://schemas.microsoft.com/office/drawing/2014/main" id="{8CCE9FB0-F429-470B-92FC-30BDA77434F0}"/>
              </a:ext>
            </a:extLst>
          </p:cNvPr>
          <p:cNvSpPr/>
          <p:nvPr/>
        </p:nvSpPr>
        <p:spPr>
          <a:xfrm>
            <a:off x="2122473" y="2798422"/>
            <a:ext cx="3044358" cy="1798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445FD49F-A561-497A-B33E-3A9478BADCC4}"/>
              </a:ext>
            </a:extLst>
          </p:cNvPr>
          <p:cNvSpPr/>
          <p:nvPr/>
        </p:nvSpPr>
        <p:spPr>
          <a:xfrm>
            <a:off x="7380273" y="2798422"/>
            <a:ext cx="2478102" cy="1798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86CC1F24-814F-4DE3-9667-0FB3EC5B7C90}"/>
              </a:ext>
            </a:extLst>
          </p:cNvPr>
          <p:cNvSpPr/>
          <p:nvPr/>
        </p:nvSpPr>
        <p:spPr>
          <a:xfrm>
            <a:off x="7380273" y="3008605"/>
            <a:ext cx="2478102" cy="1798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99341EF1-BD7B-4BF2-960D-FC0C85D0DA4C}"/>
              </a:ext>
            </a:extLst>
          </p:cNvPr>
          <p:cNvSpPr/>
          <p:nvPr/>
        </p:nvSpPr>
        <p:spPr>
          <a:xfrm>
            <a:off x="2122473" y="3008604"/>
            <a:ext cx="3044358" cy="1798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F9F3497-AC58-4B9D-998E-3407FFD14317}"/>
              </a:ext>
            </a:extLst>
          </p:cNvPr>
          <p:cNvSpPr/>
          <p:nvPr/>
        </p:nvSpPr>
        <p:spPr>
          <a:xfrm>
            <a:off x="2122473" y="3239808"/>
            <a:ext cx="7735902" cy="42707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2E4359A4-19CC-45EA-ACD2-1BD5B50EF7F6}"/>
              </a:ext>
            </a:extLst>
          </p:cNvPr>
          <p:cNvSpPr/>
          <p:nvPr/>
        </p:nvSpPr>
        <p:spPr>
          <a:xfrm>
            <a:off x="2122472" y="3928453"/>
            <a:ext cx="3044358" cy="1798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975A54A-CB2A-4B7B-99EA-5805C4DA6DC8}"/>
              </a:ext>
            </a:extLst>
          </p:cNvPr>
          <p:cNvSpPr/>
          <p:nvPr/>
        </p:nvSpPr>
        <p:spPr>
          <a:xfrm>
            <a:off x="7375511" y="3917645"/>
            <a:ext cx="2478102" cy="1798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4114CDA-5B6C-494D-BCA8-77A9F19A9F4E}"/>
              </a:ext>
            </a:extLst>
          </p:cNvPr>
          <p:cNvSpPr/>
          <p:nvPr/>
        </p:nvSpPr>
        <p:spPr>
          <a:xfrm>
            <a:off x="2126573" y="4179153"/>
            <a:ext cx="7735902" cy="35103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D6565AE-89DD-48DD-B53D-D3DE56ED1676}"/>
              </a:ext>
            </a:extLst>
          </p:cNvPr>
          <p:cNvSpPr/>
          <p:nvPr/>
        </p:nvSpPr>
        <p:spPr>
          <a:xfrm>
            <a:off x="2126573" y="4624976"/>
            <a:ext cx="7735902" cy="35103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86B9CDE1-619C-4A9F-A867-7780510CD1F1}"/>
              </a:ext>
            </a:extLst>
          </p:cNvPr>
          <p:cNvSpPr/>
          <p:nvPr/>
        </p:nvSpPr>
        <p:spPr>
          <a:xfrm>
            <a:off x="2126573" y="5081965"/>
            <a:ext cx="7735902" cy="35103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967990C4-A2E7-4C88-95C2-0A296AA3A0B0}"/>
              </a:ext>
            </a:extLst>
          </p:cNvPr>
          <p:cNvSpPr/>
          <p:nvPr/>
        </p:nvSpPr>
        <p:spPr>
          <a:xfrm>
            <a:off x="2126573" y="5538954"/>
            <a:ext cx="7735902" cy="35103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F776792-AE5F-4305-B0D6-8E34E3CEB532}"/>
              </a:ext>
            </a:extLst>
          </p:cNvPr>
          <p:cNvSpPr/>
          <p:nvPr/>
        </p:nvSpPr>
        <p:spPr>
          <a:xfrm>
            <a:off x="0" y="2519887"/>
            <a:ext cx="10134598" cy="3579429"/>
          </a:xfrm>
          <a:prstGeom prst="rect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AFEE2FEA-280A-4B19-B099-51B059DCD8EA}"/>
              </a:ext>
            </a:extLst>
          </p:cNvPr>
          <p:cNvSpPr txBox="1"/>
          <p:nvPr/>
        </p:nvSpPr>
        <p:spPr>
          <a:xfrm>
            <a:off x="79314" y="6259657"/>
            <a:ext cx="169148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취소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환불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교환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안내 설정</a:t>
            </a:r>
            <a:endParaRPr lang="ko-KR" altLang="en-US" sz="900" dirty="0"/>
          </a:p>
        </p:txBody>
      </p:sp>
      <p:graphicFrame>
        <p:nvGraphicFramePr>
          <p:cNvPr id="83" name="표 82">
            <a:extLst>
              <a:ext uri="{FF2B5EF4-FFF2-40B4-BE49-F238E27FC236}">
                <a16:creationId xmlns:a16="http://schemas.microsoft.com/office/drawing/2014/main" id="{7AF2EF57-0CC9-4417-876E-A88EB311F1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3497376"/>
              </p:ext>
            </p:extLst>
          </p:nvPr>
        </p:nvGraphicFramePr>
        <p:xfrm>
          <a:off x="137671" y="6520695"/>
          <a:ext cx="9943899" cy="1767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17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421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설정 정보 선택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취소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환불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교환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안내 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177375"/>
                  </a:ext>
                </a:extLst>
              </a:tr>
            </a:tbl>
          </a:graphicData>
        </a:graphic>
      </p:graphicFrame>
      <p:sp>
        <p:nvSpPr>
          <p:cNvPr id="84" name="직사각형 83">
            <a:extLst>
              <a:ext uri="{FF2B5EF4-FFF2-40B4-BE49-F238E27FC236}">
                <a16:creationId xmlns:a16="http://schemas.microsoft.com/office/drawing/2014/main" id="{19AD3169-4593-4B08-A664-7DB12AC3DA26}"/>
              </a:ext>
            </a:extLst>
          </p:cNvPr>
          <p:cNvSpPr/>
          <p:nvPr/>
        </p:nvSpPr>
        <p:spPr>
          <a:xfrm>
            <a:off x="1414155" y="6552027"/>
            <a:ext cx="1682050" cy="15726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기본 정보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7A42B17B-88A7-485A-B222-9EB68C58611D}"/>
              </a:ext>
            </a:extLst>
          </p:cNvPr>
          <p:cNvGrpSpPr/>
          <p:nvPr/>
        </p:nvGrpSpPr>
        <p:grpSpPr>
          <a:xfrm>
            <a:off x="1414155" y="6785467"/>
            <a:ext cx="4950461" cy="218296"/>
            <a:chOff x="1557338" y="3290888"/>
            <a:chExt cx="6264166" cy="276225"/>
          </a:xfrm>
        </p:grpSpPr>
        <p:pic>
          <p:nvPicPr>
            <p:cNvPr id="86" name="Picture 2">
              <a:extLst>
                <a:ext uri="{FF2B5EF4-FFF2-40B4-BE49-F238E27FC236}">
                  <a16:creationId xmlns:a16="http://schemas.microsoft.com/office/drawing/2014/main" id="{C030ABCE-F5A6-49BF-8533-B4594270BB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7338" y="3290888"/>
              <a:ext cx="60293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3">
              <a:extLst>
                <a:ext uri="{FF2B5EF4-FFF2-40B4-BE49-F238E27FC236}">
                  <a16:creationId xmlns:a16="http://schemas.microsoft.com/office/drawing/2014/main" id="{929D5707-8CEB-4C94-9130-8D087B6B10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92904" y="3310319"/>
              <a:ext cx="228600" cy="219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55CFFDF-1C27-4A61-AC99-D20748C8746D}"/>
              </a:ext>
            </a:extLst>
          </p:cNvPr>
          <p:cNvSpPr/>
          <p:nvPr/>
        </p:nvSpPr>
        <p:spPr>
          <a:xfrm>
            <a:off x="1414155" y="6785467"/>
            <a:ext cx="7465939" cy="1399268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994057ED-D9D2-4613-B9FC-39947C0E406A}"/>
              </a:ext>
            </a:extLst>
          </p:cNvPr>
          <p:cNvGrpSpPr/>
          <p:nvPr/>
        </p:nvGrpSpPr>
        <p:grpSpPr>
          <a:xfrm>
            <a:off x="996628" y="6740626"/>
            <a:ext cx="6697696" cy="9609142"/>
            <a:chOff x="10218704" y="6288084"/>
            <a:chExt cx="6697696" cy="9609142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C80A477C-5DB9-49F8-B019-DDDFD6C49E68}"/>
                </a:ext>
              </a:extLst>
            </p:cNvPr>
            <p:cNvSpPr/>
            <p:nvPr/>
          </p:nvSpPr>
          <p:spPr>
            <a:xfrm>
              <a:off x="10218704" y="6288084"/>
              <a:ext cx="6697696" cy="9609142"/>
            </a:xfrm>
            <a:prstGeom prst="rect">
              <a:avLst/>
            </a:prstGeom>
            <a:ln>
              <a:solidFill>
                <a:schemeClr val="dk1"/>
              </a:solidFill>
            </a:ln>
            <a:effectLst>
              <a:outerShdw blurRad="63500" sx="101000" sy="101000" algn="ctr" rotWithShape="0">
                <a:schemeClr val="tx1">
                  <a:alpha val="50000"/>
                </a:schemeClr>
              </a:outerShdw>
              <a:softEdge rad="12700"/>
            </a:effectLst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9DBB0A6-D5B8-4EAF-822A-2961569E4A8C}"/>
                </a:ext>
              </a:extLst>
            </p:cNvPr>
            <p:cNvSpPr txBox="1"/>
            <p:nvPr/>
          </p:nvSpPr>
          <p:spPr>
            <a:xfrm>
              <a:off x="10504346" y="6473299"/>
              <a:ext cx="134363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■ </a:t>
              </a:r>
              <a:r>
                <a:rPr lang="ko-KR" altLang="en-US" sz="900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의약외품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및 화장품</a:t>
              </a:r>
              <a:endParaRPr lang="ko-KR" altLang="en-US" sz="900" dirty="0"/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5B8F21BA-71BF-4688-9F61-6A0573A32E5D}"/>
                </a:ext>
              </a:extLst>
            </p:cNvPr>
            <p:cNvSpPr/>
            <p:nvPr/>
          </p:nvSpPr>
          <p:spPr>
            <a:xfrm>
              <a:off x="10580651" y="6789213"/>
              <a:ext cx="2848892" cy="1475016"/>
            </a:xfrm>
            <a:prstGeom prst="rect">
              <a:avLst/>
            </a:pr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ko-K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제품명.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용량 및 중량.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전 성분(화장품의 경우).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사용 방법 및 주의사항.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제조업체 및 제조국가.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유효기간(사용 기한).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기능성 화장품일 경우, </a:t>
              </a:r>
              <a:r>
                <a:rPr kumimoji="0" lang="ko-KR" altLang="ko-KR" sz="800" b="0" i="0" u="none" strike="noStrike" cap="none" normalizeH="0" baseline="0" dirty="0" err="1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식약처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인증 내용. </a:t>
              </a:r>
            </a:p>
            <a:p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89C32F3-D1E7-4AEF-822C-FA1C326C9B41}"/>
                </a:ext>
              </a:extLst>
            </p:cNvPr>
            <p:cNvSpPr txBox="1"/>
            <p:nvPr/>
          </p:nvSpPr>
          <p:spPr>
            <a:xfrm>
              <a:off x="13712900" y="6473299"/>
              <a:ext cx="126829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■ </a:t>
              </a:r>
              <a:r>
                <a:rPr lang="ko-KR" altLang="en-US" sz="900" dirty="0"/>
                <a:t>의류 및 패션 상품</a:t>
              </a: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7B141347-F7CE-4993-AD3A-82D79A845509}"/>
                </a:ext>
              </a:extLst>
            </p:cNvPr>
            <p:cNvSpPr/>
            <p:nvPr/>
          </p:nvSpPr>
          <p:spPr>
            <a:xfrm>
              <a:off x="13789205" y="6789213"/>
              <a:ext cx="2702126" cy="1475016"/>
            </a:xfrm>
            <a:prstGeom prst="rect">
              <a:avLst/>
            </a:pr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제품명.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소재(섬유의 </a:t>
              </a:r>
              <a:r>
                <a:rPr kumimoji="0" lang="ko-KR" altLang="ko-KR" sz="800" b="0" i="0" u="none" strike="noStrike" cap="none" normalizeH="0" baseline="0" dirty="0" err="1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혼용률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).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제조업체명 및 제조국가.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사이즈.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세탁 방법.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제조연월.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32781F5A-9EC8-4ED8-A547-7D39C0A69847}"/>
                </a:ext>
              </a:extLst>
            </p:cNvPr>
            <p:cNvSpPr txBox="1"/>
            <p:nvPr/>
          </p:nvSpPr>
          <p:spPr>
            <a:xfrm>
              <a:off x="10504346" y="8821522"/>
              <a:ext cx="1459054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■ </a:t>
              </a:r>
              <a:r>
                <a:rPr lang="ko-KR" altLang="en-US" sz="900" dirty="0"/>
                <a:t>전자제품 및 전기용품</a:t>
              </a: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30EACC68-8AC2-4168-B57C-05FA0354E460}"/>
                </a:ext>
              </a:extLst>
            </p:cNvPr>
            <p:cNvSpPr/>
            <p:nvPr/>
          </p:nvSpPr>
          <p:spPr>
            <a:xfrm>
              <a:off x="10580650" y="9137436"/>
              <a:ext cx="2848893" cy="1642102"/>
            </a:xfrm>
            <a:prstGeom prst="rect">
              <a:avLst/>
            </a:pr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제품명.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모델명.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 err="1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전기용품안전인증번호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제조업체명 및 제조국가.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제조연월.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정격전압/소비전력.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KC 인증마크 및 번호.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AS 연락처. </a:t>
              </a:r>
            </a:p>
            <a:p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85204D46-D87B-4527-B607-06BC1E219797}"/>
                </a:ext>
              </a:extLst>
            </p:cNvPr>
            <p:cNvSpPr txBox="1"/>
            <p:nvPr/>
          </p:nvSpPr>
          <p:spPr>
            <a:xfrm>
              <a:off x="13712900" y="8821522"/>
              <a:ext cx="2021707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■ </a:t>
              </a:r>
              <a:r>
                <a:rPr lang="ko-KR" altLang="en-US" sz="900" dirty="0"/>
                <a:t>어린이 제품</a:t>
              </a:r>
              <a:r>
                <a:rPr lang="en-US" altLang="ko-KR" sz="900" dirty="0"/>
                <a:t>( </a:t>
              </a:r>
              <a:r>
                <a:rPr lang="ko-KR" altLang="en-US" sz="900" dirty="0"/>
                <a:t>완구</a:t>
              </a:r>
              <a:r>
                <a:rPr lang="en-US" altLang="ko-KR" sz="900" dirty="0"/>
                <a:t>, </a:t>
              </a:r>
              <a:r>
                <a:rPr lang="ko-KR" altLang="en-US" sz="900" dirty="0"/>
                <a:t>유아용품 등 </a:t>
              </a:r>
              <a:r>
                <a:rPr lang="en-US" altLang="ko-KR" sz="900" dirty="0"/>
                <a:t>)</a:t>
              </a:r>
              <a:endParaRPr lang="ko-KR" altLang="en-US" sz="900" dirty="0"/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9690E998-08DE-4155-ABA5-D74CFD95FE3B}"/>
                </a:ext>
              </a:extLst>
            </p:cNvPr>
            <p:cNvSpPr/>
            <p:nvPr/>
          </p:nvSpPr>
          <p:spPr>
            <a:xfrm>
              <a:off x="13789204" y="9137435"/>
              <a:ext cx="2702127" cy="1642101"/>
            </a:xfrm>
            <a:prstGeom prst="rect">
              <a:avLst/>
            </a:pr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제품명.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사용 연령 또는 적정 연령.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안전 인증 마크 및 번호.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주의 문구</a:t>
              </a: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(예: 작은 부품 포함 여부, 질식 위험 등).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제조업체명 및 제조국가.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325E1FD5-3250-47E3-B2EE-CE1D43051BC9}"/>
                </a:ext>
              </a:extLst>
            </p:cNvPr>
            <p:cNvSpPr txBox="1"/>
            <p:nvPr/>
          </p:nvSpPr>
          <p:spPr>
            <a:xfrm>
              <a:off x="10504346" y="11336828"/>
              <a:ext cx="149912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■ 가구 및 인테리어 제품</a:t>
              </a:r>
              <a:endParaRPr lang="ko-KR" altLang="en-US" sz="900" dirty="0"/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BE1C5595-ACB7-4EF6-B6F7-EC08058F0AF4}"/>
                </a:ext>
              </a:extLst>
            </p:cNvPr>
            <p:cNvSpPr/>
            <p:nvPr/>
          </p:nvSpPr>
          <p:spPr>
            <a:xfrm>
              <a:off x="10580650" y="11652742"/>
              <a:ext cx="2848893" cy="1339471"/>
            </a:xfrm>
            <a:prstGeom prst="rect">
              <a:avLst/>
            </a:pr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제품명.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크기 및 재질.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제조업체명 및 제조국가.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제조연월.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조립 여부. 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2402A360-A4D7-44C2-9461-C917A1CCAEA4}"/>
                </a:ext>
              </a:extLst>
            </p:cNvPr>
            <p:cNvSpPr txBox="1"/>
            <p:nvPr/>
          </p:nvSpPr>
          <p:spPr>
            <a:xfrm>
              <a:off x="13712900" y="11336828"/>
              <a:ext cx="997389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■ </a:t>
              </a:r>
              <a:r>
                <a:rPr lang="ko-KR" altLang="en-US" sz="900" dirty="0"/>
                <a:t>주류 및 담배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5C045716-99A2-4D25-ACA6-24525615B2FC}"/>
                </a:ext>
              </a:extLst>
            </p:cNvPr>
            <p:cNvSpPr/>
            <p:nvPr/>
          </p:nvSpPr>
          <p:spPr>
            <a:xfrm>
              <a:off x="13789204" y="11652741"/>
              <a:ext cx="2702127" cy="1339471"/>
            </a:xfrm>
            <a:prstGeom prst="rect">
              <a:avLst/>
            </a:pr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제품명.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알코올 함량.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제조업체명 및 제조국가.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유통기한(일부 주류 제외).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음주 시 주의사항</a:t>
              </a: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(임산부 경고 문구 등).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E26D65D3-CFE1-43BC-A969-4A70833B3C79}"/>
                </a:ext>
              </a:extLst>
            </p:cNvPr>
            <p:cNvSpPr txBox="1"/>
            <p:nvPr/>
          </p:nvSpPr>
          <p:spPr>
            <a:xfrm>
              <a:off x="10504346" y="13671157"/>
              <a:ext cx="1614545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■ </a:t>
              </a:r>
              <a:r>
                <a:rPr lang="ko-KR" altLang="en-US" sz="900" dirty="0"/>
                <a:t>자동차 및 오토바이 부품</a:t>
              </a:r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308CED10-7734-469D-B781-78F03ED43A03}"/>
                </a:ext>
              </a:extLst>
            </p:cNvPr>
            <p:cNvSpPr/>
            <p:nvPr/>
          </p:nvSpPr>
          <p:spPr>
            <a:xfrm>
              <a:off x="10580650" y="13987071"/>
              <a:ext cx="2848893" cy="1339471"/>
            </a:xfrm>
            <a:prstGeom prst="rect">
              <a:avLst/>
            </a:pr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제품명.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모델명 및 호환 정보.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제조업체명 및 제조국가.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품질 보증기간.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KC 인증 정보</a:t>
              </a: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(해당 시). </a:t>
              </a:r>
            </a:p>
            <a:p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96293622-A367-4237-8090-3C375D66E14A}"/>
                </a:ext>
              </a:extLst>
            </p:cNvPr>
            <p:cNvSpPr txBox="1"/>
            <p:nvPr/>
          </p:nvSpPr>
          <p:spPr>
            <a:xfrm>
              <a:off x="13712900" y="13671157"/>
              <a:ext cx="95731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■ </a:t>
              </a:r>
              <a:r>
                <a:rPr lang="ko-KR" altLang="en-US" sz="900" dirty="0"/>
                <a:t>기타 수입품</a:t>
              </a: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6DBF2129-EBFC-404D-A7C0-59183EFD809E}"/>
                </a:ext>
              </a:extLst>
            </p:cNvPr>
            <p:cNvSpPr/>
            <p:nvPr/>
          </p:nvSpPr>
          <p:spPr>
            <a:xfrm>
              <a:off x="13789204" y="13987071"/>
              <a:ext cx="2702127" cy="1339472"/>
            </a:xfrm>
            <a:prstGeom prst="rect">
              <a:avLst/>
            </a:pr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en-US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원산지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en-US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수입업체명 및 연락처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안전 인증 마크 및 번호.</a:t>
              </a:r>
            </a:p>
            <a:p>
              <a:pPr marL="0" marR="0" lvl="0" indent="0" algn="l" defTabSz="914400" rtl="0" eaLnBrk="0" fontAlgn="base" latinLnBrk="0" hangingPunct="0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</a:pPr>
              <a:r>
                <a:rPr kumimoji="0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 </a:t>
              </a:r>
              <a:r>
                <a:rPr lang="ko-KR" altLang="en-US" sz="800" dirty="0">
                  <a:solidFill>
                    <a:schemeClr val="tx1"/>
                  </a:solidFill>
                </a:rPr>
                <a:t>통관 여부 </a:t>
              </a:r>
              <a:r>
                <a:rPr lang="en-US" altLang="ko-KR" sz="800" dirty="0">
                  <a:solidFill>
                    <a:schemeClr val="tx1"/>
                  </a:solidFill>
                </a:rPr>
                <a:t>(</a:t>
              </a:r>
              <a:r>
                <a:rPr lang="ko-KR" altLang="en-US" sz="800" dirty="0">
                  <a:solidFill>
                    <a:schemeClr val="tx1"/>
                  </a:solidFill>
                </a:rPr>
                <a:t>정식 수입품임을 확인할 수 있어야 함</a:t>
              </a:r>
              <a:r>
                <a:rPr kumimoji="0" lang="ko-KR" altLang="ko-K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rPr>
                <a:t>).</a:t>
              </a:r>
            </a:p>
          </p:txBody>
        </p:sp>
      </p:grpSp>
      <p:cxnSp>
        <p:nvCxnSpPr>
          <p:cNvPr id="80" name="직선 화살표 연결선 79">
            <a:extLst>
              <a:ext uri="{FF2B5EF4-FFF2-40B4-BE49-F238E27FC236}">
                <a16:creationId xmlns:a16="http://schemas.microsoft.com/office/drawing/2014/main" id="{AC37C142-6F75-42A6-BA8B-1B4A677D5719}"/>
              </a:ext>
            </a:extLst>
          </p:cNvPr>
          <p:cNvCxnSpPr>
            <a:cxnSpLocks/>
          </p:cNvCxnSpPr>
          <p:nvPr/>
        </p:nvCxnSpPr>
        <p:spPr>
          <a:xfrm>
            <a:off x="3975250" y="6099316"/>
            <a:ext cx="0" cy="904447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6337987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B7B9AF7E-0BC7-4BB7-B974-34FB3F66A0E4}"/>
              </a:ext>
            </a:extLst>
          </p:cNvPr>
          <p:cNvSpPr/>
          <p:nvPr/>
        </p:nvSpPr>
        <p:spPr>
          <a:xfrm>
            <a:off x="317090" y="3186091"/>
            <a:ext cx="9453715" cy="4755915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4E922D3-B914-48E6-AAA6-D31CBC38BB14}"/>
              </a:ext>
            </a:extLst>
          </p:cNvPr>
          <p:cNvSpPr txBox="1"/>
          <p:nvPr/>
        </p:nvSpPr>
        <p:spPr>
          <a:xfrm>
            <a:off x="546597" y="3431788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상세 설명</a:t>
            </a:r>
            <a:endParaRPr lang="ko-KR" altLang="en-US" sz="900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01A4E1B-67AC-46F5-84C6-B685A697E3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0121764"/>
              </p:ext>
            </p:extLst>
          </p:nvPr>
        </p:nvGraphicFramePr>
        <p:xfrm>
          <a:off x="604954" y="3692826"/>
          <a:ext cx="8878259" cy="670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69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91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상세정보 등록타입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미사용 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●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이미지로 등록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텍스트로 등록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*PC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최적화 이미지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가로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000pixel)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*Mobile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800" b="0" baseline="0" dirty="0">
                          <a:solidFill>
                            <a:schemeClr val="tx1"/>
                          </a:solidFill>
                        </a:rPr>
                        <a:t>최적화 이미지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가로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000pixel)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A7890DAC-6D8F-45AC-9D54-C4DD4B415DEF}"/>
              </a:ext>
            </a:extLst>
          </p:cNvPr>
          <p:cNvGrpSpPr/>
          <p:nvPr/>
        </p:nvGrpSpPr>
        <p:grpSpPr>
          <a:xfrm>
            <a:off x="3840378" y="3924032"/>
            <a:ext cx="2089400" cy="145046"/>
            <a:chOff x="5148065" y="1124744"/>
            <a:chExt cx="2089400" cy="192328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0D55A816-2980-4916-9C0A-8B4BC2285ACE}"/>
                </a:ext>
              </a:extLst>
            </p:cNvPr>
            <p:cNvSpPr/>
            <p:nvPr/>
          </p:nvSpPr>
          <p:spPr>
            <a:xfrm>
              <a:off x="5148065" y="1124744"/>
              <a:ext cx="1368151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7580A13A-5827-4082-B15E-7911B26C7390}"/>
                </a:ext>
              </a:extLst>
            </p:cNvPr>
            <p:cNvSpPr/>
            <p:nvPr/>
          </p:nvSpPr>
          <p:spPr>
            <a:xfrm>
              <a:off x="6516216" y="1124744"/>
              <a:ext cx="721249" cy="192328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</a:rPr>
                <a:t>찾아보기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5957C704-B17A-44E7-A81E-CFDF48DAA3D7}"/>
              </a:ext>
            </a:extLst>
          </p:cNvPr>
          <p:cNvGrpSpPr/>
          <p:nvPr/>
        </p:nvGrpSpPr>
        <p:grpSpPr>
          <a:xfrm>
            <a:off x="3840378" y="4169130"/>
            <a:ext cx="2089400" cy="145046"/>
            <a:chOff x="5148065" y="1124744"/>
            <a:chExt cx="2089400" cy="19232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D3BF7F2B-A340-48BF-B4E7-85818046B4C4}"/>
                </a:ext>
              </a:extLst>
            </p:cNvPr>
            <p:cNvSpPr/>
            <p:nvPr/>
          </p:nvSpPr>
          <p:spPr>
            <a:xfrm>
              <a:off x="5148065" y="1124744"/>
              <a:ext cx="1368151" cy="19232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2F3D2531-AE4D-43A8-8B3F-67AB25211F28}"/>
                </a:ext>
              </a:extLst>
            </p:cNvPr>
            <p:cNvSpPr/>
            <p:nvPr/>
          </p:nvSpPr>
          <p:spPr>
            <a:xfrm>
              <a:off x="6516216" y="1124744"/>
              <a:ext cx="721249" cy="192328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</a:rPr>
                <a:t>찾아보기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F5661E88-D33E-4597-87D2-415FC36F1AFE}"/>
              </a:ext>
            </a:extLst>
          </p:cNvPr>
          <p:cNvSpPr txBox="1"/>
          <p:nvPr/>
        </p:nvSpPr>
        <p:spPr>
          <a:xfrm>
            <a:off x="546597" y="5185368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상세 설명</a:t>
            </a:r>
            <a:endParaRPr lang="ko-KR" altLang="en-US" sz="900" dirty="0"/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8364E0C-8B25-40D6-811A-4276BF4F5F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0388439"/>
              </p:ext>
            </p:extLst>
          </p:nvPr>
        </p:nvGraphicFramePr>
        <p:xfrm>
          <a:off x="604954" y="5446406"/>
          <a:ext cx="8878259" cy="1889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69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91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상세정보 등록타입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미사용 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○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이미지로 등록   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●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텍스트로 등록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상세정보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19" name="그룹 18">
            <a:extLst>
              <a:ext uri="{FF2B5EF4-FFF2-40B4-BE49-F238E27FC236}">
                <a16:creationId xmlns:a16="http://schemas.microsoft.com/office/drawing/2014/main" id="{E8854DB3-7DFE-498F-85FA-BDAC245FF2EE}"/>
              </a:ext>
            </a:extLst>
          </p:cNvPr>
          <p:cNvGrpSpPr/>
          <p:nvPr/>
        </p:nvGrpSpPr>
        <p:grpSpPr>
          <a:xfrm>
            <a:off x="1899287" y="5775822"/>
            <a:ext cx="4950461" cy="218296"/>
            <a:chOff x="1557338" y="3290888"/>
            <a:chExt cx="6264166" cy="276225"/>
          </a:xfrm>
        </p:grpSpPr>
        <p:pic>
          <p:nvPicPr>
            <p:cNvPr id="20" name="Picture 2">
              <a:extLst>
                <a:ext uri="{FF2B5EF4-FFF2-40B4-BE49-F238E27FC236}">
                  <a16:creationId xmlns:a16="http://schemas.microsoft.com/office/drawing/2014/main" id="{EE97ABBA-8616-4F60-B576-BC1DDEF0B4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7338" y="3290888"/>
              <a:ext cx="60293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" name="Picture 3">
              <a:extLst>
                <a:ext uri="{FF2B5EF4-FFF2-40B4-BE49-F238E27FC236}">
                  <a16:creationId xmlns:a16="http://schemas.microsoft.com/office/drawing/2014/main" id="{3E9B62B7-8393-4CAC-90DC-B07FBAF76A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92904" y="3310319"/>
              <a:ext cx="228600" cy="219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9D91AAA8-844D-4E2B-BD00-482E5277B02A}"/>
              </a:ext>
            </a:extLst>
          </p:cNvPr>
          <p:cNvSpPr/>
          <p:nvPr/>
        </p:nvSpPr>
        <p:spPr>
          <a:xfrm>
            <a:off x="1899287" y="5775822"/>
            <a:ext cx="7465939" cy="1399268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A162529-0840-433B-BC2A-E7C2A2881CDA}"/>
              </a:ext>
            </a:extLst>
          </p:cNvPr>
          <p:cNvSpPr/>
          <p:nvPr/>
        </p:nvSpPr>
        <p:spPr>
          <a:xfrm>
            <a:off x="1947266" y="2579431"/>
            <a:ext cx="1002411" cy="397681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FF0E1867-2A69-4043-8D51-EBF8CE800470}"/>
              </a:ext>
            </a:extLst>
          </p:cNvPr>
          <p:cNvCxnSpPr>
            <a:cxnSpLocks/>
            <a:stCxn id="23" idx="4"/>
          </p:cNvCxnSpPr>
          <p:nvPr/>
        </p:nvCxnSpPr>
        <p:spPr>
          <a:xfrm>
            <a:off x="2448472" y="2977112"/>
            <a:ext cx="0" cy="67056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타원 26">
            <a:extLst>
              <a:ext uri="{FF2B5EF4-FFF2-40B4-BE49-F238E27FC236}">
                <a16:creationId xmlns:a16="http://schemas.microsoft.com/office/drawing/2014/main" id="{F431921A-4C2C-46EB-AE2C-63D54BE23106}"/>
              </a:ext>
            </a:extLst>
          </p:cNvPr>
          <p:cNvSpPr/>
          <p:nvPr/>
        </p:nvSpPr>
        <p:spPr>
          <a:xfrm>
            <a:off x="2949678" y="2560608"/>
            <a:ext cx="1002412" cy="397681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160ABFD4-5431-4491-BAA5-499C28D78F37}"/>
              </a:ext>
            </a:extLst>
          </p:cNvPr>
          <p:cNvCxnSpPr>
            <a:cxnSpLocks/>
            <a:stCxn id="27" idx="4"/>
          </p:cNvCxnSpPr>
          <p:nvPr/>
        </p:nvCxnSpPr>
        <p:spPr>
          <a:xfrm>
            <a:off x="3450884" y="2958289"/>
            <a:ext cx="51800" cy="2457911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485863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>
            <a:extLst>
              <a:ext uri="{FF2B5EF4-FFF2-40B4-BE49-F238E27FC236}">
                <a16:creationId xmlns:a16="http://schemas.microsoft.com/office/drawing/2014/main" id="{AEEE68FC-D15C-4D24-B470-2BAF5FFE0EE5}"/>
              </a:ext>
            </a:extLst>
          </p:cNvPr>
          <p:cNvSpPr/>
          <p:nvPr/>
        </p:nvSpPr>
        <p:spPr>
          <a:xfrm>
            <a:off x="1407695" y="3645570"/>
            <a:ext cx="1672389" cy="90236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dirty="0">
                <a:solidFill>
                  <a:schemeClr val="tx1"/>
                </a:solidFill>
              </a:rPr>
              <a:t>기본 정보</a:t>
            </a:r>
            <a:endParaRPr lang="en-US" altLang="ko-KR" sz="900" dirty="0">
              <a:solidFill>
                <a:schemeClr val="tx1"/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900" dirty="0">
                <a:solidFill>
                  <a:schemeClr val="tx1"/>
                </a:solidFill>
              </a:rPr>
              <a:t>취소</a:t>
            </a:r>
            <a:r>
              <a:rPr lang="en-US" altLang="ko-KR" sz="900" dirty="0">
                <a:solidFill>
                  <a:schemeClr val="tx1"/>
                </a:solidFill>
              </a:rPr>
              <a:t>/</a:t>
            </a:r>
            <a:r>
              <a:rPr lang="ko-KR" altLang="en-US" sz="900" dirty="0">
                <a:solidFill>
                  <a:schemeClr val="tx1"/>
                </a:solidFill>
              </a:rPr>
              <a:t>환불 정보</a:t>
            </a:r>
            <a:endParaRPr lang="en-US" altLang="ko-KR" sz="900" dirty="0">
              <a:solidFill>
                <a:schemeClr val="tx1"/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900" dirty="0">
                <a:solidFill>
                  <a:schemeClr val="tx1"/>
                </a:solidFill>
              </a:rPr>
              <a:t>쇼핑몰 취소 정보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635726F2-4D48-4692-B294-D14FD0D43A39}"/>
              </a:ext>
            </a:extLst>
          </p:cNvPr>
          <p:cNvSpPr/>
          <p:nvPr/>
        </p:nvSpPr>
        <p:spPr>
          <a:xfrm>
            <a:off x="1371599" y="3416968"/>
            <a:ext cx="1768642" cy="1215189"/>
          </a:xfrm>
          <a:prstGeom prst="rect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A8AE54C7-2E56-4CCA-BDE4-F58376E3FDA5}"/>
              </a:ext>
            </a:extLst>
          </p:cNvPr>
          <p:cNvSpPr txBox="1"/>
          <p:nvPr/>
        </p:nvSpPr>
        <p:spPr>
          <a:xfrm>
            <a:off x="1245603" y="3313584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7801579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B7B9AF7E-0BC7-4BB7-B974-34FB3F66A0E4}"/>
              </a:ext>
            </a:extLst>
          </p:cNvPr>
          <p:cNvSpPr/>
          <p:nvPr/>
        </p:nvSpPr>
        <p:spPr>
          <a:xfrm>
            <a:off x="341765" y="6816109"/>
            <a:ext cx="9453715" cy="3142642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A162529-0840-433B-BC2A-E7C2A2881CDA}"/>
              </a:ext>
            </a:extLst>
          </p:cNvPr>
          <p:cNvSpPr/>
          <p:nvPr/>
        </p:nvSpPr>
        <p:spPr>
          <a:xfrm>
            <a:off x="1196964" y="6010406"/>
            <a:ext cx="2104661" cy="263773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FF0E1867-2A69-4043-8D51-EBF8CE800470}"/>
              </a:ext>
            </a:extLst>
          </p:cNvPr>
          <p:cNvCxnSpPr>
            <a:cxnSpLocks/>
          </p:cNvCxnSpPr>
          <p:nvPr/>
        </p:nvCxnSpPr>
        <p:spPr>
          <a:xfrm>
            <a:off x="2247709" y="6274179"/>
            <a:ext cx="0" cy="760117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7921D47C-BD7E-4BD0-97D5-4D95B7B64A99}"/>
              </a:ext>
            </a:extLst>
          </p:cNvPr>
          <p:cNvGraphicFramePr>
            <a:graphicFrameLocks noGrp="1"/>
          </p:cNvGraphicFramePr>
          <p:nvPr/>
        </p:nvGraphicFramePr>
        <p:xfrm>
          <a:off x="616492" y="7372033"/>
          <a:ext cx="8825029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27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322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옵션선택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6" name="직사각형 25">
            <a:extLst>
              <a:ext uri="{FF2B5EF4-FFF2-40B4-BE49-F238E27FC236}">
                <a16:creationId xmlns:a16="http://schemas.microsoft.com/office/drawing/2014/main" id="{0D1218CD-CE55-4F4B-A3FA-FA04CEE796F4}"/>
              </a:ext>
            </a:extLst>
          </p:cNvPr>
          <p:cNvSpPr/>
          <p:nvPr/>
        </p:nvSpPr>
        <p:spPr>
          <a:xfrm>
            <a:off x="1903404" y="7423426"/>
            <a:ext cx="1682050" cy="1177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옵션타입 선택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6B0C337-7A7B-4C1F-8C08-74F173C9E8BC}"/>
              </a:ext>
            </a:extLst>
          </p:cNvPr>
          <p:cNvSpPr txBox="1"/>
          <p:nvPr/>
        </p:nvSpPr>
        <p:spPr>
          <a:xfrm>
            <a:off x="556524" y="7080257"/>
            <a:ext cx="84189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옵션</a:t>
            </a:r>
            <a:endParaRPr lang="ko-KR" altLang="en-US" sz="900" dirty="0"/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354B6AFB-10F4-45EB-BD7A-7DC8C3EF50AB}"/>
              </a:ext>
            </a:extLst>
          </p:cNvPr>
          <p:cNvGraphicFramePr>
            <a:graphicFrameLocks noGrp="1"/>
          </p:cNvGraphicFramePr>
          <p:nvPr/>
        </p:nvGraphicFramePr>
        <p:xfrm>
          <a:off x="614881" y="7620784"/>
          <a:ext cx="8826640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43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322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옵션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1" name="직사각형 30">
            <a:extLst>
              <a:ext uri="{FF2B5EF4-FFF2-40B4-BE49-F238E27FC236}">
                <a16:creationId xmlns:a16="http://schemas.microsoft.com/office/drawing/2014/main" id="{D92F5467-F7D9-49C2-AA62-1BDBE9A802D6}"/>
              </a:ext>
            </a:extLst>
          </p:cNvPr>
          <p:cNvSpPr/>
          <p:nvPr/>
        </p:nvSpPr>
        <p:spPr>
          <a:xfrm>
            <a:off x="1903403" y="7737754"/>
            <a:ext cx="1672288" cy="11056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비고형    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618C31AE-9008-405F-A93C-7E8557CF9E70}"/>
              </a:ext>
            </a:extLst>
          </p:cNvPr>
          <p:cNvSpPr/>
          <p:nvPr/>
        </p:nvSpPr>
        <p:spPr>
          <a:xfrm>
            <a:off x="3645775" y="7737754"/>
            <a:ext cx="1059225" cy="14297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비고명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04F57B3B-1953-4972-BC84-A25B752A5AEC}"/>
              </a:ext>
            </a:extLst>
          </p:cNvPr>
          <p:cNvSpPr/>
          <p:nvPr/>
        </p:nvSpPr>
        <p:spPr>
          <a:xfrm>
            <a:off x="4773559" y="7737753"/>
            <a:ext cx="3030103" cy="15109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비고내용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F9E6F822-0ED7-4969-98BD-BFE4FB5D0E90}"/>
              </a:ext>
            </a:extLst>
          </p:cNvPr>
          <p:cNvGrpSpPr/>
          <p:nvPr/>
        </p:nvGrpSpPr>
        <p:grpSpPr>
          <a:xfrm>
            <a:off x="8869261" y="7739306"/>
            <a:ext cx="144282" cy="141422"/>
            <a:chOff x="4529318" y="3094220"/>
            <a:chExt cx="144282" cy="141422"/>
          </a:xfrm>
        </p:grpSpPr>
        <p:pic>
          <p:nvPicPr>
            <p:cNvPr id="35" name="그림 34">
              <a:extLst>
                <a:ext uri="{FF2B5EF4-FFF2-40B4-BE49-F238E27FC236}">
                  <a16:creationId xmlns:a16="http://schemas.microsoft.com/office/drawing/2014/main" id="{2658B379-B405-4629-91C8-0EA0D089273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4547256" y="3102262"/>
              <a:ext cx="125337" cy="125337"/>
            </a:xfrm>
            <a:prstGeom prst="rect">
              <a:avLst/>
            </a:prstGeom>
          </p:spPr>
        </p:pic>
        <p:sp>
          <p:nvSpPr>
            <p:cNvPr id="36" name="모서리가 둥근 직사각형 115">
              <a:extLst>
                <a:ext uri="{FF2B5EF4-FFF2-40B4-BE49-F238E27FC236}">
                  <a16:creationId xmlns:a16="http://schemas.microsoft.com/office/drawing/2014/main" id="{38124A45-8C06-49A9-A381-6370E30A1CF7}"/>
                </a:ext>
              </a:extLst>
            </p:cNvPr>
            <p:cNvSpPr/>
            <p:nvPr/>
          </p:nvSpPr>
          <p:spPr>
            <a:xfrm>
              <a:off x="4529318" y="3094220"/>
              <a:ext cx="144282" cy="141422"/>
            </a:xfrm>
            <a:prstGeom prst="roundRect">
              <a:avLst>
                <a:gd name="adj" fmla="val 15598"/>
              </a:avLst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</a:rPr>
                <a:t>    </a:t>
              </a:r>
            </a:p>
          </p:txBody>
        </p:sp>
      </p:grp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B4F503E-FB31-4DDE-A728-285785788DC0}"/>
              </a:ext>
            </a:extLst>
          </p:cNvPr>
          <p:cNvSpPr/>
          <p:nvPr/>
        </p:nvSpPr>
        <p:spPr>
          <a:xfrm>
            <a:off x="1903403" y="7961079"/>
            <a:ext cx="1672288" cy="14871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일반선택형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DA8BDDC1-3DB7-4F1D-84A0-BE210DA1AD02}"/>
              </a:ext>
            </a:extLst>
          </p:cNvPr>
          <p:cNvSpPr/>
          <p:nvPr/>
        </p:nvSpPr>
        <p:spPr>
          <a:xfrm>
            <a:off x="3645775" y="7961079"/>
            <a:ext cx="1059225" cy="14297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선택개수 ▼ 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49A683D-FBC2-47E8-B0D3-8E67C0C49804}"/>
              </a:ext>
            </a:extLst>
          </p:cNvPr>
          <p:cNvSpPr/>
          <p:nvPr/>
        </p:nvSpPr>
        <p:spPr>
          <a:xfrm>
            <a:off x="5849522" y="7961079"/>
            <a:ext cx="1955666" cy="14297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선택옵션 내용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6657F26-3FF0-4F79-95C0-F16E430A3382}"/>
              </a:ext>
            </a:extLst>
          </p:cNvPr>
          <p:cNvSpPr/>
          <p:nvPr/>
        </p:nvSpPr>
        <p:spPr>
          <a:xfrm>
            <a:off x="5849522" y="8145396"/>
            <a:ext cx="1955666" cy="14297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선택옵션 내용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EE817C2-47CC-423F-B64F-4AD9419CD79D}"/>
              </a:ext>
            </a:extLst>
          </p:cNvPr>
          <p:cNvSpPr/>
          <p:nvPr/>
        </p:nvSpPr>
        <p:spPr>
          <a:xfrm>
            <a:off x="1903403" y="8366975"/>
            <a:ext cx="1672288" cy="14871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금액선택형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00A970BC-8ED7-41A4-92D1-928B53965BC7}"/>
              </a:ext>
            </a:extLst>
          </p:cNvPr>
          <p:cNvSpPr/>
          <p:nvPr/>
        </p:nvSpPr>
        <p:spPr>
          <a:xfrm>
            <a:off x="3645775" y="8366975"/>
            <a:ext cx="1059225" cy="14297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선택개수 ▼ 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F8960EF-E092-419F-98F1-40F6F41B34B3}"/>
              </a:ext>
            </a:extLst>
          </p:cNvPr>
          <p:cNvSpPr/>
          <p:nvPr/>
        </p:nvSpPr>
        <p:spPr>
          <a:xfrm>
            <a:off x="5849522" y="8366975"/>
            <a:ext cx="963484" cy="14695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선택옵션 내용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838418B-FFE4-4767-A0B1-733E4CEBF543}"/>
              </a:ext>
            </a:extLst>
          </p:cNvPr>
          <p:cNvSpPr/>
          <p:nvPr/>
        </p:nvSpPr>
        <p:spPr>
          <a:xfrm>
            <a:off x="5849522" y="8544915"/>
            <a:ext cx="963484" cy="14695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선택옵션 내용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F32B76F-02A2-44A6-8D25-6BC040A7C435}"/>
              </a:ext>
            </a:extLst>
          </p:cNvPr>
          <p:cNvSpPr/>
          <p:nvPr/>
        </p:nvSpPr>
        <p:spPr>
          <a:xfrm>
            <a:off x="6840179" y="8544915"/>
            <a:ext cx="963484" cy="14695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+, -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금액입력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(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원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)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B5477536-A342-4859-947D-D70933573E52}"/>
              </a:ext>
            </a:extLst>
          </p:cNvPr>
          <p:cNvSpPr/>
          <p:nvPr/>
        </p:nvSpPr>
        <p:spPr>
          <a:xfrm>
            <a:off x="6841703" y="8366975"/>
            <a:ext cx="963484" cy="14695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+, -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금액입력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(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원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)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1AC9986F-4B93-4F6D-B20A-140D83E4FB45}"/>
              </a:ext>
            </a:extLst>
          </p:cNvPr>
          <p:cNvGrpSpPr/>
          <p:nvPr/>
        </p:nvGrpSpPr>
        <p:grpSpPr>
          <a:xfrm>
            <a:off x="8869261" y="7962631"/>
            <a:ext cx="144282" cy="141422"/>
            <a:chOff x="4529318" y="3094220"/>
            <a:chExt cx="144282" cy="141422"/>
          </a:xfrm>
        </p:grpSpPr>
        <p:pic>
          <p:nvPicPr>
            <p:cNvPr id="48" name="그림 47">
              <a:extLst>
                <a:ext uri="{FF2B5EF4-FFF2-40B4-BE49-F238E27FC236}">
                  <a16:creationId xmlns:a16="http://schemas.microsoft.com/office/drawing/2014/main" id="{89E1C6D4-FDE3-4E82-8442-11BCDBC2067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4547256" y="3102262"/>
              <a:ext cx="125337" cy="125337"/>
            </a:xfrm>
            <a:prstGeom prst="rect">
              <a:avLst/>
            </a:prstGeom>
          </p:spPr>
        </p:pic>
        <p:sp>
          <p:nvSpPr>
            <p:cNvPr id="49" name="모서리가 둥근 직사각형 132">
              <a:extLst>
                <a:ext uri="{FF2B5EF4-FFF2-40B4-BE49-F238E27FC236}">
                  <a16:creationId xmlns:a16="http://schemas.microsoft.com/office/drawing/2014/main" id="{55E96EDC-ACE2-403E-8DDE-6E7F1127CEE8}"/>
                </a:ext>
              </a:extLst>
            </p:cNvPr>
            <p:cNvSpPr/>
            <p:nvPr/>
          </p:nvSpPr>
          <p:spPr>
            <a:xfrm>
              <a:off x="4529318" y="3094220"/>
              <a:ext cx="144282" cy="141422"/>
            </a:xfrm>
            <a:prstGeom prst="roundRect">
              <a:avLst>
                <a:gd name="adj" fmla="val 15598"/>
              </a:avLst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</a:rPr>
                <a:t>    </a:t>
              </a: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F4334A15-4CE0-4F12-AB69-98E37C1F7E73}"/>
              </a:ext>
            </a:extLst>
          </p:cNvPr>
          <p:cNvGrpSpPr/>
          <p:nvPr/>
        </p:nvGrpSpPr>
        <p:grpSpPr>
          <a:xfrm>
            <a:off x="8869261" y="8142369"/>
            <a:ext cx="144282" cy="141422"/>
            <a:chOff x="4529318" y="3094220"/>
            <a:chExt cx="144282" cy="141422"/>
          </a:xfrm>
        </p:grpSpPr>
        <p:pic>
          <p:nvPicPr>
            <p:cNvPr id="51" name="그림 50">
              <a:extLst>
                <a:ext uri="{FF2B5EF4-FFF2-40B4-BE49-F238E27FC236}">
                  <a16:creationId xmlns:a16="http://schemas.microsoft.com/office/drawing/2014/main" id="{5C927BF1-D2BD-4D9C-B125-6D4B508DD9F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4547256" y="3102262"/>
              <a:ext cx="125337" cy="125337"/>
            </a:xfrm>
            <a:prstGeom prst="rect">
              <a:avLst/>
            </a:prstGeom>
          </p:spPr>
        </p:pic>
        <p:sp>
          <p:nvSpPr>
            <p:cNvPr id="52" name="모서리가 둥근 직사각형 135">
              <a:extLst>
                <a:ext uri="{FF2B5EF4-FFF2-40B4-BE49-F238E27FC236}">
                  <a16:creationId xmlns:a16="http://schemas.microsoft.com/office/drawing/2014/main" id="{48D1AC46-EA3C-4C80-91C3-D447B3B163BA}"/>
                </a:ext>
              </a:extLst>
            </p:cNvPr>
            <p:cNvSpPr/>
            <p:nvPr/>
          </p:nvSpPr>
          <p:spPr>
            <a:xfrm>
              <a:off x="4529318" y="3094220"/>
              <a:ext cx="144282" cy="141422"/>
            </a:xfrm>
            <a:prstGeom prst="roundRect">
              <a:avLst>
                <a:gd name="adj" fmla="val 15598"/>
              </a:avLst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</a:rPr>
                <a:t>    </a:t>
              </a:r>
            </a:p>
          </p:txBody>
        </p: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C5FFFA76-EC2E-4F1D-A928-4C47D1AF6397}"/>
              </a:ext>
            </a:extLst>
          </p:cNvPr>
          <p:cNvGrpSpPr/>
          <p:nvPr/>
        </p:nvGrpSpPr>
        <p:grpSpPr>
          <a:xfrm>
            <a:off x="8869261" y="8378286"/>
            <a:ext cx="144282" cy="141422"/>
            <a:chOff x="4529318" y="3094220"/>
            <a:chExt cx="144282" cy="141422"/>
          </a:xfrm>
        </p:grpSpPr>
        <p:pic>
          <p:nvPicPr>
            <p:cNvPr id="54" name="그림 53">
              <a:extLst>
                <a:ext uri="{FF2B5EF4-FFF2-40B4-BE49-F238E27FC236}">
                  <a16:creationId xmlns:a16="http://schemas.microsoft.com/office/drawing/2014/main" id="{28A821F3-2B73-40E5-8CAA-C7870BBE3F9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4547256" y="3102262"/>
              <a:ext cx="125337" cy="125337"/>
            </a:xfrm>
            <a:prstGeom prst="rect">
              <a:avLst/>
            </a:prstGeom>
          </p:spPr>
        </p:pic>
        <p:sp>
          <p:nvSpPr>
            <p:cNvPr id="55" name="모서리가 둥근 직사각형 138">
              <a:extLst>
                <a:ext uri="{FF2B5EF4-FFF2-40B4-BE49-F238E27FC236}">
                  <a16:creationId xmlns:a16="http://schemas.microsoft.com/office/drawing/2014/main" id="{80710B8B-302C-40E5-90C1-9E48B9D52F53}"/>
                </a:ext>
              </a:extLst>
            </p:cNvPr>
            <p:cNvSpPr/>
            <p:nvPr/>
          </p:nvSpPr>
          <p:spPr>
            <a:xfrm>
              <a:off x="4529318" y="3094220"/>
              <a:ext cx="144282" cy="141422"/>
            </a:xfrm>
            <a:prstGeom prst="roundRect">
              <a:avLst>
                <a:gd name="adj" fmla="val 15598"/>
              </a:avLst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</a:rPr>
                <a:t>    </a:t>
              </a: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36739A99-283A-45B6-9063-48C458A46946}"/>
              </a:ext>
            </a:extLst>
          </p:cNvPr>
          <p:cNvGrpSpPr/>
          <p:nvPr/>
        </p:nvGrpSpPr>
        <p:grpSpPr>
          <a:xfrm>
            <a:off x="8869261" y="8546702"/>
            <a:ext cx="144282" cy="141422"/>
            <a:chOff x="4529318" y="3094220"/>
            <a:chExt cx="144282" cy="141422"/>
          </a:xfrm>
        </p:grpSpPr>
        <p:pic>
          <p:nvPicPr>
            <p:cNvPr id="57" name="그림 56">
              <a:extLst>
                <a:ext uri="{FF2B5EF4-FFF2-40B4-BE49-F238E27FC236}">
                  <a16:creationId xmlns:a16="http://schemas.microsoft.com/office/drawing/2014/main" id="{4DECDFA9-B16B-474C-89F8-C4A1A8ECDDF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4547256" y="3102262"/>
              <a:ext cx="125337" cy="125337"/>
            </a:xfrm>
            <a:prstGeom prst="rect">
              <a:avLst/>
            </a:prstGeom>
          </p:spPr>
        </p:pic>
        <p:sp>
          <p:nvSpPr>
            <p:cNvPr id="58" name="모서리가 둥근 직사각형 141">
              <a:extLst>
                <a:ext uri="{FF2B5EF4-FFF2-40B4-BE49-F238E27FC236}">
                  <a16:creationId xmlns:a16="http://schemas.microsoft.com/office/drawing/2014/main" id="{6B7E60E7-EA06-4BB3-8A73-E5C5B30723F3}"/>
                </a:ext>
              </a:extLst>
            </p:cNvPr>
            <p:cNvSpPr/>
            <p:nvPr/>
          </p:nvSpPr>
          <p:spPr>
            <a:xfrm>
              <a:off x="4529318" y="3094220"/>
              <a:ext cx="144282" cy="141422"/>
            </a:xfrm>
            <a:prstGeom prst="roundRect">
              <a:avLst>
                <a:gd name="adj" fmla="val 15598"/>
              </a:avLst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</a:rPr>
                <a:t>    </a:t>
              </a:r>
            </a:p>
          </p:txBody>
        </p:sp>
      </p:grp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55E3D43-D564-4AFF-A939-8BC53BF6B089}"/>
              </a:ext>
            </a:extLst>
          </p:cNvPr>
          <p:cNvSpPr/>
          <p:nvPr/>
        </p:nvSpPr>
        <p:spPr>
          <a:xfrm>
            <a:off x="4773559" y="7961079"/>
            <a:ext cx="1038442" cy="1423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옵션명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ex)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사이즈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5AE00CD-3895-4E25-B630-63A91FB56324}"/>
              </a:ext>
            </a:extLst>
          </p:cNvPr>
          <p:cNvSpPr/>
          <p:nvPr/>
        </p:nvSpPr>
        <p:spPr>
          <a:xfrm>
            <a:off x="4773559" y="8367602"/>
            <a:ext cx="1038442" cy="1423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옵션명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ex)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추가상품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7C51DED-67EB-4313-B181-08EDDC2DBCBE}"/>
              </a:ext>
            </a:extLst>
          </p:cNvPr>
          <p:cNvSpPr/>
          <p:nvPr/>
        </p:nvSpPr>
        <p:spPr>
          <a:xfrm>
            <a:off x="7830836" y="8540897"/>
            <a:ext cx="963484" cy="14695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수량입력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(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)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1FC1FC50-27EA-45CD-BF18-560AA9ADD88E}"/>
              </a:ext>
            </a:extLst>
          </p:cNvPr>
          <p:cNvSpPr/>
          <p:nvPr/>
        </p:nvSpPr>
        <p:spPr>
          <a:xfrm>
            <a:off x="7830836" y="8368523"/>
            <a:ext cx="963484" cy="14695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수량입력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(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)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FF432F8-2053-4BA7-A50B-21E541D77C32}"/>
              </a:ext>
            </a:extLst>
          </p:cNvPr>
          <p:cNvSpPr/>
          <p:nvPr/>
        </p:nvSpPr>
        <p:spPr>
          <a:xfrm>
            <a:off x="7830836" y="8147457"/>
            <a:ext cx="963484" cy="14695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수량입력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(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)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0D48595-9B70-4C57-A78F-DC6A8A4E0918}"/>
              </a:ext>
            </a:extLst>
          </p:cNvPr>
          <p:cNvSpPr/>
          <p:nvPr/>
        </p:nvSpPr>
        <p:spPr>
          <a:xfrm>
            <a:off x="7830836" y="7964142"/>
            <a:ext cx="963484" cy="14695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수량입력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(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)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1F014E1-528D-478D-BB68-74BED76B0094}"/>
              </a:ext>
            </a:extLst>
          </p:cNvPr>
          <p:cNvSpPr/>
          <p:nvPr/>
        </p:nvSpPr>
        <p:spPr>
          <a:xfrm>
            <a:off x="7830836" y="7748568"/>
            <a:ext cx="963484" cy="14695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수량입력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(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)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C707C760-2635-418A-B374-F1D74F6035DD}"/>
              </a:ext>
            </a:extLst>
          </p:cNvPr>
          <p:cNvSpPr/>
          <p:nvPr/>
        </p:nvSpPr>
        <p:spPr>
          <a:xfrm>
            <a:off x="7697905" y="7639349"/>
            <a:ext cx="1188287" cy="1163167"/>
          </a:xfrm>
          <a:prstGeom prst="rect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61105AB4-DA43-459C-A1FC-3055455073CC}"/>
              </a:ext>
            </a:extLst>
          </p:cNvPr>
          <p:cNvSpPr/>
          <p:nvPr/>
        </p:nvSpPr>
        <p:spPr>
          <a:xfrm>
            <a:off x="1903403" y="5753228"/>
            <a:ext cx="773453" cy="326846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660D3560-0E8E-4F1F-A8DF-8D27B9854D42}"/>
              </a:ext>
            </a:extLst>
          </p:cNvPr>
          <p:cNvCxnSpPr>
            <a:cxnSpLocks/>
            <a:stCxn id="67" idx="6"/>
          </p:cNvCxnSpPr>
          <p:nvPr/>
        </p:nvCxnSpPr>
        <p:spPr>
          <a:xfrm>
            <a:off x="2676856" y="5916651"/>
            <a:ext cx="5021049" cy="1737331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1794996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B7B9AF7E-0BC7-4BB7-B974-34FB3F66A0E4}"/>
              </a:ext>
            </a:extLst>
          </p:cNvPr>
          <p:cNvSpPr/>
          <p:nvPr/>
        </p:nvSpPr>
        <p:spPr>
          <a:xfrm>
            <a:off x="202208" y="8242340"/>
            <a:ext cx="9785554" cy="5170545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66" name="표 65">
            <a:extLst>
              <a:ext uri="{FF2B5EF4-FFF2-40B4-BE49-F238E27FC236}">
                <a16:creationId xmlns:a16="http://schemas.microsoft.com/office/drawing/2014/main" id="{F72790CA-86E3-482A-9922-EDE6FD4AC9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6496085"/>
              </p:ext>
            </p:extLst>
          </p:nvPr>
        </p:nvGraphicFramePr>
        <p:xfrm>
          <a:off x="483336" y="8795604"/>
          <a:ext cx="9261080" cy="640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1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059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가격 제약 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제약없음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●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제약있음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991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판매금액 설정범위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범위형      ○ 고정형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73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이익 배분 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기본금액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+ Me9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분담금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+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이익배분비용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부터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~                                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원 사이 설정가능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1" name="직사각형 70">
            <a:extLst>
              <a:ext uri="{FF2B5EF4-FFF2-40B4-BE49-F238E27FC236}">
                <a16:creationId xmlns:a16="http://schemas.microsoft.com/office/drawing/2014/main" id="{5A722109-37FB-4E99-B347-E34F8337D7B1}"/>
              </a:ext>
            </a:extLst>
          </p:cNvPr>
          <p:cNvSpPr/>
          <p:nvPr/>
        </p:nvSpPr>
        <p:spPr>
          <a:xfrm>
            <a:off x="4228078" y="9254882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D6CAFE62-76E9-42A3-A072-7268632B39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339812"/>
              </p:ext>
            </p:extLst>
          </p:nvPr>
        </p:nvGraphicFramePr>
        <p:xfrm>
          <a:off x="483336" y="11665428"/>
          <a:ext cx="9261080" cy="4336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1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059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구매제한수량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미사용       ● 사용   </a:t>
                      </a:r>
                      <a:r>
                        <a:rPr lang="ko-KR" altLang="en-US" sz="7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en-US" altLang="ko-KR" sz="7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700" b="0" i="0" u="none" strike="noStrike" dirty="0" err="1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구매시</a:t>
                      </a:r>
                      <a:r>
                        <a:rPr lang="ko-KR" altLang="en-US" sz="7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최소 또는 최대 구매 수량을 제한 할 수 있습니다</a:t>
                      </a:r>
                      <a:r>
                        <a:rPr lang="en-US" altLang="ko-KR" sz="7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최소                 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부터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최대                 </a:t>
                      </a:r>
                      <a:r>
                        <a:rPr lang="ko-KR" altLang="en-US" sz="800" b="0" dirty="0">
                          <a:solidFill>
                            <a:srgbClr val="000000"/>
                          </a:solidFill>
                        </a:rPr>
                        <a:t>개 까지 구매가능</a:t>
                      </a:r>
                      <a:endParaRPr lang="ko-KR" altLang="en-US" sz="800" b="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9" name="직사각형 78">
            <a:extLst>
              <a:ext uri="{FF2B5EF4-FFF2-40B4-BE49-F238E27FC236}">
                <a16:creationId xmlns:a16="http://schemas.microsoft.com/office/drawing/2014/main" id="{A1BBB7A8-51D9-4E8B-BC6F-28336C843D91}"/>
              </a:ext>
            </a:extLst>
          </p:cNvPr>
          <p:cNvSpPr/>
          <p:nvPr/>
        </p:nvSpPr>
        <p:spPr>
          <a:xfrm>
            <a:off x="2051857" y="11920189"/>
            <a:ext cx="501514" cy="13629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9BEC6069-C334-4B6B-BD3E-86266A8E6E0B}"/>
              </a:ext>
            </a:extLst>
          </p:cNvPr>
          <p:cNvSpPr txBox="1"/>
          <p:nvPr/>
        </p:nvSpPr>
        <p:spPr>
          <a:xfrm>
            <a:off x="359743" y="8523696"/>
            <a:ext cx="367408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1-1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3F1D14BA-D7E8-4906-965B-22DBDA2E91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7834357"/>
              </p:ext>
            </p:extLst>
          </p:nvPr>
        </p:nvGraphicFramePr>
        <p:xfrm>
          <a:off x="483336" y="10073679"/>
          <a:ext cx="9261080" cy="7994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1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059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가격 제약 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제약없음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●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제약있음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991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판매금액 설정범위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범위형      ● 고정형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73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이익 배분 조건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고정비용   ○ 비율비용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(%)  / 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개당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원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고정비용   ● 비율비용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(%)  / 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개당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 %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1" name="직사각형 90">
            <a:extLst>
              <a:ext uri="{FF2B5EF4-FFF2-40B4-BE49-F238E27FC236}">
                <a16:creationId xmlns:a16="http://schemas.microsoft.com/office/drawing/2014/main" id="{8292883A-D025-41DF-A116-46CC9AB974A0}"/>
              </a:ext>
            </a:extLst>
          </p:cNvPr>
          <p:cNvSpPr/>
          <p:nvPr/>
        </p:nvSpPr>
        <p:spPr>
          <a:xfrm>
            <a:off x="3663399" y="10536880"/>
            <a:ext cx="984870" cy="12761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100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63DB68F2-FCB4-4A73-84AD-06B1B6447540}"/>
              </a:ext>
            </a:extLst>
          </p:cNvPr>
          <p:cNvSpPr txBox="1"/>
          <p:nvPr/>
        </p:nvSpPr>
        <p:spPr>
          <a:xfrm>
            <a:off x="359743" y="9793044"/>
            <a:ext cx="367408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1-2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500943E-57C6-4E8A-A6B4-FD1AA12CBC55}"/>
              </a:ext>
            </a:extLst>
          </p:cNvPr>
          <p:cNvSpPr txBox="1"/>
          <p:nvPr/>
        </p:nvSpPr>
        <p:spPr>
          <a:xfrm>
            <a:off x="359743" y="11390903"/>
            <a:ext cx="367408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2-1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28BC82F-67AC-4658-B085-688478B57090}"/>
              </a:ext>
            </a:extLst>
          </p:cNvPr>
          <p:cNvSpPr txBox="1"/>
          <p:nvPr/>
        </p:nvSpPr>
        <p:spPr>
          <a:xfrm>
            <a:off x="727151" y="8530419"/>
            <a:ext cx="303961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solidFill>
                  <a:srgbClr val="C00000"/>
                </a:solidFill>
              </a:rPr>
              <a:t>가격제약을 선택하고 판매금액의 범위가 </a:t>
            </a:r>
            <a:r>
              <a:rPr lang="ko-KR" altLang="en-US" sz="900" b="1" dirty="0" err="1">
                <a:solidFill>
                  <a:srgbClr val="C00000"/>
                </a:solidFill>
              </a:rPr>
              <a:t>범위형일</a:t>
            </a:r>
            <a:r>
              <a:rPr lang="ko-KR" altLang="en-US" sz="900" b="1" dirty="0">
                <a:solidFill>
                  <a:srgbClr val="C00000"/>
                </a:solidFill>
              </a:rPr>
              <a:t> 경우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EAE50D72-4E6C-43A3-8849-351ACE7A388B}"/>
              </a:ext>
            </a:extLst>
          </p:cNvPr>
          <p:cNvSpPr txBox="1"/>
          <p:nvPr/>
        </p:nvSpPr>
        <p:spPr>
          <a:xfrm>
            <a:off x="727150" y="9788953"/>
            <a:ext cx="303961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solidFill>
                  <a:srgbClr val="C00000"/>
                </a:solidFill>
              </a:rPr>
              <a:t>가격제약을 선택하고 판매금액의 범위가 고정형일 경우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443A612A-D81B-4DF1-9C01-84BD0D721A55}"/>
              </a:ext>
            </a:extLst>
          </p:cNvPr>
          <p:cNvSpPr txBox="1"/>
          <p:nvPr/>
        </p:nvSpPr>
        <p:spPr>
          <a:xfrm>
            <a:off x="727149" y="11400243"/>
            <a:ext cx="226696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solidFill>
                  <a:srgbClr val="C00000"/>
                </a:solidFill>
              </a:rPr>
              <a:t>구매제한수량을 사용으로 변경했을 경우</a:t>
            </a: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18926B40-7D96-473F-9462-C87B950B83D3}"/>
              </a:ext>
            </a:extLst>
          </p:cNvPr>
          <p:cNvSpPr/>
          <p:nvPr/>
        </p:nvSpPr>
        <p:spPr>
          <a:xfrm>
            <a:off x="974558" y="7220833"/>
            <a:ext cx="1923723" cy="632442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5" name="직선 화살표 연결선 24">
            <a:extLst>
              <a:ext uri="{FF2B5EF4-FFF2-40B4-BE49-F238E27FC236}">
                <a16:creationId xmlns:a16="http://schemas.microsoft.com/office/drawing/2014/main" id="{E80BC454-25D5-45D1-8FD5-8F42DA703A5C}"/>
              </a:ext>
            </a:extLst>
          </p:cNvPr>
          <p:cNvCxnSpPr>
            <a:cxnSpLocks/>
            <a:stCxn id="24" idx="4"/>
          </p:cNvCxnSpPr>
          <p:nvPr/>
        </p:nvCxnSpPr>
        <p:spPr>
          <a:xfrm>
            <a:off x="1936420" y="7853275"/>
            <a:ext cx="0" cy="548174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85">
            <a:extLst>
              <a:ext uri="{FF2B5EF4-FFF2-40B4-BE49-F238E27FC236}">
                <a16:creationId xmlns:a16="http://schemas.microsoft.com/office/drawing/2014/main" id="{C1EE60A1-99F4-4A43-BF93-E34E1A510AAE}"/>
              </a:ext>
            </a:extLst>
          </p:cNvPr>
          <p:cNvSpPr txBox="1"/>
          <p:nvPr/>
        </p:nvSpPr>
        <p:spPr>
          <a:xfrm>
            <a:off x="1149666" y="728005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026615E1-5E79-4089-8DF5-036DAAEC88AE}"/>
              </a:ext>
            </a:extLst>
          </p:cNvPr>
          <p:cNvSpPr txBox="1"/>
          <p:nvPr/>
        </p:nvSpPr>
        <p:spPr>
          <a:xfrm>
            <a:off x="1149666" y="7592548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C4F1F04D-E9B8-4561-A619-3D0251D23D49}"/>
              </a:ext>
            </a:extLst>
          </p:cNvPr>
          <p:cNvSpPr/>
          <p:nvPr/>
        </p:nvSpPr>
        <p:spPr>
          <a:xfrm>
            <a:off x="3297055" y="11920188"/>
            <a:ext cx="501514" cy="13629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100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F517EF03-94B7-4A28-B2CE-D2C3665F9EAA}"/>
              </a:ext>
            </a:extLst>
          </p:cNvPr>
          <p:cNvSpPr/>
          <p:nvPr/>
        </p:nvSpPr>
        <p:spPr>
          <a:xfrm>
            <a:off x="3663399" y="10705152"/>
            <a:ext cx="984870" cy="12761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10</a:t>
            </a:r>
          </a:p>
        </p:txBody>
      </p:sp>
    </p:spTree>
    <p:extLst>
      <p:ext uri="{BB962C8B-B14F-4D97-AF65-F5344CB8AC3E}">
        <p14:creationId xmlns:p14="http://schemas.microsoft.com/office/powerpoint/2010/main" val="320392893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B7B9AF7E-0BC7-4BB7-B974-34FB3F66A0E4}"/>
              </a:ext>
            </a:extLst>
          </p:cNvPr>
          <p:cNvSpPr/>
          <p:nvPr/>
        </p:nvSpPr>
        <p:spPr>
          <a:xfrm>
            <a:off x="193500" y="9576850"/>
            <a:ext cx="9785554" cy="3651459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97843047-3A95-4386-BAFE-F4BAECEEAB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1941952"/>
              </p:ext>
            </p:extLst>
          </p:nvPr>
        </p:nvGraphicFramePr>
        <p:xfrm>
          <a:off x="381324" y="10068713"/>
          <a:ext cx="9229022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97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320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발주 담당자 설정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설정안함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● 설정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발주 담당자 선택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3436917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8C865485-16D6-491E-B6D3-00DC8AE2E0BB}"/>
              </a:ext>
            </a:extLst>
          </p:cNvPr>
          <p:cNvSpPr txBox="1"/>
          <p:nvPr/>
        </p:nvSpPr>
        <p:spPr>
          <a:xfrm>
            <a:off x="305019" y="9841198"/>
            <a:ext cx="122822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발주 담당자 정보</a:t>
            </a:r>
            <a:endParaRPr lang="ko-KR" altLang="en-US" sz="900" dirty="0"/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6A2B15C6-39A7-4F2C-A1E6-FB7306E4C9D5}"/>
              </a:ext>
            </a:extLst>
          </p:cNvPr>
          <p:cNvSpPr/>
          <p:nvPr/>
        </p:nvSpPr>
        <p:spPr>
          <a:xfrm>
            <a:off x="3372782" y="10306919"/>
            <a:ext cx="721249" cy="154747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bg1"/>
                </a:solidFill>
              </a:rPr>
              <a:t>담당찾기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CA13A4F2-9202-4A52-8445-3B4AB3ABB980}"/>
              </a:ext>
            </a:extLst>
          </p:cNvPr>
          <p:cNvSpPr/>
          <p:nvPr/>
        </p:nvSpPr>
        <p:spPr>
          <a:xfrm>
            <a:off x="1570110" y="10306919"/>
            <a:ext cx="1804610" cy="15168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홍길동 </a:t>
            </a:r>
            <a:r>
              <a:rPr lang="en-US" altLang="ko-KR" sz="800" dirty="0">
                <a:solidFill>
                  <a:schemeClr val="tx1"/>
                </a:solidFill>
              </a:rPr>
              <a:t>(abc@abc.co.kr)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E309CBFD-743B-45E9-AD1D-05D115D4B95D}"/>
              </a:ext>
            </a:extLst>
          </p:cNvPr>
          <p:cNvSpPr/>
          <p:nvPr/>
        </p:nvSpPr>
        <p:spPr>
          <a:xfrm>
            <a:off x="4992976" y="10175394"/>
            <a:ext cx="3936396" cy="2212258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A9878053-2877-4A59-9D9F-4538A337BC32}"/>
              </a:ext>
            </a:extLst>
          </p:cNvPr>
          <p:cNvSpPr/>
          <p:nvPr/>
        </p:nvSpPr>
        <p:spPr>
          <a:xfrm>
            <a:off x="5079698" y="10218381"/>
            <a:ext cx="152477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200" b="1" dirty="0"/>
              <a:t>■ </a:t>
            </a:r>
            <a:r>
              <a:rPr lang="ko-KR" altLang="en-US" sz="1200" b="1" dirty="0" err="1"/>
              <a:t>발주담당자</a:t>
            </a:r>
            <a:r>
              <a:rPr lang="ko-KR" altLang="en-US" sz="1200" b="1" dirty="0"/>
              <a:t> 찾기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AE76F7E-076C-48EA-84C5-C3CF3DACCA60}"/>
              </a:ext>
            </a:extLst>
          </p:cNvPr>
          <p:cNvSpPr/>
          <p:nvPr/>
        </p:nvSpPr>
        <p:spPr>
          <a:xfrm>
            <a:off x="5151393" y="10858252"/>
            <a:ext cx="3116847" cy="2385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담당자명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BFD327D-0D6E-461F-A2CD-BE0F685B8FB3}"/>
              </a:ext>
            </a:extLst>
          </p:cNvPr>
          <p:cNvSpPr txBox="1"/>
          <p:nvPr/>
        </p:nvSpPr>
        <p:spPr>
          <a:xfrm>
            <a:off x="8352915" y="10857425"/>
            <a:ext cx="415498" cy="230832"/>
          </a:xfrm>
          <a:prstGeom prst="rect">
            <a:avLst/>
          </a:prstGeom>
          <a:solidFill>
            <a:schemeClr val="tx1"/>
          </a:solidFill>
        </p:spPr>
        <p:txBody>
          <a:bodyPr wrap="non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</a:rPr>
              <a:t>검색</a:t>
            </a:r>
            <a:endParaRPr lang="en-US" altLang="ko-KR" sz="900" dirty="0">
              <a:solidFill>
                <a:schemeClr val="bg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05ADE6C4-0A9B-4E5E-BFED-C77F7BD8905C}"/>
              </a:ext>
            </a:extLst>
          </p:cNvPr>
          <p:cNvSpPr/>
          <p:nvPr/>
        </p:nvSpPr>
        <p:spPr>
          <a:xfrm>
            <a:off x="5151393" y="11180338"/>
            <a:ext cx="3618293" cy="8122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홍길동 </a:t>
            </a:r>
            <a:r>
              <a:rPr lang="en-US" altLang="ko-KR" sz="800" dirty="0">
                <a:solidFill>
                  <a:schemeClr val="tx1"/>
                </a:solidFill>
              </a:rPr>
              <a:t>( abc@abc.co.kr )</a:t>
            </a:r>
          </a:p>
          <a:p>
            <a:pPr>
              <a:lnSpc>
                <a:spcPct val="200000"/>
              </a:lnSpc>
            </a:pPr>
            <a:r>
              <a:rPr lang="ko-KR" altLang="en-US" sz="800" dirty="0" err="1">
                <a:solidFill>
                  <a:schemeClr val="tx1"/>
                </a:solidFill>
              </a:rPr>
              <a:t>성춘향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( test1234@naver.com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800" dirty="0" err="1">
                <a:solidFill>
                  <a:schemeClr val="tx1"/>
                </a:solidFill>
              </a:rPr>
              <a:t>이목룡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( dsdsfds@gmail.com )</a:t>
            </a:r>
          </a:p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244279E1-BF42-4DFE-99DA-2F98E8A6B622}"/>
              </a:ext>
            </a:extLst>
          </p:cNvPr>
          <p:cNvSpPr/>
          <p:nvPr/>
        </p:nvSpPr>
        <p:spPr>
          <a:xfrm>
            <a:off x="8187124" y="11256069"/>
            <a:ext cx="510512" cy="145887"/>
          </a:xfrm>
          <a:prstGeom prst="rect">
            <a:avLst/>
          </a:prstGeom>
          <a:solidFill>
            <a:schemeClr val="tx1"/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+mj-ea"/>
                <a:ea typeface="+mj-ea"/>
              </a:rPr>
              <a:t>선택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0B69503-CEBB-432D-A015-32951B153994}"/>
              </a:ext>
            </a:extLst>
          </p:cNvPr>
          <p:cNvSpPr/>
          <p:nvPr/>
        </p:nvSpPr>
        <p:spPr>
          <a:xfrm>
            <a:off x="8187124" y="11498194"/>
            <a:ext cx="510512" cy="145887"/>
          </a:xfrm>
          <a:prstGeom prst="rect">
            <a:avLst/>
          </a:prstGeom>
          <a:solidFill>
            <a:schemeClr val="tx1"/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  <a:latin typeface="+mj-ea"/>
                <a:ea typeface="+mj-ea"/>
              </a:rPr>
              <a:t>선택</a:t>
            </a:r>
            <a:endParaRPr lang="ko-KR" altLang="en-US" sz="80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D4885A0-628F-415B-AFD1-26ED447D82CF}"/>
              </a:ext>
            </a:extLst>
          </p:cNvPr>
          <p:cNvSpPr/>
          <p:nvPr/>
        </p:nvSpPr>
        <p:spPr>
          <a:xfrm>
            <a:off x="8187124" y="11740319"/>
            <a:ext cx="510512" cy="145887"/>
          </a:xfrm>
          <a:prstGeom prst="rect">
            <a:avLst/>
          </a:prstGeom>
          <a:solidFill>
            <a:schemeClr val="tx1"/>
          </a:solidFill>
          <a:ln w="635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  <a:latin typeface="+mj-ea"/>
                <a:ea typeface="+mj-ea"/>
              </a:rPr>
              <a:t>선택</a:t>
            </a:r>
            <a:endParaRPr lang="ko-KR" altLang="en-US" sz="80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grpSp>
        <p:nvGrpSpPr>
          <p:cNvPr id="37" name="Image">
            <a:extLst>
              <a:ext uri="{FF2B5EF4-FFF2-40B4-BE49-F238E27FC236}">
                <a16:creationId xmlns:a16="http://schemas.microsoft.com/office/drawing/2014/main" id="{473555EA-53AD-4333-8F0E-759DF681BB58}"/>
              </a:ext>
            </a:extLst>
          </p:cNvPr>
          <p:cNvGrpSpPr>
            <a:grpSpLocks/>
          </p:cNvGrpSpPr>
          <p:nvPr/>
        </p:nvGrpSpPr>
        <p:grpSpPr bwMode="auto">
          <a:xfrm>
            <a:off x="8560664" y="10277819"/>
            <a:ext cx="263570" cy="250457"/>
            <a:chOff x="508000" y="1397000"/>
            <a:chExt cx="1008112" cy="1008112"/>
          </a:xfrm>
        </p:grpSpPr>
        <p:sp>
          <p:nvSpPr>
            <p:cNvPr id="38" name="Border">
              <a:extLst>
                <a:ext uri="{FF2B5EF4-FFF2-40B4-BE49-F238E27FC236}">
                  <a16:creationId xmlns:a16="http://schemas.microsoft.com/office/drawing/2014/main" id="{322F535E-2E46-4D83-BD9D-26885061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" name="Line 2">
              <a:extLst>
                <a:ext uri="{FF2B5EF4-FFF2-40B4-BE49-F238E27FC236}">
                  <a16:creationId xmlns:a16="http://schemas.microsoft.com/office/drawing/2014/main" id="{A91DBF71-BC4C-4C52-B47D-EB2C0CCEE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Line 1">
              <a:extLst>
                <a:ext uri="{FF2B5EF4-FFF2-40B4-BE49-F238E27FC236}">
                  <a16:creationId xmlns:a16="http://schemas.microsoft.com/office/drawing/2014/main" id="{3A30033F-24FC-4659-9219-A4C122850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1" name="타원 40">
            <a:extLst>
              <a:ext uri="{FF2B5EF4-FFF2-40B4-BE49-F238E27FC236}">
                <a16:creationId xmlns:a16="http://schemas.microsoft.com/office/drawing/2014/main" id="{DA3B9194-AC4E-4B6F-A31F-91E26483612A}"/>
              </a:ext>
            </a:extLst>
          </p:cNvPr>
          <p:cNvSpPr/>
          <p:nvPr/>
        </p:nvSpPr>
        <p:spPr>
          <a:xfrm>
            <a:off x="1090135" y="9060066"/>
            <a:ext cx="2104661" cy="397681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E62CFCBA-D967-4BD0-8101-2261D93633EE}"/>
              </a:ext>
            </a:extLst>
          </p:cNvPr>
          <p:cNvCxnSpPr>
            <a:cxnSpLocks/>
          </p:cNvCxnSpPr>
          <p:nvPr/>
        </p:nvCxnSpPr>
        <p:spPr>
          <a:xfrm>
            <a:off x="2176556" y="9457747"/>
            <a:ext cx="0" cy="610966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F40A367A-96D5-4680-8BDE-BC101600682E}"/>
              </a:ext>
            </a:extLst>
          </p:cNvPr>
          <p:cNvSpPr/>
          <p:nvPr/>
        </p:nvSpPr>
        <p:spPr>
          <a:xfrm>
            <a:off x="3115646" y="10175393"/>
            <a:ext cx="1185280" cy="397681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5" name="직선 화살표 연결선 44">
            <a:extLst>
              <a:ext uri="{FF2B5EF4-FFF2-40B4-BE49-F238E27FC236}">
                <a16:creationId xmlns:a16="http://schemas.microsoft.com/office/drawing/2014/main" id="{3D7AF3DB-A128-46AD-8116-74C5B7946B74}"/>
              </a:ext>
            </a:extLst>
          </p:cNvPr>
          <p:cNvCxnSpPr>
            <a:cxnSpLocks/>
            <a:stCxn id="44" idx="6"/>
          </p:cNvCxnSpPr>
          <p:nvPr/>
        </p:nvCxnSpPr>
        <p:spPr>
          <a:xfrm>
            <a:off x="4300926" y="10374234"/>
            <a:ext cx="626806" cy="483191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5799331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CC5D08BD-B2D8-420A-8C40-C9257F5B3DBF}"/>
              </a:ext>
            </a:extLst>
          </p:cNvPr>
          <p:cNvSpPr/>
          <p:nvPr/>
        </p:nvSpPr>
        <p:spPr>
          <a:xfrm>
            <a:off x="-686266" y="3062870"/>
            <a:ext cx="10523269" cy="2020921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ECEDB03-58A6-4010-A7D3-13C283BA711D}"/>
              </a:ext>
            </a:extLst>
          </p:cNvPr>
          <p:cNvSpPr/>
          <p:nvPr/>
        </p:nvSpPr>
        <p:spPr>
          <a:xfrm>
            <a:off x="865860" y="3431082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B62EC7A-8BEC-4324-8662-2AFF515D9D74}"/>
              </a:ext>
            </a:extLst>
          </p:cNvPr>
          <p:cNvSpPr/>
          <p:nvPr/>
        </p:nvSpPr>
        <p:spPr>
          <a:xfrm>
            <a:off x="8789980" y="3428310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8115F72-C99A-4289-B799-1664B27BECE9}"/>
              </a:ext>
            </a:extLst>
          </p:cNvPr>
          <p:cNvSpPr/>
          <p:nvPr/>
        </p:nvSpPr>
        <p:spPr>
          <a:xfrm>
            <a:off x="865250" y="3650510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E74C3E6D-F00E-4EF7-86DC-C957D0998386}"/>
              </a:ext>
            </a:extLst>
          </p:cNvPr>
          <p:cNvSpPr/>
          <p:nvPr/>
        </p:nvSpPr>
        <p:spPr>
          <a:xfrm>
            <a:off x="1694557" y="3650510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7" name="표 63">
            <a:extLst>
              <a:ext uri="{FF2B5EF4-FFF2-40B4-BE49-F238E27FC236}">
                <a16:creationId xmlns:a16="http://schemas.microsoft.com/office/drawing/2014/main" id="{051A531C-DDF3-4E0F-B6A3-0A0211FA3B87}"/>
              </a:ext>
            </a:extLst>
          </p:cNvPr>
          <p:cNvGraphicFramePr>
            <a:graphicFrameLocks noGrp="1"/>
          </p:cNvGraphicFramePr>
          <p:nvPr/>
        </p:nvGraphicFramePr>
        <p:xfrm>
          <a:off x="-375297" y="3408130"/>
          <a:ext cx="9936421" cy="91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01924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3857898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  <a:gridCol w="1254034">
                  <a:extLst>
                    <a:ext uri="{9D8B030D-6E8A-4147-A177-3AD203B41FA5}">
                      <a16:colId xmlns:a16="http://schemas.microsoft.com/office/drawing/2014/main" val="246205619"/>
                    </a:ext>
                  </a:extLst>
                </a:gridCol>
                <a:gridCol w="3722565">
                  <a:extLst>
                    <a:ext uri="{9D8B030D-6E8A-4147-A177-3AD203B41FA5}">
                      <a16:colId xmlns:a16="http://schemas.microsoft.com/office/drawing/2014/main" val="85287171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상품분류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9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판매자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판매가격 범위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                          </a:t>
                      </a:r>
                      <a:r>
                        <a:rPr lang="ko-KR" altLang="en-US" sz="800" dirty="0"/>
                        <a:t>원  </a:t>
                      </a:r>
                      <a:r>
                        <a:rPr lang="en-US" altLang="ko-KR" sz="800" dirty="0"/>
                        <a:t>~                              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891665"/>
                  </a:ext>
                </a:extLst>
              </a:tr>
              <a:tr h="0">
                <a:tc gridSpan="4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AA826440-029E-49C8-9564-9D40EDE3B7E7}"/>
              </a:ext>
            </a:extLst>
          </p:cNvPr>
          <p:cNvSpPr/>
          <p:nvPr/>
        </p:nvSpPr>
        <p:spPr>
          <a:xfrm>
            <a:off x="8789979" y="4104770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199040E-69BD-4745-8F3E-C60C7EA96396}"/>
              </a:ext>
            </a:extLst>
          </p:cNvPr>
          <p:cNvSpPr/>
          <p:nvPr/>
        </p:nvSpPr>
        <p:spPr>
          <a:xfrm>
            <a:off x="2523864" y="3644574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세분류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F1BBE37-F3B4-415E-A11D-4819D1B96532}"/>
              </a:ext>
            </a:extLst>
          </p:cNvPr>
          <p:cNvSpPr/>
          <p:nvPr/>
        </p:nvSpPr>
        <p:spPr>
          <a:xfrm>
            <a:off x="865860" y="3893788"/>
            <a:ext cx="3583310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E51CDA4-9883-4C82-9982-D97A423B2AA5}"/>
              </a:ext>
            </a:extLst>
          </p:cNvPr>
          <p:cNvSpPr/>
          <p:nvPr/>
        </p:nvSpPr>
        <p:spPr>
          <a:xfrm>
            <a:off x="5870040" y="3893788"/>
            <a:ext cx="98113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10000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4D3D483-885B-4D1E-98A7-B8B1E073B2C8}"/>
              </a:ext>
            </a:extLst>
          </p:cNvPr>
          <p:cNvSpPr/>
          <p:nvPr/>
        </p:nvSpPr>
        <p:spPr>
          <a:xfrm>
            <a:off x="7225014" y="3893788"/>
            <a:ext cx="98113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50000</a:t>
            </a: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6326083-DE15-4E39-96E3-E07FA8074518}"/>
              </a:ext>
            </a:extLst>
          </p:cNvPr>
          <p:cNvSpPr/>
          <p:nvPr/>
        </p:nvSpPr>
        <p:spPr>
          <a:xfrm>
            <a:off x="9132114" y="458852"/>
            <a:ext cx="1002412" cy="397681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E01B93F-7C74-4E45-BDBD-F7F846ED18C3}"/>
              </a:ext>
            </a:extLst>
          </p:cNvPr>
          <p:cNvCxnSpPr>
            <a:cxnSpLocks/>
            <a:stCxn id="13" idx="4"/>
          </p:cNvCxnSpPr>
          <p:nvPr/>
        </p:nvCxnSpPr>
        <p:spPr>
          <a:xfrm>
            <a:off x="9633320" y="856533"/>
            <a:ext cx="0" cy="2337043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24E77405-C986-4554-BC61-A43012127E5D}"/>
              </a:ext>
            </a:extLst>
          </p:cNvPr>
          <p:cNvSpPr txBox="1"/>
          <p:nvPr/>
        </p:nvSpPr>
        <p:spPr>
          <a:xfrm>
            <a:off x="5648197" y="129582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63F73C4-09DB-4C9B-BE39-1E93F13835B0}"/>
              </a:ext>
            </a:extLst>
          </p:cNvPr>
          <p:cNvSpPr txBox="1"/>
          <p:nvPr/>
        </p:nvSpPr>
        <p:spPr>
          <a:xfrm>
            <a:off x="6464316" y="129582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9154305-7C4F-433C-BA80-0C8A5BCD5297}"/>
              </a:ext>
            </a:extLst>
          </p:cNvPr>
          <p:cNvSpPr txBox="1"/>
          <p:nvPr/>
        </p:nvSpPr>
        <p:spPr>
          <a:xfrm>
            <a:off x="7671990" y="129582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332291D-C18E-4535-B977-751706708CAA}"/>
              </a:ext>
            </a:extLst>
          </p:cNvPr>
          <p:cNvSpPr txBox="1"/>
          <p:nvPr/>
        </p:nvSpPr>
        <p:spPr>
          <a:xfrm>
            <a:off x="8881137" y="1305572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4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0B25E5D-75D6-4621-B694-2B2F73A7BFFF}"/>
              </a:ext>
            </a:extLst>
          </p:cNvPr>
          <p:cNvSpPr txBox="1"/>
          <p:nvPr/>
        </p:nvSpPr>
        <p:spPr>
          <a:xfrm>
            <a:off x="9760924" y="1291924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5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665761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0F40459C-9483-4675-892B-F97CD6BB3A8E}"/>
              </a:ext>
            </a:extLst>
          </p:cNvPr>
          <p:cNvSpPr/>
          <p:nvPr/>
        </p:nvSpPr>
        <p:spPr>
          <a:xfrm>
            <a:off x="1209054" y="21828"/>
            <a:ext cx="7328848" cy="6747311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0346FB5-8EC5-4820-9190-31AE66F4AFDC}"/>
              </a:ext>
            </a:extLst>
          </p:cNvPr>
          <p:cNvGrpSpPr/>
          <p:nvPr/>
        </p:nvGrpSpPr>
        <p:grpSpPr>
          <a:xfrm>
            <a:off x="1597922" y="356862"/>
            <a:ext cx="2798648" cy="2361452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4" name="Border">
              <a:extLst>
                <a:ext uri="{FF2B5EF4-FFF2-40B4-BE49-F238E27FC236}">
                  <a16:creationId xmlns:a16="http://schemas.microsoft.com/office/drawing/2014/main" id="{C72406D9-1F9D-438B-B980-DDD20C4E5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" name="Line 2">
              <a:extLst>
                <a:ext uri="{FF2B5EF4-FFF2-40B4-BE49-F238E27FC236}">
                  <a16:creationId xmlns:a16="http://schemas.microsoft.com/office/drawing/2014/main" id="{57D8B084-7DD2-4857-A65B-8A5B85F4A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" name="Line 1">
              <a:extLst>
                <a:ext uri="{FF2B5EF4-FFF2-40B4-BE49-F238E27FC236}">
                  <a16:creationId xmlns:a16="http://schemas.microsoft.com/office/drawing/2014/main" id="{0E327EB9-2C07-42E9-8D59-7F1F61919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03DAC4DC-40E0-4F22-92AD-2CBCC0FF9894}"/>
                </a:ext>
              </a:extLst>
            </p:cNvPr>
            <p:cNvSpPr txBox="1"/>
            <p:nvPr/>
          </p:nvSpPr>
          <p:spPr>
            <a:xfrm>
              <a:off x="3381983" y="2215369"/>
              <a:ext cx="598462" cy="764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1D3DB2EA-0F56-4CF2-89FD-C591FE6619BB}"/>
              </a:ext>
            </a:extLst>
          </p:cNvPr>
          <p:cNvGrpSpPr/>
          <p:nvPr/>
        </p:nvGrpSpPr>
        <p:grpSpPr>
          <a:xfrm>
            <a:off x="1585233" y="2832134"/>
            <a:ext cx="492940" cy="406337"/>
            <a:chOff x="3092355" y="3209109"/>
            <a:chExt cx="353705" cy="305189"/>
          </a:xfrm>
        </p:grpSpPr>
        <p:sp>
          <p:nvSpPr>
            <p:cNvPr id="9" name="Border">
              <a:extLst>
                <a:ext uri="{FF2B5EF4-FFF2-40B4-BE49-F238E27FC236}">
                  <a16:creationId xmlns:a16="http://schemas.microsoft.com/office/drawing/2014/main" id="{06E907A8-642E-4E0D-AB23-DB9CFEBCA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Line 2">
              <a:extLst>
                <a:ext uri="{FF2B5EF4-FFF2-40B4-BE49-F238E27FC236}">
                  <a16:creationId xmlns:a16="http://schemas.microsoft.com/office/drawing/2014/main" id="{334C60D2-09DF-410A-AD66-A9AC5A41F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" name="Line 1">
              <a:extLst>
                <a:ext uri="{FF2B5EF4-FFF2-40B4-BE49-F238E27FC236}">
                  <a16:creationId xmlns:a16="http://schemas.microsoft.com/office/drawing/2014/main" id="{BC85A930-FD86-467D-AD88-7F948AF36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2BBC178B-ACAB-4623-9520-8B0FF448E8B7}"/>
              </a:ext>
            </a:extLst>
          </p:cNvPr>
          <p:cNvGrpSpPr/>
          <p:nvPr/>
        </p:nvGrpSpPr>
        <p:grpSpPr>
          <a:xfrm>
            <a:off x="2164383" y="2832130"/>
            <a:ext cx="492940" cy="406337"/>
            <a:chOff x="3092355" y="3209109"/>
            <a:chExt cx="353705" cy="305189"/>
          </a:xfrm>
        </p:grpSpPr>
        <p:sp>
          <p:nvSpPr>
            <p:cNvPr id="13" name="Border">
              <a:extLst>
                <a:ext uri="{FF2B5EF4-FFF2-40B4-BE49-F238E27FC236}">
                  <a16:creationId xmlns:a16="http://schemas.microsoft.com/office/drawing/2014/main" id="{3844FBD6-FF54-4100-BFCB-D07AA47CD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Line 2">
              <a:extLst>
                <a:ext uri="{FF2B5EF4-FFF2-40B4-BE49-F238E27FC236}">
                  <a16:creationId xmlns:a16="http://schemas.microsoft.com/office/drawing/2014/main" id="{5020FEF8-3395-4BED-8EFF-9EF0BE519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" name="Line 1">
              <a:extLst>
                <a:ext uri="{FF2B5EF4-FFF2-40B4-BE49-F238E27FC236}">
                  <a16:creationId xmlns:a16="http://schemas.microsoft.com/office/drawing/2014/main" id="{2EE5C660-E614-44C8-829E-065ECEE92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E7BE2C85-1A1F-471E-9C45-CFBC547CB39C}"/>
              </a:ext>
            </a:extLst>
          </p:cNvPr>
          <p:cNvGrpSpPr/>
          <p:nvPr/>
        </p:nvGrpSpPr>
        <p:grpSpPr>
          <a:xfrm>
            <a:off x="2743533" y="2832130"/>
            <a:ext cx="492940" cy="406337"/>
            <a:chOff x="3092355" y="3209109"/>
            <a:chExt cx="353705" cy="305189"/>
          </a:xfrm>
        </p:grpSpPr>
        <p:sp>
          <p:nvSpPr>
            <p:cNvPr id="17" name="Border">
              <a:extLst>
                <a:ext uri="{FF2B5EF4-FFF2-40B4-BE49-F238E27FC236}">
                  <a16:creationId xmlns:a16="http://schemas.microsoft.com/office/drawing/2014/main" id="{C6B95579-747C-430B-9291-94009E33C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Line 2">
              <a:extLst>
                <a:ext uri="{FF2B5EF4-FFF2-40B4-BE49-F238E27FC236}">
                  <a16:creationId xmlns:a16="http://schemas.microsoft.com/office/drawing/2014/main" id="{9B344403-F24F-4D99-9A0B-80229D57A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Line 1">
              <a:extLst>
                <a:ext uri="{FF2B5EF4-FFF2-40B4-BE49-F238E27FC236}">
                  <a16:creationId xmlns:a16="http://schemas.microsoft.com/office/drawing/2014/main" id="{9FCDFF78-ED97-4680-B8BA-7A7ED5218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4E107900-6DDB-49AB-BB14-2563DE059ED1}"/>
              </a:ext>
            </a:extLst>
          </p:cNvPr>
          <p:cNvGrpSpPr/>
          <p:nvPr/>
        </p:nvGrpSpPr>
        <p:grpSpPr>
          <a:xfrm>
            <a:off x="3322683" y="2832130"/>
            <a:ext cx="492940" cy="406337"/>
            <a:chOff x="3092355" y="3209109"/>
            <a:chExt cx="353705" cy="305189"/>
          </a:xfrm>
        </p:grpSpPr>
        <p:sp>
          <p:nvSpPr>
            <p:cNvPr id="21" name="Border">
              <a:extLst>
                <a:ext uri="{FF2B5EF4-FFF2-40B4-BE49-F238E27FC236}">
                  <a16:creationId xmlns:a16="http://schemas.microsoft.com/office/drawing/2014/main" id="{CC75671C-F6AA-41D7-89D9-EF2A4C0B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Line 2">
              <a:extLst>
                <a:ext uri="{FF2B5EF4-FFF2-40B4-BE49-F238E27FC236}">
                  <a16:creationId xmlns:a16="http://schemas.microsoft.com/office/drawing/2014/main" id="{5DA1CE14-477C-4137-81D1-32CCFC489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" name="Line 1">
              <a:extLst>
                <a:ext uri="{FF2B5EF4-FFF2-40B4-BE49-F238E27FC236}">
                  <a16:creationId xmlns:a16="http://schemas.microsoft.com/office/drawing/2014/main" id="{321D1CEB-7E6E-4BC5-A5F7-C9C3B7465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B2E204BB-C219-4E58-8720-D4C211479957}"/>
              </a:ext>
            </a:extLst>
          </p:cNvPr>
          <p:cNvGrpSpPr/>
          <p:nvPr/>
        </p:nvGrpSpPr>
        <p:grpSpPr>
          <a:xfrm>
            <a:off x="3901833" y="2832130"/>
            <a:ext cx="492942" cy="406341"/>
            <a:chOff x="3092355" y="3209106"/>
            <a:chExt cx="353706" cy="305192"/>
          </a:xfrm>
        </p:grpSpPr>
        <p:sp>
          <p:nvSpPr>
            <p:cNvPr id="25" name="Border">
              <a:extLst>
                <a:ext uri="{FF2B5EF4-FFF2-40B4-BE49-F238E27FC236}">
                  <a16:creationId xmlns:a16="http://schemas.microsoft.com/office/drawing/2014/main" id="{465E494F-854C-49D7-B4CA-CCD163614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Line 2">
              <a:extLst>
                <a:ext uri="{FF2B5EF4-FFF2-40B4-BE49-F238E27FC236}">
                  <a16:creationId xmlns:a16="http://schemas.microsoft.com/office/drawing/2014/main" id="{7E460E7C-7D30-4BB8-998F-EF7B8B00E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" name="Line 1">
              <a:extLst>
                <a:ext uri="{FF2B5EF4-FFF2-40B4-BE49-F238E27FC236}">
                  <a16:creationId xmlns:a16="http://schemas.microsoft.com/office/drawing/2014/main" id="{69DADECC-C8EF-4836-8928-C192639B4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6" y="3209106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A73C7641-CB44-4810-9125-6BC98B44D5C6}"/>
              </a:ext>
            </a:extLst>
          </p:cNvPr>
          <p:cNvSpPr txBox="1"/>
          <p:nvPr/>
        </p:nvSpPr>
        <p:spPr>
          <a:xfrm>
            <a:off x="4445574" y="291370"/>
            <a:ext cx="3948564" cy="7148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대분류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1200" b="1" dirty="0"/>
              <a:t>상품명</a:t>
            </a:r>
            <a:r>
              <a:rPr lang="en-US" altLang="ko-KR" sz="1200" b="1" dirty="0"/>
              <a:t>23232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상품코드 </a:t>
            </a:r>
            <a:r>
              <a:rPr lang="en-US" altLang="ko-KR" sz="800" dirty="0"/>
              <a:t>:  a200392            </a:t>
            </a:r>
            <a:r>
              <a:rPr lang="ko-KR" altLang="en-US" sz="800" dirty="0"/>
              <a:t>판매자 </a:t>
            </a:r>
            <a:r>
              <a:rPr lang="en-US" altLang="ko-KR" sz="800" dirty="0"/>
              <a:t>: </a:t>
            </a:r>
            <a:r>
              <a:rPr lang="en-US" altLang="ko-KR" sz="800" dirty="0" err="1"/>
              <a:t>aabbds</a:t>
            </a:r>
            <a:endParaRPr lang="ko-KR" altLang="en-US" sz="800" dirty="0"/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7DF1FAB-C859-4797-AB3F-A040897BDEC1}"/>
              </a:ext>
            </a:extLst>
          </p:cNvPr>
          <p:cNvSpPr/>
          <p:nvPr/>
        </p:nvSpPr>
        <p:spPr>
          <a:xfrm>
            <a:off x="1597922" y="3833615"/>
            <a:ext cx="1215128" cy="281224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상품 판매 조건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DC92BC64-0E7F-4796-AB2E-42657F67F1FE}"/>
              </a:ext>
            </a:extLst>
          </p:cNvPr>
          <p:cNvSpPr/>
          <p:nvPr/>
        </p:nvSpPr>
        <p:spPr>
          <a:xfrm>
            <a:off x="2813050" y="3833615"/>
            <a:ext cx="1215128" cy="2812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상품 상세 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CA26A72A-B6BD-464A-8B0C-ED8A74874305}"/>
              </a:ext>
            </a:extLst>
          </p:cNvPr>
          <p:cNvSpPr/>
          <p:nvPr/>
        </p:nvSpPr>
        <p:spPr>
          <a:xfrm>
            <a:off x="1597922" y="4114839"/>
            <a:ext cx="6796216" cy="1758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33" name="표 43">
            <a:extLst>
              <a:ext uri="{FF2B5EF4-FFF2-40B4-BE49-F238E27FC236}">
                <a16:creationId xmlns:a16="http://schemas.microsoft.com/office/drawing/2014/main" id="{70458EE2-FD2C-4C3C-B2D6-DF79FCBD98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807216"/>
              </p:ext>
            </p:extLst>
          </p:nvPr>
        </p:nvGraphicFramePr>
        <p:xfrm>
          <a:off x="1739906" y="4282479"/>
          <a:ext cx="650874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57666">
                  <a:extLst>
                    <a:ext uri="{9D8B030D-6E8A-4147-A177-3AD203B41FA5}">
                      <a16:colId xmlns:a16="http://schemas.microsoft.com/office/drawing/2014/main" val="1601486229"/>
                    </a:ext>
                  </a:extLst>
                </a:gridCol>
                <a:gridCol w="5451078">
                  <a:extLst>
                    <a:ext uri="{9D8B030D-6E8A-4147-A177-3AD203B41FA5}">
                      <a16:colId xmlns:a16="http://schemas.microsoft.com/office/drawing/2014/main" val="273860845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지급포인트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1,000 point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81730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과세구분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과세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4451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판매가격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5,000 </a:t>
                      </a:r>
                      <a:r>
                        <a:rPr lang="ko-KR" altLang="en-US" sz="800" dirty="0"/>
                        <a:t>원 </a:t>
                      </a:r>
                      <a:r>
                        <a:rPr lang="en-US" altLang="ko-KR" sz="800" dirty="0"/>
                        <a:t>~ 11,000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0007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이익분배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판매개당 </a:t>
                      </a:r>
                      <a:r>
                        <a:rPr lang="en-US" altLang="ko-KR" sz="800" dirty="0"/>
                        <a:t>4,000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53287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재고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3,223 </a:t>
                      </a:r>
                      <a:r>
                        <a:rPr lang="ko-KR" altLang="en-US" sz="800" dirty="0"/>
                        <a:t>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7791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구매제한수량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</a:t>
                      </a:r>
                      <a:r>
                        <a:rPr lang="ko-KR" altLang="en-US" sz="800" dirty="0"/>
                        <a:t>회 구매에 </a:t>
                      </a:r>
                      <a:r>
                        <a:rPr lang="en-US" altLang="ko-KR" sz="800" dirty="0"/>
                        <a:t>100 </a:t>
                      </a:r>
                      <a:r>
                        <a:rPr lang="ko-KR" altLang="en-US" sz="800" dirty="0"/>
                        <a:t>개까지 구매가능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1333764"/>
                  </a:ext>
                </a:extLst>
              </a:tr>
            </a:tbl>
          </a:graphicData>
        </a:graphic>
      </p:graphicFrame>
      <p:sp>
        <p:nvSpPr>
          <p:cNvPr id="34" name="직사각형 33">
            <a:extLst>
              <a:ext uri="{FF2B5EF4-FFF2-40B4-BE49-F238E27FC236}">
                <a16:creationId xmlns:a16="http://schemas.microsoft.com/office/drawing/2014/main" id="{8EA3280A-6ED9-417E-9B50-2E721F8548C8}"/>
              </a:ext>
            </a:extLst>
          </p:cNvPr>
          <p:cNvSpPr/>
          <p:nvPr/>
        </p:nvSpPr>
        <p:spPr>
          <a:xfrm>
            <a:off x="4633653" y="6242098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35" name="Image">
            <a:extLst>
              <a:ext uri="{FF2B5EF4-FFF2-40B4-BE49-F238E27FC236}">
                <a16:creationId xmlns:a16="http://schemas.microsoft.com/office/drawing/2014/main" id="{C325FDE2-E336-455F-8AD6-F55D4541B6C2}"/>
              </a:ext>
            </a:extLst>
          </p:cNvPr>
          <p:cNvGrpSpPr>
            <a:grpSpLocks/>
          </p:cNvGrpSpPr>
          <p:nvPr/>
        </p:nvGrpSpPr>
        <p:grpSpPr bwMode="auto">
          <a:xfrm>
            <a:off x="8167049" y="106405"/>
            <a:ext cx="263570" cy="250457"/>
            <a:chOff x="508000" y="1397000"/>
            <a:chExt cx="1008112" cy="1008112"/>
          </a:xfrm>
        </p:grpSpPr>
        <p:sp>
          <p:nvSpPr>
            <p:cNvPr id="36" name="Border">
              <a:extLst>
                <a:ext uri="{FF2B5EF4-FFF2-40B4-BE49-F238E27FC236}">
                  <a16:creationId xmlns:a16="http://schemas.microsoft.com/office/drawing/2014/main" id="{CC8414EF-3C49-4B76-995F-AC382639D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" name="Line 2">
              <a:extLst>
                <a:ext uri="{FF2B5EF4-FFF2-40B4-BE49-F238E27FC236}">
                  <a16:creationId xmlns:a16="http://schemas.microsoft.com/office/drawing/2014/main" id="{5D30E626-DBDA-4C9D-951F-18651626E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" name="Line 1">
              <a:extLst>
                <a:ext uri="{FF2B5EF4-FFF2-40B4-BE49-F238E27FC236}">
                  <a16:creationId xmlns:a16="http://schemas.microsoft.com/office/drawing/2014/main" id="{DBECEE9C-DDB6-4B89-B3E3-9E4218361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9" name="타원 38">
            <a:extLst>
              <a:ext uri="{FF2B5EF4-FFF2-40B4-BE49-F238E27FC236}">
                <a16:creationId xmlns:a16="http://schemas.microsoft.com/office/drawing/2014/main" id="{59DFB3BA-9785-4797-8B60-62A513459F2B}"/>
              </a:ext>
            </a:extLst>
          </p:cNvPr>
          <p:cNvSpPr/>
          <p:nvPr/>
        </p:nvSpPr>
        <p:spPr>
          <a:xfrm>
            <a:off x="8780000" y="1660257"/>
            <a:ext cx="795800" cy="33880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41" name="그림 40">
            <a:extLst>
              <a:ext uri="{FF2B5EF4-FFF2-40B4-BE49-F238E27FC236}">
                <a16:creationId xmlns:a16="http://schemas.microsoft.com/office/drawing/2014/main" id="{5822F1A4-3EA8-4845-B51B-8788314432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94064" y="1069746"/>
            <a:ext cx="3946343" cy="1682825"/>
          </a:xfrm>
          <a:prstGeom prst="rect">
            <a:avLst/>
          </a:prstGeom>
        </p:spPr>
      </p:pic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A5FA2C7A-8495-4455-A69E-318CB522F21D}"/>
              </a:ext>
            </a:extLst>
          </p:cNvPr>
          <p:cNvCxnSpPr>
            <a:cxnSpLocks/>
            <a:stCxn id="39" idx="2"/>
          </p:cNvCxnSpPr>
          <p:nvPr/>
        </p:nvCxnSpPr>
        <p:spPr>
          <a:xfrm flipH="1">
            <a:off x="8394138" y="1829659"/>
            <a:ext cx="385862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4026131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9E2B4798-70F2-4BEF-88E8-23B7E051C30D}"/>
              </a:ext>
            </a:extLst>
          </p:cNvPr>
          <p:cNvSpPr/>
          <p:nvPr/>
        </p:nvSpPr>
        <p:spPr>
          <a:xfrm>
            <a:off x="-686266" y="3062870"/>
            <a:ext cx="10523269" cy="2020921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A009140-B80F-4C6F-BA8A-AFC1DB4A5821}"/>
              </a:ext>
            </a:extLst>
          </p:cNvPr>
          <p:cNvSpPr/>
          <p:nvPr/>
        </p:nvSpPr>
        <p:spPr>
          <a:xfrm>
            <a:off x="865860" y="3431082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2E82C7E-687E-4ABD-BD12-B9E75DC88EAD}"/>
              </a:ext>
            </a:extLst>
          </p:cNvPr>
          <p:cNvSpPr/>
          <p:nvPr/>
        </p:nvSpPr>
        <p:spPr>
          <a:xfrm>
            <a:off x="8789980" y="3428310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1F25694-18C2-4E7E-B14D-DBA338890C32}"/>
              </a:ext>
            </a:extLst>
          </p:cNvPr>
          <p:cNvSpPr/>
          <p:nvPr/>
        </p:nvSpPr>
        <p:spPr>
          <a:xfrm>
            <a:off x="865250" y="3650510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6A83F045-7062-4FFA-8E28-AE20957D5B4A}"/>
              </a:ext>
            </a:extLst>
          </p:cNvPr>
          <p:cNvSpPr/>
          <p:nvPr/>
        </p:nvSpPr>
        <p:spPr>
          <a:xfrm>
            <a:off x="1694557" y="3650510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7" name="표 63">
            <a:extLst>
              <a:ext uri="{FF2B5EF4-FFF2-40B4-BE49-F238E27FC236}">
                <a16:creationId xmlns:a16="http://schemas.microsoft.com/office/drawing/2014/main" id="{4CD1B39E-ACE3-4619-A577-222597112D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75423"/>
              </p:ext>
            </p:extLst>
          </p:nvPr>
        </p:nvGraphicFramePr>
        <p:xfrm>
          <a:off x="-375297" y="3408130"/>
          <a:ext cx="9936421" cy="1143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01924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3857898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  <a:gridCol w="1254034">
                  <a:extLst>
                    <a:ext uri="{9D8B030D-6E8A-4147-A177-3AD203B41FA5}">
                      <a16:colId xmlns:a16="http://schemas.microsoft.com/office/drawing/2014/main" val="246205619"/>
                    </a:ext>
                  </a:extLst>
                </a:gridCol>
                <a:gridCol w="3722565">
                  <a:extLst>
                    <a:ext uri="{9D8B030D-6E8A-4147-A177-3AD203B41FA5}">
                      <a16:colId xmlns:a16="http://schemas.microsoft.com/office/drawing/2014/main" val="85287171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상품분류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9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판매요청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□ 판매요청     □ </a:t>
                      </a:r>
                      <a:r>
                        <a:rPr lang="ko-KR" altLang="en-US" sz="800" dirty="0" err="1"/>
                        <a:t>판매요청중</a:t>
                      </a:r>
                      <a:r>
                        <a:rPr lang="ko-KR" altLang="en-US" sz="800" dirty="0"/>
                        <a:t>      □ 판매허용     □  요청거부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00596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판매자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판매가격 범위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                          </a:t>
                      </a:r>
                      <a:r>
                        <a:rPr lang="ko-KR" altLang="en-US" sz="800" dirty="0"/>
                        <a:t>원  </a:t>
                      </a:r>
                      <a:r>
                        <a:rPr lang="en-US" altLang="ko-KR" sz="800" dirty="0"/>
                        <a:t>~                              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891665"/>
                  </a:ext>
                </a:extLst>
              </a:tr>
              <a:tr h="0">
                <a:tc gridSpan="4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D81DC255-C17A-4580-859A-2FFEF341169E}"/>
              </a:ext>
            </a:extLst>
          </p:cNvPr>
          <p:cNvSpPr/>
          <p:nvPr/>
        </p:nvSpPr>
        <p:spPr>
          <a:xfrm>
            <a:off x="8789979" y="4336786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5C904E31-7A96-4CAE-B001-696019311DD9}"/>
              </a:ext>
            </a:extLst>
          </p:cNvPr>
          <p:cNvSpPr/>
          <p:nvPr/>
        </p:nvSpPr>
        <p:spPr>
          <a:xfrm>
            <a:off x="2523864" y="3644574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세분류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00E9601-EACE-4C50-B7F6-BE6A655F5F67}"/>
              </a:ext>
            </a:extLst>
          </p:cNvPr>
          <p:cNvSpPr/>
          <p:nvPr/>
        </p:nvSpPr>
        <p:spPr>
          <a:xfrm>
            <a:off x="865860" y="4125804"/>
            <a:ext cx="3583310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188DDF0-9E86-4F8C-B7F6-761F8D211223}"/>
              </a:ext>
            </a:extLst>
          </p:cNvPr>
          <p:cNvSpPr/>
          <p:nvPr/>
        </p:nvSpPr>
        <p:spPr>
          <a:xfrm>
            <a:off x="5870040" y="4125804"/>
            <a:ext cx="98113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10000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5FEFE9B-B57D-42FF-8416-8F61B5C89829}"/>
              </a:ext>
            </a:extLst>
          </p:cNvPr>
          <p:cNvSpPr/>
          <p:nvPr/>
        </p:nvSpPr>
        <p:spPr>
          <a:xfrm>
            <a:off x="7225014" y="4125804"/>
            <a:ext cx="98113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50000</a:t>
            </a: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1F7A9C42-CBCD-4FB8-BA7C-77C3A98907AB}"/>
              </a:ext>
            </a:extLst>
          </p:cNvPr>
          <p:cNvSpPr/>
          <p:nvPr/>
        </p:nvSpPr>
        <p:spPr>
          <a:xfrm>
            <a:off x="9132114" y="458852"/>
            <a:ext cx="1002412" cy="397681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3D6524A8-A13E-4855-A5AB-847363E24A04}"/>
              </a:ext>
            </a:extLst>
          </p:cNvPr>
          <p:cNvCxnSpPr>
            <a:cxnSpLocks/>
            <a:stCxn id="13" idx="4"/>
          </p:cNvCxnSpPr>
          <p:nvPr/>
        </p:nvCxnSpPr>
        <p:spPr>
          <a:xfrm>
            <a:off x="9633320" y="856533"/>
            <a:ext cx="0" cy="2337043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BCB5DC85-DD5B-460A-A4B3-C4E0BC4D3B29}"/>
              </a:ext>
            </a:extLst>
          </p:cNvPr>
          <p:cNvSpPr txBox="1"/>
          <p:nvPr/>
        </p:nvSpPr>
        <p:spPr>
          <a:xfrm>
            <a:off x="5648197" y="129582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94A2554-C2E4-452D-95CF-6CAA3D134EBA}"/>
              </a:ext>
            </a:extLst>
          </p:cNvPr>
          <p:cNvSpPr txBox="1"/>
          <p:nvPr/>
        </p:nvSpPr>
        <p:spPr>
          <a:xfrm>
            <a:off x="6464316" y="129582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E5A2EDF-6A2B-4813-BBE8-E6D5D875B74A}"/>
              </a:ext>
            </a:extLst>
          </p:cNvPr>
          <p:cNvSpPr txBox="1"/>
          <p:nvPr/>
        </p:nvSpPr>
        <p:spPr>
          <a:xfrm>
            <a:off x="7671990" y="129582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FD9BEBF-6459-44C3-ABAB-8D626C4D4745}"/>
              </a:ext>
            </a:extLst>
          </p:cNvPr>
          <p:cNvSpPr txBox="1"/>
          <p:nvPr/>
        </p:nvSpPr>
        <p:spPr>
          <a:xfrm>
            <a:off x="8881137" y="1305572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4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4A9FC31-20FE-4E49-9FC2-858C1F6C6C82}"/>
              </a:ext>
            </a:extLst>
          </p:cNvPr>
          <p:cNvSpPr txBox="1"/>
          <p:nvPr/>
        </p:nvSpPr>
        <p:spPr>
          <a:xfrm>
            <a:off x="9760924" y="1291924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5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913822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09263427-BB21-4B4D-9FF1-1D589F3BC73F}"/>
              </a:ext>
            </a:extLst>
          </p:cNvPr>
          <p:cNvSpPr/>
          <p:nvPr/>
        </p:nvSpPr>
        <p:spPr>
          <a:xfrm>
            <a:off x="813265" y="21828"/>
            <a:ext cx="7328848" cy="6747311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F006B7AC-B407-4559-B23A-2C6E5865A716}"/>
              </a:ext>
            </a:extLst>
          </p:cNvPr>
          <p:cNvGrpSpPr/>
          <p:nvPr/>
        </p:nvGrpSpPr>
        <p:grpSpPr>
          <a:xfrm>
            <a:off x="1202133" y="356862"/>
            <a:ext cx="2798648" cy="2361452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25" name="Border">
              <a:extLst>
                <a:ext uri="{FF2B5EF4-FFF2-40B4-BE49-F238E27FC236}">
                  <a16:creationId xmlns:a16="http://schemas.microsoft.com/office/drawing/2014/main" id="{E50C7647-6A5D-4AE1-AD47-9B0B6E4EB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Line 2">
              <a:extLst>
                <a:ext uri="{FF2B5EF4-FFF2-40B4-BE49-F238E27FC236}">
                  <a16:creationId xmlns:a16="http://schemas.microsoft.com/office/drawing/2014/main" id="{6378BABC-618A-4E63-9802-8258A53E3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" name="Line 1">
              <a:extLst>
                <a:ext uri="{FF2B5EF4-FFF2-40B4-BE49-F238E27FC236}">
                  <a16:creationId xmlns:a16="http://schemas.microsoft.com/office/drawing/2014/main" id="{83507C92-9EF7-45C7-B803-5FF60B8FA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04EE239-24CB-41EB-BB4B-119EC427CB41}"/>
                </a:ext>
              </a:extLst>
            </p:cNvPr>
            <p:cNvSpPr txBox="1"/>
            <p:nvPr/>
          </p:nvSpPr>
          <p:spPr>
            <a:xfrm>
              <a:off x="3381983" y="2215369"/>
              <a:ext cx="598462" cy="764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940A6CE-CECA-4F95-92B5-37C06FC6D613}"/>
              </a:ext>
            </a:extLst>
          </p:cNvPr>
          <p:cNvGrpSpPr/>
          <p:nvPr/>
        </p:nvGrpSpPr>
        <p:grpSpPr>
          <a:xfrm>
            <a:off x="1189444" y="2832134"/>
            <a:ext cx="492940" cy="406337"/>
            <a:chOff x="3092355" y="3209109"/>
            <a:chExt cx="353705" cy="305189"/>
          </a:xfrm>
        </p:grpSpPr>
        <p:sp>
          <p:nvSpPr>
            <p:cNvPr id="30" name="Border">
              <a:extLst>
                <a:ext uri="{FF2B5EF4-FFF2-40B4-BE49-F238E27FC236}">
                  <a16:creationId xmlns:a16="http://schemas.microsoft.com/office/drawing/2014/main" id="{82201DAB-1D73-4345-956C-F50EB5ED3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" name="Line 2">
              <a:extLst>
                <a:ext uri="{FF2B5EF4-FFF2-40B4-BE49-F238E27FC236}">
                  <a16:creationId xmlns:a16="http://schemas.microsoft.com/office/drawing/2014/main" id="{AA5D6014-6F65-4B45-9AED-1E58C13FB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" name="Line 1">
              <a:extLst>
                <a:ext uri="{FF2B5EF4-FFF2-40B4-BE49-F238E27FC236}">
                  <a16:creationId xmlns:a16="http://schemas.microsoft.com/office/drawing/2014/main" id="{D5809981-6B03-4525-9445-36D6953FD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5763C7C0-E125-4EC9-9699-AE07B96DFC48}"/>
              </a:ext>
            </a:extLst>
          </p:cNvPr>
          <p:cNvGrpSpPr/>
          <p:nvPr/>
        </p:nvGrpSpPr>
        <p:grpSpPr>
          <a:xfrm>
            <a:off x="1768594" y="2832130"/>
            <a:ext cx="492940" cy="406337"/>
            <a:chOff x="3092355" y="3209109"/>
            <a:chExt cx="353705" cy="305189"/>
          </a:xfrm>
        </p:grpSpPr>
        <p:sp>
          <p:nvSpPr>
            <p:cNvPr id="34" name="Border">
              <a:extLst>
                <a:ext uri="{FF2B5EF4-FFF2-40B4-BE49-F238E27FC236}">
                  <a16:creationId xmlns:a16="http://schemas.microsoft.com/office/drawing/2014/main" id="{8C0F248D-7FA8-4747-B976-C5274539B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" name="Line 2">
              <a:extLst>
                <a:ext uri="{FF2B5EF4-FFF2-40B4-BE49-F238E27FC236}">
                  <a16:creationId xmlns:a16="http://schemas.microsoft.com/office/drawing/2014/main" id="{0C29AD05-14A3-4F81-9FFB-6A38BA563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" name="Line 1">
              <a:extLst>
                <a:ext uri="{FF2B5EF4-FFF2-40B4-BE49-F238E27FC236}">
                  <a16:creationId xmlns:a16="http://schemas.microsoft.com/office/drawing/2014/main" id="{E3F993F7-C931-471C-92DF-C5BDAD2A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8764A3C2-AE83-483B-AC59-7E51179A2413}"/>
              </a:ext>
            </a:extLst>
          </p:cNvPr>
          <p:cNvGrpSpPr/>
          <p:nvPr/>
        </p:nvGrpSpPr>
        <p:grpSpPr>
          <a:xfrm>
            <a:off x="2347744" y="2832130"/>
            <a:ext cx="492940" cy="406337"/>
            <a:chOff x="3092355" y="3209109"/>
            <a:chExt cx="353705" cy="305189"/>
          </a:xfrm>
        </p:grpSpPr>
        <p:sp>
          <p:nvSpPr>
            <p:cNvPr id="38" name="Border">
              <a:extLst>
                <a:ext uri="{FF2B5EF4-FFF2-40B4-BE49-F238E27FC236}">
                  <a16:creationId xmlns:a16="http://schemas.microsoft.com/office/drawing/2014/main" id="{BA4506E3-3230-422D-B7F1-366B8EE78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" name="Line 2">
              <a:extLst>
                <a:ext uri="{FF2B5EF4-FFF2-40B4-BE49-F238E27FC236}">
                  <a16:creationId xmlns:a16="http://schemas.microsoft.com/office/drawing/2014/main" id="{37AEF855-C83D-479F-9E14-A2C7EE5AE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Line 1">
              <a:extLst>
                <a:ext uri="{FF2B5EF4-FFF2-40B4-BE49-F238E27FC236}">
                  <a16:creationId xmlns:a16="http://schemas.microsoft.com/office/drawing/2014/main" id="{66521C48-2C75-4091-910F-54B17A97D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DCF5B653-DA85-4365-B20A-4E9FF5FBC2EC}"/>
              </a:ext>
            </a:extLst>
          </p:cNvPr>
          <p:cNvGrpSpPr/>
          <p:nvPr/>
        </p:nvGrpSpPr>
        <p:grpSpPr>
          <a:xfrm>
            <a:off x="2926894" y="2832130"/>
            <a:ext cx="492940" cy="406337"/>
            <a:chOff x="3092355" y="3209109"/>
            <a:chExt cx="353705" cy="305189"/>
          </a:xfrm>
        </p:grpSpPr>
        <p:sp>
          <p:nvSpPr>
            <p:cNvPr id="42" name="Border">
              <a:extLst>
                <a:ext uri="{FF2B5EF4-FFF2-40B4-BE49-F238E27FC236}">
                  <a16:creationId xmlns:a16="http://schemas.microsoft.com/office/drawing/2014/main" id="{3AAE35EB-BF3E-41A0-B05B-AD40C7381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" name="Line 2">
              <a:extLst>
                <a:ext uri="{FF2B5EF4-FFF2-40B4-BE49-F238E27FC236}">
                  <a16:creationId xmlns:a16="http://schemas.microsoft.com/office/drawing/2014/main" id="{ABDC178E-8440-4AB6-9B70-F09EDF296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" name="Line 1">
              <a:extLst>
                <a:ext uri="{FF2B5EF4-FFF2-40B4-BE49-F238E27FC236}">
                  <a16:creationId xmlns:a16="http://schemas.microsoft.com/office/drawing/2014/main" id="{9256CCF4-B337-44C1-B17E-300BA33A9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D8A9DB66-EE92-4B6A-9D75-B384849404C6}"/>
              </a:ext>
            </a:extLst>
          </p:cNvPr>
          <p:cNvGrpSpPr/>
          <p:nvPr/>
        </p:nvGrpSpPr>
        <p:grpSpPr>
          <a:xfrm>
            <a:off x="3506044" y="2832130"/>
            <a:ext cx="492942" cy="406341"/>
            <a:chOff x="3092355" y="3209106"/>
            <a:chExt cx="353706" cy="305192"/>
          </a:xfrm>
        </p:grpSpPr>
        <p:sp>
          <p:nvSpPr>
            <p:cNvPr id="46" name="Border">
              <a:extLst>
                <a:ext uri="{FF2B5EF4-FFF2-40B4-BE49-F238E27FC236}">
                  <a16:creationId xmlns:a16="http://schemas.microsoft.com/office/drawing/2014/main" id="{B6EA871B-5206-4328-9838-A12AD7765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" name="Line 2">
              <a:extLst>
                <a:ext uri="{FF2B5EF4-FFF2-40B4-BE49-F238E27FC236}">
                  <a16:creationId xmlns:a16="http://schemas.microsoft.com/office/drawing/2014/main" id="{19946696-8768-4D50-9097-54CD87FE6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" name="Line 1">
              <a:extLst>
                <a:ext uri="{FF2B5EF4-FFF2-40B4-BE49-F238E27FC236}">
                  <a16:creationId xmlns:a16="http://schemas.microsoft.com/office/drawing/2014/main" id="{C499C1BA-3D1F-4322-B3D8-15AC711BB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6" y="3209106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5ABB612-65BA-4010-83F4-D1392745EA24}"/>
              </a:ext>
            </a:extLst>
          </p:cNvPr>
          <p:cNvSpPr txBox="1"/>
          <p:nvPr/>
        </p:nvSpPr>
        <p:spPr>
          <a:xfrm>
            <a:off x="4049785" y="291370"/>
            <a:ext cx="3948564" cy="7148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대분류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1200" b="1" dirty="0"/>
              <a:t>상품명</a:t>
            </a:r>
            <a:r>
              <a:rPr lang="en-US" altLang="ko-KR" sz="1200" b="1" dirty="0"/>
              <a:t>23232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상품코드 </a:t>
            </a:r>
            <a:r>
              <a:rPr lang="en-US" altLang="ko-KR" sz="800" dirty="0"/>
              <a:t>:  a200392            </a:t>
            </a:r>
            <a:r>
              <a:rPr lang="ko-KR" altLang="en-US" sz="800" dirty="0"/>
              <a:t>판매자 </a:t>
            </a:r>
            <a:r>
              <a:rPr lang="en-US" altLang="ko-KR" sz="800" dirty="0"/>
              <a:t>: </a:t>
            </a:r>
            <a:r>
              <a:rPr lang="en-US" altLang="ko-KR" sz="800" dirty="0" err="1"/>
              <a:t>aabbds</a:t>
            </a:r>
            <a:endParaRPr lang="ko-KR" altLang="en-US" sz="800" dirty="0"/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5FD63D9D-4875-45B4-AD2B-D669E98A00F2}"/>
              </a:ext>
            </a:extLst>
          </p:cNvPr>
          <p:cNvSpPr/>
          <p:nvPr/>
        </p:nvSpPr>
        <p:spPr>
          <a:xfrm>
            <a:off x="1202133" y="3833615"/>
            <a:ext cx="1215128" cy="281224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상품 판매 조건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C6545C6-90EF-40CB-90E5-D5A2B1F487B3}"/>
              </a:ext>
            </a:extLst>
          </p:cNvPr>
          <p:cNvSpPr/>
          <p:nvPr/>
        </p:nvSpPr>
        <p:spPr>
          <a:xfrm>
            <a:off x="2417261" y="3833615"/>
            <a:ext cx="1215128" cy="2812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상품 상세 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B651FB4-A722-4CDB-A621-2142A6D0C977}"/>
              </a:ext>
            </a:extLst>
          </p:cNvPr>
          <p:cNvSpPr/>
          <p:nvPr/>
        </p:nvSpPr>
        <p:spPr>
          <a:xfrm>
            <a:off x="1202133" y="4114839"/>
            <a:ext cx="6796216" cy="1758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54" name="표 43">
            <a:extLst>
              <a:ext uri="{FF2B5EF4-FFF2-40B4-BE49-F238E27FC236}">
                <a16:creationId xmlns:a16="http://schemas.microsoft.com/office/drawing/2014/main" id="{6AAB476C-40EE-42E1-A15B-10DD3DDB6E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0082465"/>
              </p:ext>
            </p:extLst>
          </p:nvPr>
        </p:nvGraphicFramePr>
        <p:xfrm>
          <a:off x="1344117" y="4282479"/>
          <a:ext cx="6508744" cy="1280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57666">
                  <a:extLst>
                    <a:ext uri="{9D8B030D-6E8A-4147-A177-3AD203B41FA5}">
                      <a16:colId xmlns:a16="http://schemas.microsoft.com/office/drawing/2014/main" val="1601486229"/>
                    </a:ext>
                  </a:extLst>
                </a:gridCol>
                <a:gridCol w="5451078">
                  <a:extLst>
                    <a:ext uri="{9D8B030D-6E8A-4147-A177-3AD203B41FA5}">
                      <a16:colId xmlns:a16="http://schemas.microsoft.com/office/drawing/2014/main" val="273860845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지급포인트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1,000 point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81730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과세구분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과세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4451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판매가격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5,000 </a:t>
                      </a:r>
                      <a:r>
                        <a:rPr lang="ko-KR" altLang="en-US" sz="800" dirty="0"/>
                        <a:t>원 </a:t>
                      </a:r>
                      <a:r>
                        <a:rPr lang="en-US" altLang="ko-KR" sz="800" dirty="0"/>
                        <a:t>~ 11,000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0007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이익분배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판매개당 </a:t>
                      </a:r>
                      <a:r>
                        <a:rPr lang="en-US" altLang="ko-KR" sz="800" dirty="0"/>
                        <a:t>4,000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53287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재고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3,223 </a:t>
                      </a:r>
                      <a:r>
                        <a:rPr lang="ko-KR" altLang="en-US" sz="800" dirty="0"/>
                        <a:t>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7791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구매제한수량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</a:t>
                      </a:r>
                      <a:r>
                        <a:rPr lang="ko-KR" altLang="en-US" sz="800" dirty="0"/>
                        <a:t>회 구매에 </a:t>
                      </a:r>
                      <a:r>
                        <a:rPr lang="en-US" altLang="ko-KR" sz="800" dirty="0"/>
                        <a:t>100 </a:t>
                      </a:r>
                      <a:r>
                        <a:rPr lang="ko-KR" altLang="en-US" sz="800" dirty="0"/>
                        <a:t>개까지 구매가능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1333764"/>
                  </a:ext>
                </a:extLst>
              </a:tr>
            </a:tbl>
          </a:graphicData>
        </a:graphic>
      </p:graphicFrame>
      <p:sp>
        <p:nvSpPr>
          <p:cNvPr id="55" name="직사각형 54">
            <a:extLst>
              <a:ext uri="{FF2B5EF4-FFF2-40B4-BE49-F238E27FC236}">
                <a16:creationId xmlns:a16="http://schemas.microsoft.com/office/drawing/2014/main" id="{DBB581E9-F747-4783-BA96-338C19F529C1}"/>
              </a:ext>
            </a:extLst>
          </p:cNvPr>
          <p:cNvSpPr/>
          <p:nvPr/>
        </p:nvSpPr>
        <p:spPr>
          <a:xfrm>
            <a:off x="4237864" y="6242098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56" name="Image">
            <a:extLst>
              <a:ext uri="{FF2B5EF4-FFF2-40B4-BE49-F238E27FC236}">
                <a16:creationId xmlns:a16="http://schemas.microsoft.com/office/drawing/2014/main" id="{3096B6AD-5626-4F06-87C9-928E5D47B5E4}"/>
              </a:ext>
            </a:extLst>
          </p:cNvPr>
          <p:cNvGrpSpPr>
            <a:grpSpLocks/>
          </p:cNvGrpSpPr>
          <p:nvPr/>
        </p:nvGrpSpPr>
        <p:grpSpPr bwMode="auto">
          <a:xfrm>
            <a:off x="7771260" y="106405"/>
            <a:ext cx="263570" cy="250457"/>
            <a:chOff x="508000" y="1397000"/>
            <a:chExt cx="1008112" cy="1008112"/>
          </a:xfrm>
        </p:grpSpPr>
        <p:sp>
          <p:nvSpPr>
            <p:cNvPr id="57" name="Border">
              <a:extLst>
                <a:ext uri="{FF2B5EF4-FFF2-40B4-BE49-F238E27FC236}">
                  <a16:creationId xmlns:a16="http://schemas.microsoft.com/office/drawing/2014/main" id="{873765FB-066D-454B-BEEE-992BFD047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" name="Line 2">
              <a:extLst>
                <a:ext uri="{FF2B5EF4-FFF2-40B4-BE49-F238E27FC236}">
                  <a16:creationId xmlns:a16="http://schemas.microsoft.com/office/drawing/2014/main" id="{98A00645-AC9E-4949-B169-9D378451A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" name="Line 1">
              <a:extLst>
                <a:ext uri="{FF2B5EF4-FFF2-40B4-BE49-F238E27FC236}">
                  <a16:creationId xmlns:a16="http://schemas.microsoft.com/office/drawing/2014/main" id="{34B9ED1D-AFDD-472B-952F-9DEE27B30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0" name="타원 59">
            <a:extLst>
              <a:ext uri="{FF2B5EF4-FFF2-40B4-BE49-F238E27FC236}">
                <a16:creationId xmlns:a16="http://schemas.microsoft.com/office/drawing/2014/main" id="{AD0C6FEF-A06F-4E72-B58D-4B0A44899004}"/>
              </a:ext>
            </a:extLst>
          </p:cNvPr>
          <p:cNvSpPr/>
          <p:nvPr/>
        </p:nvSpPr>
        <p:spPr>
          <a:xfrm>
            <a:off x="8384211" y="1660257"/>
            <a:ext cx="795800" cy="33880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3" name="그림 62">
            <a:extLst>
              <a:ext uri="{FF2B5EF4-FFF2-40B4-BE49-F238E27FC236}">
                <a16:creationId xmlns:a16="http://schemas.microsoft.com/office/drawing/2014/main" id="{DE4510A3-1AC7-45EE-B1C4-B470D8D4B2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98275" y="1041201"/>
            <a:ext cx="3946343" cy="1682825"/>
          </a:xfrm>
          <a:prstGeom prst="rect">
            <a:avLst/>
          </a:prstGeom>
        </p:spPr>
      </p:pic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26653979-B686-4EF9-AE0E-62E0BD3F28CE}"/>
              </a:ext>
            </a:extLst>
          </p:cNvPr>
          <p:cNvCxnSpPr>
            <a:cxnSpLocks/>
            <a:stCxn id="60" idx="2"/>
          </p:cNvCxnSpPr>
          <p:nvPr/>
        </p:nvCxnSpPr>
        <p:spPr>
          <a:xfrm flipH="1">
            <a:off x="7998349" y="1829659"/>
            <a:ext cx="385862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03573402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7ACD0B6A-85A2-41E8-A07D-D5438337E9E5}"/>
              </a:ext>
            </a:extLst>
          </p:cNvPr>
          <p:cNvSpPr/>
          <p:nvPr/>
        </p:nvSpPr>
        <p:spPr>
          <a:xfrm>
            <a:off x="4128107" y="867625"/>
            <a:ext cx="3935785" cy="6693234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4105E35-CB6C-44CF-9024-0E8F30A18FB4}"/>
              </a:ext>
            </a:extLst>
          </p:cNvPr>
          <p:cNvGrpSpPr/>
          <p:nvPr/>
        </p:nvGrpSpPr>
        <p:grpSpPr>
          <a:xfrm>
            <a:off x="4344833" y="2485871"/>
            <a:ext cx="517956" cy="248122"/>
            <a:chOff x="2681976" y="1955121"/>
            <a:chExt cx="1929510" cy="596970"/>
          </a:xfrm>
        </p:grpSpPr>
        <p:sp>
          <p:nvSpPr>
            <p:cNvPr id="4" name="Border">
              <a:extLst>
                <a:ext uri="{FF2B5EF4-FFF2-40B4-BE49-F238E27FC236}">
                  <a16:creationId xmlns:a16="http://schemas.microsoft.com/office/drawing/2014/main" id="{ACCE1E24-DC91-489D-BDC9-6BF441278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" name="Line 2">
              <a:extLst>
                <a:ext uri="{FF2B5EF4-FFF2-40B4-BE49-F238E27FC236}">
                  <a16:creationId xmlns:a16="http://schemas.microsoft.com/office/drawing/2014/main" id="{C04970BF-AFD2-4CA3-8F0D-353E86481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" name="Line 1">
              <a:extLst>
                <a:ext uri="{FF2B5EF4-FFF2-40B4-BE49-F238E27FC236}">
                  <a16:creationId xmlns:a16="http://schemas.microsoft.com/office/drawing/2014/main" id="{EAFBD364-6D63-47A1-B13D-34D84EDF6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5174DBF-71F9-4F14-8309-3D16F2D5EDD4}"/>
                </a:ext>
              </a:extLst>
            </p:cNvPr>
            <p:cNvSpPr txBox="1"/>
            <p:nvPr/>
          </p:nvSpPr>
          <p:spPr>
            <a:xfrm>
              <a:off x="2681976" y="2012505"/>
              <a:ext cx="1929510" cy="51834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>
                      <a:lumMod val="75000"/>
                    </a:schemeClr>
                  </a:solidFill>
                </a:rPr>
                <a:t>IMG</a:t>
              </a:r>
              <a:endParaRPr lang="ko-KR" alt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</p:grpSp>
      <p:sp>
        <p:nvSpPr>
          <p:cNvPr id="8" name="직사각형 7">
            <a:extLst>
              <a:ext uri="{FF2B5EF4-FFF2-40B4-BE49-F238E27FC236}">
                <a16:creationId xmlns:a16="http://schemas.microsoft.com/office/drawing/2014/main" id="{F7E4FA11-7FF3-434B-B015-A4303DB12DE7}"/>
              </a:ext>
            </a:extLst>
          </p:cNvPr>
          <p:cNvSpPr/>
          <p:nvPr/>
        </p:nvSpPr>
        <p:spPr>
          <a:xfrm>
            <a:off x="4862788" y="2398505"/>
            <a:ext cx="3093515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49F4C54-AA32-41B5-97C0-C8F39D386B3C}"/>
              </a:ext>
            </a:extLst>
          </p:cNvPr>
          <p:cNvSpPr txBox="1"/>
          <p:nvPr/>
        </p:nvSpPr>
        <p:spPr>
          <a:xfrm>
            <a:off x="4248676" y="966658"/>
            <a:ext cx="134363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판매 요청 신청하기</a:t>
            </a:r>
            <a:endParaRPr lang="ko-KR" altLang="en-US" sz="900" dirty="0"/>
          </a:p>
        </p:txBody>
      </p:sp>
      <p:graphicFrame>
        <p:nvGraphicFramePr>
          <p:cNvPr id="10" name="표 17">
            <a:extLst>
              <a:ext uri="{FF2B5EF4-FFF2-40B4-BE49-F238E27FC236}">
                <a16:creationId xmlns:a16="http://schemas.microsoft.com/office/drawing/2014/main" id="{D2B36596-3B32-4DDE-9754-E08285DA3B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2642233"/>
              </p:ext>
            </p:extLst>
          </p:nvPr>
        </p:nvGraphicFramePr>
        <p:xfrm>
          <a:off x="4388275" y="3181503"/>
          <a:ext cx="3472494" cy="10668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가격제약조건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1,500 </a:t>
                      </a:r>
                      <a:r>
                        <a:rPr lang="ko-KR" altLang="en-US" sz="800" dirty="0"/>
                        <a:t>원 </a:t>
                      </a:r>
                      <a:r>
                        <a:rPr lang="en-US" altLang="ko-KR" sz="800" dirty="0"/>
                        <a:t>~ 5,000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이익분배조건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 개당 </a:t>
                      </a:r>
                      <a:r>
                        <a:rPr lang="en-US" altLang="ko-KR" sz="800" dirty="0"/>
                        <a:t>500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3067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20,000 </a:t>
                      </a:r>
                      <a:r>
                        <a:rPr lang="ko-KR" altLang="en-US" sz="800" dirty="0"/>
                        <a:t>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5250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구매제한수량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</a:t>
                      </a:r>
                      <a:r>
                        <a:rPr lang="ko-KR" altLang="en-US" sz="800" dirty="0"/>
                        <a:t>회 </a:t>
                      </a:r>
                      <a:r>
                        <a:rPr lang="ko-KR" altLang="en-US" sz="800" dirty="0" err="1"/>
                        <a:t>구매시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100</a:t>
                      </a:r>
                      <a:r>
                        <a:rPr lang="ko-KR" altLang="en-US" sz="800" dirty="0"/>
                        <a:t>개 까지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36159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상품 판매 기간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무기한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570304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E340916D-1CCC-4C59-B7C3-CA2B03B38FCF}"/>
              </a:ext>
            </a:extLst>
          </p:cNvPr>
          <p:cNvSpPr txBox="1"/>
          <p:nvPr/>
        </p:nvSpPr>
        <p:spPr>
          <a:xfrm>
            <a:off x="4281457" y="2959498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제약 조건</a:t>
            </a:r>
            <a:endParaRPr lang="ko-KR" altLang="en-US" sz="900" dirty="0"/>
          </a:p>
        </p:txBody>
      </p:sp>
      <p:graphicFrame>
        <p:nvGraphicFramePr>
          <p:cNvPr id="12" name="표 17">
            <a:extLst>
              <a:ext uri="{FF2B5EF4-FFF2-40B4-BE49-F238E27FC236}">
                <a16:creationId xmlns:a16="http://schemas.microsoft.com/office/drawing/2014/main" id="{08D4DF68-8EDB-4B9A-9AC1-B86CEC8491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6336425"/>
              </p:ext>
            </p:extLst>
          </p:nvPr>
        </p:nvGraphicFramePr>
        <p:xfrm>
          <a:off x="4388275" y="4612141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 제시 금액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                            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B0BE2BD2-C1A6-4013-939B-F8EAA41D7526}"/>
              </a:ext>
            </a:extLst>
          </p:cNvPr>
          <p:cNvSpPr txBox="1"/>
          <p:nvPr/>
        </p:nvSpPr>
        <p:spPr>
          <a:xfrm>
            <a:off x="4281457" y="4390136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 제시 금액</a:t>
            </a:r>
            <a:endParaRPr lang="ko-KR" altLang="en-US" sz="900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15AC1A8-F353-46AC-A50A-C9F8FD0C1CF3}"/>
              </a:ext>
            </a:extLst>
          </p:cNvPr>
          <p:cNvSpPr/>
          <p:nvPr/>
        </p:nvSpPr>
        <p:spPr>
          <a:xfrm>
            <a:off x="4862788" y="7084202"/>
            <a:ext cx="1358901" cy="21336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판매요청하기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5" name="Image">
            <a:extLst>
              <a:ext uri="{FF2B5EF4-FFF2-40B4-BE49-F238E27FC236}">
                <a16:creationId xmlns:a16="http://schemas.microsoft.com/office/drawing/2014/main" id="{4681C42B-AF02-4C35-B062-C75AF5B53252}"/>
              </a:ext>
            </a:extLst>
          </p:cNvPr>
          <p:cNvGrpSpPr>
            <a:grpSpLocks/>
          </p:cNvGrpSpPr>
          <p:nvPr/>
        </p:nvGrpSpPr>
        <p:grpSpPr bwMode="auto">
          <a:xfrm>
            <a:off x="7751587" y="987693"/>
            <a:ext cx="204716" cy="209797"/>
            <a:chOff x="508000" y="1397000"/>
            <a:chExt cx="1008112" cy="1008112"/>
          </a:xfrm>
        </p:grpSpPr>
        <p:sp>
          <p:nvSpPr>
            <p:cNvPr id="16" name="Border">
              <a:extLst>
                <a:ext uri="{FF2B5EF4-FFF2-40B4-BE49-F238E27FC236}">
                  <a16:creationId xmlns:a16="http://schemas.microsoft.com/office/drawing/2014/main" id="{5FFF2BBF-3415-47F3-A2EB-A55578A59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" name="Line 2">
              <a:extLst>
                <a:ext uri="{FF2B5EF4-FFF2-40B4-BE49-F238E27FC236}">
                  <a16:creationId xmlns:a16="http://schemas.microsoft.com/office/drawing/2014/main" id="{A0156D11-E07A-4392-8C50-C2B4659D7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Line 1">
              <a:extLst>
                <a:ext uri="{FF2B5EF4-FFF2-40B4-BE49-F238E27FC236}">
                  <a16:creationId xmlns:a16="http://schemas.microsoft.com/office/drawing/2014/main" id="{275BDB7A-9964-48A3-8041-D6C1405E7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" name="타원 18">
            <a:extLst>
              <a:ext uri="{FF2B5EF4-FFF2-40B4-BE49-F238E27FC236}">
                <a16:creationId xmlns:a16="http://schemas.microsoft.com/office/drawing/2014/main" id="{290462F2-DEA7-4233-B5EB-795014117F76}"/>
              </a:ext>
            </a:extLst>
          </p:cNvPr>
          <p:cNvSpPr/>
          <p:nvPr/>
        </p:nvSpPr>
        <p:spPr>
          <a:xfrm>
            <a:off x="9103057" y="1593529"/>
            <a:ext cx="966832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E3385C9-574A-41E9-AA3F-3DDE89622B89}"/>
              </a:ext>
            </a:extLst>
          </p:cNvPr>
          <p:cNvSpPr txBox="1"/>
          <p:nvPr/>
        </p:nvSpPr>
        <p:spPr>
          <a:xfrm>
            <a:off x="9715539" y="1478113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D79A3B33-E062-4E96-8281-28DCA55BF2FC}"/>
              </a:ext>
            </a:extLst>
          </p:cNvPr>
          <p:cNvCxnSpPr>
            <a:cxnSpLocks/>
            <a:stCxn id="19" idx="2"/>
          </p:cNvCxnSpPr>
          <p:nvPr/>
        </p:nvCxnSpPr>
        <p:spPr>
          <a:xfrm flipH="1">
            <a:off x="7751587" y="1815341"/>
            <a:ext cx="1351470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6C1C565-6B27-4483-8EE8-EA67E3D7508B}"/>
              </a:ext>
            </a:extLst>
          </p:cNvPr>
          <p:cNvSpPr/>
          <p:nvPr/>
        </p:nvSpPr>
        <p:spPr>
          <a:xfrm>
            <a:off x="6328498" y="7084202"/>
            <a:ext cx="891615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4B25433C-0041-4FB4-8A5E-22F67649C325}"/>
              </a:ext>
            </a:extLst>
          </p:cNvPr>
          <p:cNvSpPr/>
          <p:nvPr/>
        </p:nvSpPr>
        <p:spPr>
          <a:xfrm>
            <a:off x="5514591" y="4630935"/>
            <a:ext cx="1027352" cy="17691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graphicFrame>
        <p:nvGraphicFramePr>
          <p:cNvPr id="24" name="표 17">
            <a:extLst>
              <a:ext uri="{FF2B5EF4-FFF2-40B4-BE49-F238E27FC236}">
                <a16:creationId xmlns:a16="http://schemas.microsoft.com/office/drawing/2014/main" id="{F2BE711A-22D5-42B2-A079-2E0216C1FB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6060572"/>
              </p:ext>
            </p:extLst>
          </p:nvPr>
        </p:nvGraphicFramePr>
        <p:xfrm>
          <a:off x="4388275" y="2036502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상품 코드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a20098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4DAB819D-3C79-4657-A959-669FED1FE1B2}"/>
              </a:ext>
            </a:extLst>
          </p:cNvPr>
          <p:cNvSpPr txBox="1"/>
          <p:nvPr/>
        </p:nvSpPr>
        <p:spPr>
          <a:xfrm>
            <a:off x="4281457" y="1821321"/>
            <a:ext cx="84189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코드</a:t>
            </a:r>
            <a:endParaRPr lang="ko-KR" altLang="en-US" sz="900" dirty="0"/>
          </a:p>
        </p:txBody>
      </p:sp>
      <p:graphicFrame>
        <p:nvGraphicFramePr>
          <p:cNvPr id="27" name="표 17">
            <a:extLst>
              <a:ext uri="{FF2B5EF4-FFF2-40B4-BE49-F238E27FC236}">
                <a16:creationId xmlns:a16="http://schemas.microsoft.com/office/drawing/2014/main" id="{AB174818-BFF0-4460-8DBF-3FABAE690D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3409474"/>
              </p:ext>
            </p:extLst>
          </p:nvPr>
        </p:nvGraphicFramePr>
        <p:xfrm>
          <a:off x="4388275" y="5206811"/>
          <a:ext cx="3472494" cy="1596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472494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</a:tblGrid>
              <a:tr h="1596600">
                <a:tc>
                  <a:txBody>
                    <a:bodyPr/>
                    <a:lstStyle/>
                    <a:p>
                      <a:pPr latinLnBrk="1"/>
                      <a:endParaRPr lang="en-US" altLang="ko-KR" sz="8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  <a:p>
                      <a:pPr latinLnBrk="1"/>
                      <a:r>
                        <a:rPr lang="ko-KR" altLang="en-US" sz="8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신청사유를 입력해 주세요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A5E9130A-41D1-42BD-9DEF-03FFB98C5EA1}"/>
              </a:ext>
            </a:extLst>
          </p:cNvPr>
          <p:cNvSpPr txBox="1"/>
          <p:nvPr/>
        </p:nvSpPr>
        <p:spPr>
          <a:xfrm>
            <a:off x="4281457" y="4984806"/>
            <a:ext cx="80182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신청사유</a:t>
            </a:r>
            <a:endParaRPr lang="ko-KR" altLang="en-US" sz="900" dirty="0"/>
          </a:p>
        </p:txBody>
      </p:sp>
      <p:graphicFrame>
        <p:nvGraphicFramePr>
          <p:cNvPr id="30" name="표 17">
            <a:extLst>
              <a:ext uri="{FF2B5EF4-FFF2-40B4-BE49-F238E27FC236}">
                <a16:creationId xmlns:a16="http://schemas.microsoft.com/office/drawing/2014/main" id="{4E46A5F2-FF68-4219-9742-2F63193FC3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4428648"/>
              </p:ext>
            </p:extLst>
          </p:nvPr>
        </p:nvGraphicFramePr>
        <p:xfrm>
          <a:off x="4388275" y="1491706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판매요청상태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accent1">
                              <a:lumMod val="75000"/>
                            </a:schemeClr>
                          </a:solidFill>
                        </a:rPr>
                        <a:t>판매요청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31" name="TextBox 30">
            <a:extLst>
              <a:ext uri="{FF2B5EF4-FFF2-40B4-BE49-F238E27FC236}">
                <a16:creationId xmlns:a16="http://schemas.microsoft.com/office/drawing/2014/main" id="{30D81CAE-6344-4CD5-ACB7-D8E245DD8601}"/>
              </a:ext>
            </a:extLst>
          </p:cNvPr>
          <p:cNvSpPr txBox="1"/>
          <p:nvPr/>
        </p:nvSpPr>
        <p:spPr>
          <a:xfrm>
            <a:off x="4281457" y="1276525"/>
            <a:ext cx="103265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판매요청상태</a:t>
            </a:r>
            <a:endParaRPr lang="ko-KR" altLang="en-US" sz="900" dirty="0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9A6F6FDC-5AF1-4C5D-B96B-CF1BD1FA1995}"/>
              </a:ext>
            </a:extLst>
          </p:cNvPr>
          <p:cNvSpPr/>
          <p:nvPr/>
        </p:nvSpPr>
        <p:spPr>
          <a:xfrm>
            <a:off x="-196781" y="867625"/>
            <a:ext cx="3935785" cy="6693234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1DCB92B8-4781-41F8-BEA9-D380C83EF730}"/>
              </a:ext>
            </a:extLst>
          </p:cNvPr>
          <p:cNvGrpSpPr/>
          <p:nvPr/>
        </p:nvGrpSpPr>
        <p:grpSpPr>
          <a:xfrm>
            <a:off x="19945" y="2485871"/>
            <a:ext cx="517956" cy="248122"/>
            <a:chOff x="2681976" y="1955121"/>
            <a:chExt cx="1929510" cy="596970"/>
          </a:xfrm>
        </p:grpSpPr>
        <p:sp>
          <p:nvSpPr>
            <p:cNvPr id="34" name="Border">
              <a:extLst>
                <a:ext uri="{FF2B5EF4-FFF2-40B4-BE49-F238E27FC236}">
                  <a16:creationId xmlns:a16="http://schemas.microsoft.com/office/drawing/2014/main" id="{BE6B5E6D-0A87-4049-A6C1-391CCE24E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" name="Line 2">
              <a:extLst>
                <a:ext uri="{FF2B5EF4-FFF2-40B4-BE49-F238E27FC236}">
                  <a16:creationId xmlns:a16="http://schemas.microsoft.com/office/drawing/2014/main" id="{058835C1-95FC-4091-B470-A8362A8CB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" name="Line 1">
              <a:extLst>
                <a:ext uri="{FF2B5EF4-FFF2-40B4-BE49-F238E27FC236}">
                  <a16:creationId xmlns:a16="http://schemas.microsoft.com/office/drawing/2014/main" id="{990D67CD-7B95-4F96-8AEB-A137153FE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661A397A-9D01-4A70-A401-C6CDD533EEB1}"/>
                </a:ext>
              </a:extLst>
            </p:cNvPr>
            <p:cNvSpPr txBox="1"/>
            <p:nvPr/>
          </p:nvSpPr>
          <p:spPr>
            <a:xfrm>
              <a:off x="2681976" y="2012505"/>
              <a:ext cx="1929510" cy="51834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>
                      <a:lumMod val="75000"/>
                    </a:schemeClr>
                  </a:solidFill>
                </a:rPr>
                <a:t>IMG</a:t>
              </a:r>
              <a:endParaRPr lang="ko-KR" alt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</p:grp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3CA49C1-0638-4965-B416-6F1A09BF4287}"/>
              </a:ext>
            </a:extLst>
          </p:cNvPr>
          <p:cNvSpPr/>
          <p:nvPr/>
        </p:nvSpPr>
        <p:spPr>
          <a:xfrm>
            <a:off x="537900" y="2398505"/>
            <a:ext cx="3093515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4164708-2285-4C81-8CD3-CE3CB954CD31}"/>
              </a:ext>
            </a:extLst>
          </p:cNvPr>
          <p:cNvSpPr txBox="1"/>
          <p:nvPr/>
        </p:nvSpPr>
        <p:spPr>
          <a:xfrm>
            <a:off x="-76212" y="966658"/>
            <a:ext cx="134363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판매 요청 신청하기</a:t>
            </a:r>
            <a:endParaRPr lang="ko-KR" altLang="en-US" sz="900" dirty="0"/>
          </a:p>
        </p:txBody>
      </p:sp>
      <p:graphicFrame>
        <p:nvGraphicFramePr>
          <p:cNvPr id="40" name="표 17">
            <a:extLst>
              <a:ext uri="{FF2B5EF4-FFF2-40B4-BE49-F238E27FC236}">
                <a16:creationId xmlns:a16="http://schemas.microsoft.com/office/drawing/2014/main" id="{7B2D13A6-2E24-4394-A435-6285DBC55B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2910464"/>
              </p:ext>
            </p:extLst>
          </p:nvPr>
        </p:nvGraphicFramePr>
        <p:xfrm>
          <a:off x="63387" y="3181503"/>
          <a:ext cx="3472494" cy="10668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가격제약조건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1,500 </a:t>
                      </a:r>
                      <a:r>
                        <a:rPr lang="ko-KR" altLang="en-US" sz="800" dirty="0"/>
                        <a:t>원 </a:t>
                      </a:r>
                      <a:r>
                        <a:rPr lang="en-US" altLang="ko-KR" sz="800" dirty="0"/>
                        <a:t>~ 5,000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이익분배조건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판매 개당 </a:t>
                      </a:r>
                      <a:r>
                        <a:rPr lang="en-US" altLang="ko-KR" sz="800" dirty="0"/>
                        <a:t>500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3067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재고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20,000 </a:t>
                      </a:r>
                      <a:r>
                        <a:rPr lang="ko-KR" altLang="en-US" sz="800" dirty="0"/>
                        <a:t>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5250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구매제한수량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1</a:t>
                      </a:r>
                      <a:r>
                        <a:rPr lang="ko-KR" altLang="en-US" sz="800" dirty="0"/>
                        <a:t>회 </a:t>
                      </a:r>
                      <a:r>
                        <a:rPr lang="ko-KR" altLang="en-US" sz="800" dirty="0" err="1"/>
                        <a:t>구매시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100</a:t>
                      </a:r>
                      <a:r>
                        <a:rPr lang="ko-KR" altLang="en-US" sz="800" dirty="0"/>
                        <a:t>개 까지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36159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상품 판매 기간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무기한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570304"/>
                  </a:ext>
                </a:extLst>
              </a:tr>
            </a:tbl>
          </a:graphicData>
        </a:graphic>
      </p:graphicFrame>
      <p:sp>
        <p:nvSpPr>
          <p:cNvPr id="41" name="TextBox 40">
            <a:extLst>
              <a:ext uri="{FF2B5EF4-FFF2-40B4-BE49-F238E27FC236}">
                <a16:creationId xmlns:a16="http://schemas.microsoft.com/office/drawing/2014/main" id="{584A015C-8F24-42F7-B5B0-84BF394B4AAA}"/>
              </a:ext>
            </a:extLst>
          </p:cNvPr>
          <p:cNvSpPr txBox="1"/>
          <p:nvPr/>
        </p:nvSpPr>
        <p:spPr>
          <a:xfrm>
            <a:off x="-43431" y="2959498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제약 조건</a:t>
            </a:r>
            <a:endParaRPr lang="ko-KR" altLang="en-US" sz="900" dirty="0"/>
          </a:p>
        </p:txBody>
      </p:sp>
      <p:graphicFrame>
        <p:nvGraphicFramePr>
          <p:cNvPr id="42" name="표 17">
            <a:extLst>
              <a:ext uri="{FF2B5EF4-FFF2-40B4-BE49-F238E27FC236}">
                <a16:creationId xmlns:a16="http://schemas.microsoft.com/office/drawing/2014/main" id="{0DA91367-4155-4965-867F-0AD22FD007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9768168"/>
              </p:ext>
            </p:extLst>
          </p:nvPr>
        </p:nvGraphicFramePr>
        <p:xfrm>
          <a:off x="63387" y="4612141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 제시 금액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                              </a:t>
                      </a:r>
                      <a:r>
                        <a:rPr lang="ko-KR" altLang="en-US" sz="800" dirty="0"/>
                        <a:t>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43" name="TextBox 42">
            <a:extLst>
              <a:ext uri="{FF2B5EF4-FFF2-40B4-BE49-F238E27FC236}">
                <a16:creationId xmlns:a16="http://schemas.microsoft.com/office/drawing/2014/main" id="{A450D1DA-91CB-4155-9859-78D6D6D9AE3A}"/>
              </a:ext>
            </a:extLst>
          </p:cNvPr>
          <p:cNvSpPr txBox="1"/>
          <p:nvPr/>
        </p:nvSpPr>
        <p:spPr>
          <a:xfrm>
            <a:off x="-43431" y="4390136"/>
            <a:ext cx="111280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 제시 금액</a:t>
            </a:r>
            <a:endParaRPr lang="ko-KR" altLang="en-US" sz="900" dirty="0"/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731CDF5-1961-47BC-82E3-274F7571B073}"/>
              </a:ext>
            </a:extLst>
          </p:cNvPr>
          <p:cNvSpPr/>
          <p:nvPr/>
        </p:nvSpPr>
        <p:spPr>
          <a:xfrm>
            <a:off x="537900" y="7084202"/>
            <a:ext cx="1358901" cy="213360"/>
          </a:xfrm>
          <a:prstGeom prst="rect">
            <a:avLst/>
          </a:prstGeom>
          <a:solidFill>
            <a:srgbClr val="FF000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재요청하기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45" name="Image">
            <a:extLst>
              <a:ext uri="{FF2B5EF4-FFF2-40B4-BE49-F238E27FC236}">
                <a16:creationId xmlns:a16="http://schemas.microsoft.com/office/drawing/2014/main" id="{80A21321-1FCE-4A91-BD35-E4FC743925B9}"/>
              </a:ext>
            </a:extLst>
          </p:cNvPr>
          <p:cNvGrpSpPr>
            <a:grpSpLocks/>
          </p:cNvGrpSpPr>
          <p:nvPr/>
        </p:nvGrpSpPr>
        <p:grpSpPr bwMode="auto">
          <a:xfrm>
            <a:off x="3426699" y="987693"/>
            <a:ext cx="204716" cy="209797"/>
            <a:chOff x="508000" y="1397000"/>
            <a:chExt cx="1008112" cy="1008112"/>
          </a:xfrm>
        </p:grpSpPr>
        <p:sp>
          <p:nvSpPr>
            <p:cNvPr id="46" name="Border">
              <a:extLst>
                <a:ext uri="{FF2B5EF4-FFF2-40B4-BE49-F238E27FC236}">
                  <a16:creationId xmlns:a16="http://schemas.microsoft.com/office/drawing/2014/main" id="{7C61ABCE-1799-437C-B20E-688EB7AD5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" name="Line 2">
              <a:extLst>
                <a:ext uri="{FF2B5EF4-FFF2-40B4-BE49-F238E27FC236}">
                  <a16:creationId xmlns:a16="http://schemas.microsoft.com/office/drawing/2014/main" id="{0A0A0C20-E0F1-470D-9480-D2DA36502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" name="Line 1">
              <a:extLst>
                <a:ext uri="{FF2B5EF4-FFF2-40B4-BE49-F238E27FC236}">
                  <a16:creationId xmlns:a16="http://schemas.microsoft.com/office/drawing/2014/main" id="{5241F4F8-0BDE-4782-B0C9-4A25E45C3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51D48DE-8391-445A-B216-E5F3EBA38FDA}"/>
              </a:ext>
            </a:extLst>
          </p:cNvPr>
          <p:cNvSpPr/>
          <p:nvPr/>
        </p:nvSpPr>
        <p:spPr>
          <a:xfrm>
            <a:off x="2003610" y="7084202"/>
            <a:ext cx="891615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649BB21C-46C2-4108-AF9E-51AC552E709A}"/>
              </a:ext>
            </a:extLst>
          </p:cNvPr>
          <p:cNvSpPr/>
          <p:nvPr/>
        </p:nvSpPr>
        <p:spPr>
          <a:xfrm>
            <a:off x="1189703" y="4630935"/>
            <a:ext cx="1027352" cy="17691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3,500</a:t>
            </a:r>
          </a:p>
        </p:txBody>
      </p:sp>
      <p:graphicFrame>
        <p:nvGraphicFramePr>
          <p:cNvPr id="51" name="표 17">
            <a:extLst>
              <a:ext uri="{FF2B5EF4-FFF2-40B4-BE49-F238E27FC236}">
                <a16:creationId xmlns:a16="http://schemas.microsoft.com/office/drawing/2014/main" id="{7EEB45CB-21BF-44EC-910B-C60978BA9A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9587541"/>
              </p:ext>
            </p:extLst>
          </p:nvPr>
        </p:nvGraphicFramePr>
        <p:xfrm>
          <a:off x="63387" y="2036502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상품 코드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a20098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52" name="TextBox 51">
            <a:extLst>
              <a:ext uri="{FF2B5EF4-FFF2-40B4-BE49-F238E27FC236}">
                <a16:creationId xmlns:a16="http://schemas.microsoft.com/office/drawing/2014/main" id="{4FBD20A0-E7A1-4BF9-9720-FB3574210D0E}"/>
              </a:ext>
            </a:extLst>
          </p:cNvPr>
          <p:cNvSpPr txBox="1"/>
          <p:nvPr/>
        </p:nvSpPr>
        <p:spPr>
          <a:xfrm>
            <a:off x="-43431" y="1821321"/>
            <a:ext cx="84189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상품 코드</a:t>
            </a:r>
            <a:endParaRPr lang="ko-KR" altLang="en-US" sz="900" dirty="0"/>
          </a:p>
        </p:txBody>
      </p:sp>
      <p:graphicFrame>
        <p:nvGraphicFramePr>
          <p:cNvPr id="53" name="표 17">
            <a:extLst>
              <a:ext uri="{FF2B5EF4-FFF2-40B4-BE49-F238E27FC236}">
                <a16:creationId xmlns:a16="http://schemas.microsoft.com/office/drawing/2014/main" id="{9AD1A8F7-2B84-469F-8E31-0769B7B06B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2688521"/>
              </p:ext>
            </p:extLst>
          </p:nvPr>
        </p:nvGraphicFramePr>
        <p:xfrm>
          <a:off x="63387" y="5206811"/>
          <a:ext cx="3472494" cy="1596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472494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</a:tblGrid>
              <a:tr h="1596600">
                <a:tc>
                  <a:txBody>
                    <a:bodyPr/>
                    <a:lstStyle/>
                    <a:p>
                      <a:pPr latinLnBrk="1"/>
                      <a:endParaRPr lang="en-US" altLang="ko-KR" sz="8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 할 수 있게 해 주세요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54" name="TextBox 53">
            <a:extLst>
              <a:ext uri="{FF2B5EF4-FFF2-40B4-BE49-F238E27FC236}">
                <a16:creationId xmlns:a16="http://schemas.microsoft.com/office/drawing/2014/main" id="{9776E2CD-A1FA-4085-9015-ADC1399E8402}"/>
              </a:ext>
            </a:extLst>
          </p:cNvPr>
          <p:cNvSpPr txBox="1"/>
          <p:nvPr/>
        </p:nvSpPr>
        <p:spPr>
          <a:xfrm>
            <a:off x="-43431" y="4984806"/>
            <a:ext cx="80182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신청사유</a:t>
            </a:r>
            <a:endParaRPr lang="ko-KR" altLang="en-US" sz="900" dirty="0"/>
          </a:p>
        </p:txBody>
      </p:sp>
      <p:graphicFrame>
        <p:nvGraphicFramePr>
          <p:cNvPr id="55" name="표 17">
            <a:extLst>
              <a:ext uri="{FF2B5EF4-FFF2-40B4-BE49-F238E27FC236}">
                <a16:creationId xmlns:a16="http://schemas.microsoft.com/office/drawing/2014/main" id="{F9F95F5A-50FF-443F-B212-4C37D7FEEB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8705001"/>
              </p:ext>
            </p:extLst>
          </p:nvPr>
        </p:nvGraphicFramePr>
        <p:xfrm>
          <a:off x="63387" y="1491706"/>
          <a:ext cx="3472494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6369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436125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판매요청상태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rgbClr val="FF0000"/>
                          </a:solidFill>
                        </a:rPr>
                        <a:t>요청거부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56" name="TextBox 55">
            <a:extLst>
              <a:ext uri="{FF2B5EF4-FFF2-40B4-BE49-F238E27FC236}">
                <a16:creationId xmlns:a16="http://schemas.microsoft.com/office/drawing/2014/main" id="{978E075F-A7A5-46B9-921F-4662F6D76895}"/>
              </a:ext>
            </a:extLst>
          </p:cNvPr>
          <p:cNvSpPr txBox="1"/>
          <p:nvPr/>
        </p:nvSpPr>
        <p:spPr>
          <a:xfrm>
            <a:off x="-43431" y="1276525"/>
            <a:ext cx="103265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판매요청상태</a:t>
            </a:r>
            <a:endParaRPr lang="ko-KR" altLang="en-US" sz="900" dirty="0"/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97A3C9FB-59D3-43D0-BF27-72057A1B1958}"/>
              </a:ext>
            </a:extLst>
          </p:cNvPr>
          <p:cNvSpPr/>
          <p:nvPr/>
        </p:nvSpPr>
        <p:spPr>
          <a:xfrm>
            <a:off x="929969" y="1353769"/>
            <a:ext cx="966832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48FDE807-C1EB-4F8D-A1ED-EA613B6EC2B3}"/>
              </a:ext>
            </a:extLst>
          </p:cNvPr>
          <p:cNvSpPr/>
          <p:nvPr/>
        </p:nvSpPr>
        <p:spPr>
          <a:xfrm>
            <a:off x="5254857" y="1353769"/>
            <a:ext cx="966832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9" name="직선 화살표 연결선 58">
            <a:extLst>
              <a:ext uri="{FF2B5EF4-FFF2-40B4-BE49-F238E27FC236}">
                <a16:creationId xmlns:a16="http://schemas.microsoft.com/office/drawing/2014/main" id="{F6B9BD90-B2E8-44E5-91AE-8F8850CF4C00}"/>
              </a:ext>
            </a:extLst>
          </p:cNvPr>
          <p:cNvCxnSpPr>
            <a:cxnSpLocks/>
            <a:stCxn id="58" idx="4"/>
          </p:cNvCxnSpPr>
          <p:nvPr/>
        </p:nvCxnSpPr>
        <p:spPr>
          <a:xfrm flipH="1">
            <a:off x="5542238" y="1797393"/>
            <a:ext cx="196035" cy="5286809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직선 화살표 연결선 61">
            <a:extLst>
              <a:ext uri="{FF2B5EF4-FFF2-40B4-BE49-F238E27FC236}">
                <a16:creationId xmlns:a16="http://schemas.microsoft.com/office/drawing/2014/main" id="{E9194B8E-AB53-406C-8482-9813CC20A0DA}"/>
              </a:ext>
            </a:extLst>
          </p:cNvPr>
          <p:cNvCxnSpPr>
            <a:cxnSpLocks/>
            <a:stCxn id="57" idx="4"/>
            <a:endCxn id="44" idx="0"/>
          </p:cNvCxnSpPr>
          <p:nvPr/>
        </p:nvCxnSpPr>
        <p:spPr>
          <a:xfrm flipH="1">
            <a:off x="1217351" y="1797393"/>
            <a:ext cx="196034" cy="5286809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BFDA2DB1-672A-4616-8064-72D686586D15}"/>
              </a:ext>
            </a:extLst>
          </p:cNvPr>
          <p:cNvSpPr txBox="1"/>
          <p:nvPr/>
        </p:nvSpPr>
        <p:spPr>
          <a:xfrm>
            <a:off x="5815046" y="111904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216EAE3E-E9ED-4D1B-B331-F9C5589C63C4}"/>
              </a:ext>
            </a:extLst>
          </p:cNvPr>
          <p:cNvSpPr txBox="1"/>
          <p:nvPr/>
        </p:nvSpPr>
        <p:spPr>
          <a:xfrm>
            <a:off x="1548197" y="113718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6808032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6">
            <a:extLst>
              <a:ext uri="{FF2B5EF4-FFF2-40B4-BE49-F238E27FC236}">
                <a16:creationId xmlns:a16="http://schemas.microsoft.com/office/drawing/2014/main" id="{54DF5A36-7211-40EB-ABA6-38864B9DC3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7554640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로그인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정보관리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대시보드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서브관리자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발주담당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상품관리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포인트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공동구매관리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배송비 설정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취소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환불 안내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정산관리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1425251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6">
            <a:extLst>
              <a:ext uri="{FF2B5EF4-FFF2-40B4-BE49-F238E27FC236}">
                <a16:creationId xmlns:a16="http://schemas.microsoft.com/office/drawing/2014/main" id="{54DF5A36-7211-40EB-ABA6-38864B9DC3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0341766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로그인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정보관리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대시보드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서브관리자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발주담당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상품관리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포인트 관리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공동구매 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배송비 설정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주문관리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취소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환불 안내</a:t>
                      </a: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발주관리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정산관리</a:t>
                      </a: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8435159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F51C9E4D-051A-41C2-9211-E60281D93C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2589810"/>
              </p:ext>
            </p:extLst>
          </p:nvPr>
        </p:nvGraphicFramePr>
        <p:xfrm>
          <a:off x="-2263223" y="1822630"/>
          <a:ext cx="12308209" cy="2773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28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6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4214422851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494223587"/>
                    </a:ext>
                  </a:extLst>
                </a:gridCol>
                <a:gridCol w="625793">
                  <a:extLst>
                    <a:ext uri="{9D8B030D-6E8A-4147-A177-3AD203B41FA5}">
                      <a16:colId xmlns:a16="http://schemas.microsoft.com/office/drawing/2014/main" val="4095619003"/>
                    </a:ext>
                  </a:extLst>
                </a:gridCol>
                <a:gridCol w="524193">
                  <a:extLst>
                    <a:ext uri="{9D8B030D-6E8A-4147-A177-3AD203B41FA5}">
                      <a16:colId xmlns:a16="http://schemas.microsoft.com/office/drawing/2014/main" val="2489093445"/>
                    </a:ext>
                  </a:extLst>
                </a:gridCol>
                <a:gridCol w="662305">
                  <a:extLst>
                    <a:ext uri="{9D8B030D-6E8A-4147-A177-3AD203B41FA5}">
                      <a16:colId xmlns:a16="http://schemas.microsoft.com/office/drawing/2014/main" val="3580568890"/>
                    </a:ext>
                  </a:extLst>
                </a:gridCol>
                <a:gridCol w="14687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57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9405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225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57543">
                  <a:extLst>
                    <a:ext uri="{9D8B030D-6E8A-4147-A177-3AD203B41FA5}">
                      <a16:colId xmlns:a16="http://schemas.microsoft.com/office/drawing/2014/main" val="983732852"/>
                    </a:ext>
                  </a:extLst>
                </a:gridCol>
                <a:gridCol w="524193">
                  <a:extLst>
                    <a:ext uri="{9D8B030D-6E8A-4147-A177-3AD203B41FA5}">
                      <a16:colId xmlns:a16="http://schemas.microsoft.com/office/drawing/2014/main" val="1062420576"/>
                    </a:ext>
                  </a:extLst>
                </a:gridCol>
                <a:gridCol w="727393">
                  <a:extLst>
                    <a:ext uri="{9D8B030D-6E8A-4147-A177-3AD203B41FA5}">
                      <a16:colId xmlns:a16="http://schemas.microsoft.com/office/drawing/2014/main" val="2504136417"/>
                    </a:ext>
                  </a:extLst>
                </a:gridCol>
                <a:gridCol w="678180">
                  <a:extLst>
                    <a:ext uri="{9D8B030D-6E8A-4147-A177-3AD203B41FA5}">
                      <a16:colId xmlns:a16="http://schemas.microsoft.com/office/drawing/2014/main" val="3866255794"/>
                    </a:ext>
                  </a:extLst>
                </a:gridCol>
                <a:gridCol w="727393">
                  <a:extLst>
                    <a:ext uri="{9D8B030D-6E8A-4147-A177-3AD203B41FA5}">
                      <a16:colId xmlns:a16="http://schemas.microsoft.com/office/drawing/2014/main" val="15669907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채널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결제일시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 유형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옵션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수량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사용포인트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결제금액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적립포인트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Me9-0002324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결제완료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RD/S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결제완료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BK/M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결제완료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WT/S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결제완료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792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결제완료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545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결제완료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BK/L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000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결제완료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RD/S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774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결제완료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BK/M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055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결제완료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WT/S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57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결제완료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086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결제완료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936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결제완료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BK/L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094304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2727B44C-DC4C-4CC6-BB45-427D5760E7A5}"/>
              </a:ext>
            </a:extLst>
          </p:cNvPr>
          <p:cNvSpPr txBox="1"/>
          <p:nvPr/>
        </p:nvSpPr>
        <p:spPr>
          <a:xfrm>
            <a:off x="108565" y="1549931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BBBA232-7649-44A8-8EA8-EC28BE922BA5}"/>
              </a:ext>
            </a:extLst>
          </p:cNvPr>
          <p:cNvSpPr/>
          <p:nvPr/>
        </p:nvSpPr>
        <p:spPr>
          <a:xfrm>
            <a:off x="2753270" y="577224"/>
            <a:ext cx="5776224" cy="16790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9A2400D-EECA-48AF-BE1D-AF1A08979F2C}"/>
              </a:ext>
            </a:extLst>
          </p:cNvPr>
          <p:cNvSpPr/>
          <p:nvPr/>
        </p:nvSpPr>
        <p:spPr>
          <a:xfrm>
            <a:off x="9271395" y="559383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6" name="표 63">
            <a:extLst>
              <a:ext uri="{FF2B5EF4-FFF2-40B4-BE49-F238E27FC236}">
                <a16:creationId xmlns:a16="http://schemas.microsoft.com/office/drawing/2014/main" id="{FB09BBE6-B2DA-4656-A89F-0F71A5F85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2066594"/>
              </p:ext>
            </p:extLst>
          </p:nvPr>
        </p:nvGraphicFramePr>
        <p:xfrm>
          <a:off x="108567" y="547912"/>
          <a:ext cx="9936421" cy="45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75439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8960982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검색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90B5BD6-CAA2-4A4D-B2E2-7B1C527316E2}"/>
              </a:ext>
            </a:extLst>
          </p:cNvPr>
          <p:cNvSpPr/>
          <p:nvPr/>
        </p:nvSpPr>
        <p:spPr>
          <a:xfrm>
            <a:off x="9273843" y="786602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E9C0316-E0FA-4154-8892-EB379FE8132F}"/>
              </a:ext>
            </a:extLst>
          </p:cNvPr>
          <p:cNvSpPr/>
          <p:nvPr/>
        </p:nvSpPr>
        <p:spPr>
          <a:xfrm>
            <a:off x="1169303" y="578567"/>
            <a:ext cx="1531623" cy="17314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주문번호                      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9" name="표 4">
            <a:extLst>
              <a:ext uri="{FF2B5EF4-FFF2-40B4-BE49-F238E27FC236}">
                <a16:creationId xmlns:a16="http://schemas.microsoft.com/office/drawing/2014/main" id="{C93EFABC-8BF9-432F-9130-B542AE2FF2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8038032"/>
              </p:ext>
            </p:extLst>
          </p:nvPr>
        </p:nvGraphicFramePr>
        <p:xfrm>
          <a:off x="108566" y="1210457"/>
          <a:ext cx="9936420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484105">
                  <a:extLst>
                    <a:ext uri="{9D8B030D-6E8A-4147-A177-3AD203B41FA5}">
                      <a16:colId xmlns:a16="http://schemas.microsoft.com/office/drawing/2014/main" val="3306315618"/>
                    </a:ext>
                  </a:extLst>
                </a:gridCol>
                <a:gridCol w="2484105">
                  <a:extLst>
                    <a:ext uri="{9D8B030D-6E8A-4147-A177-3AD203B41FA5}">
                      <a16:colId xmlns:a16="http://schemas.microsoft.com/office/drawing/2014/main" val="3684204346"/>
                    </a:ext>
                  </a:extLst>
                </a:gridCol>
                <a:gridCol w="2484105">
                  <a:extLst>
                    <a:ext uri="{9D8B030D-6E8A-4147-A177-3AD203B41FA5}">
                      <a16:colId xmlns:a16="http://schemas.microsoft.com/office/drawing/2014/main" val="1934738033"/>
                    </a:ext>
                  </a:extLst>
                </a:gridCol>
                <a:gridCol w="2484105">
                  <a:extLst>
                    <a:ext uri="{9D8B030D-6E8A-4147-A177-3AD203B41FA5}">
                      <a16:colId xmlns:a16="http://schemas.microsoft.com/office/drawing/2014/main" val="189309699"/>
                    </a:ext>
                  </a:extLst>
                </a:gridCol>
              </a:tblGrid>
              <a:tr h="16417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bg1"/>
                          </a:solidFill>
                        </a:rPr>
                        <a:t>주문목록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취소목록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반품목록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교환목록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5709569"/>
                  </a:ext>
                </a:extLst>
              </a:tr>
            </a:tbl>
          </a:graphicData>
        </a:graphic>
      </p:graphicFrame>
      <p:pic>
        <p:nvPicPr>
          <p:cNvPr id="10" name="Picture 2">
            <a:extLst>
              <a:ext uri="{FF2B5EF4-FFF2-40B4-BE49-F238E27FC236}">
                <a16:creationId xmlns:a16="http://schemas.microsoft.com/office/drawing/2014/main" id="{DA08C098-2777-472E-B53D-1F23339CAE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8245" y="5183162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58355955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DFDA98ED-0C36-478A-81F7-D416DD754B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4805055"/>
              </p:ext>
            </p:extLst>
          </p:nvPr>
        </p:nvGraphicFramePr>
        <p:xfrm>
          <a:off x="-8072813" y="1803623"/>
          <a:ext cx="18117799" cy="2773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1383">
                  <a:extLst>
                    <a:ext uri="{9D8B030D-6E8A-4147-A177-3AD203B41FA5}">
                      <a16:colId xmlns:a16="http://schemas.microsoft.com/office/drawing/2014/main" val="3584924015"/>
                    </a:ext>
                  </a:extLst>
                </a:gridCol>
                <a:gridCol w="96138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21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4214422851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494223587"/>
                    </a:ext>
                  </a:extLst>
                </a:gridCol>
                <a:gridCol w="625793">
                  <a:extLst>
                    <a:ext uri="{9D8B030D-6E8A-4147-A177-3AD203B41FA5}">
                      <a16:colId xmlns:a16="http://schemas.microsoft.com/office/drawing/2014/main" val="4095619003"/>
                    </a:ext>
                  </a:extLst>
                </a:gridCol>
                <a:gridCol w="524193">
                  <a:extLst>
                    <a:ext uri="{9D8B030D-6E8A-4147-A177-3AD203B41FA5}">
                      <a16:colId xmlns:a16="http://schemas.microsoft.com/office/drawing/2014/main" val="2489093445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3392366365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4197812441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1929444538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3205005926"/>
                    </a:ext>
                  </a:extLst>
                </a:gridCol>
                <a:gridCol w="662305">
                  <a:extLst>
                    <a:ext uri="{9D8B030D-6E8A-4147-A177-3AD203B41FA5}">
                      <a16:colId xmlns:a16="http://schemas.microsoft.com/office/drawing/2014/main" val="3580568890"/>
                    </a:ext>
                  </a:extLst>
                </a:gridCol>
                <a:gridCol w="14687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57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9405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225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57543">
                  <a:extLst>
                    <a:ext uri="{9D8B030D-6E8A-4147-A177-3AD203B41FA5}">
                      <a16:colId xmlns:a16="http://schemas.microsoft.com/office/drawing/2014/main" val="983732852"/>
                    </a:ext>
                  </a:extLst>
                </a:gridCol>
                <a:gridCol w="524193">
                  <a:extLst>
                    <a:ext uri="{9D8B030D-6E8A-4147-A177-3AD203B41FA5}">
                      <a16:colId xmlns:a16="http://schemas.microsoft.com/office/drawing/2014/main" val="1062420576"/>
                    </a:ext>
                  </a:extLst>
                </a:gridCol>
                <a:gridCol w="727393">
                  <a:extLst>
                    <a:ext uri="{9D8B030D-6E8A-4147-A177-3AD203B41FA5}">
                      <a16:colId xmlns:a16="http://schemas.microsoft.com/office/drawing/2014/main" val="2504136417"/>
                    </a:ext>
                  </a:extLst>
                </a:gridCol>
                <a:gridCol w="678180">
                  <a:extLst>
                    <a:ext uri="{9D8B030D-6E8A-4147-A177-3AD203B41FA5}">
                      <a16:colId xmlns:a16="http://schemas.microsoft.com/office/drawing/2014/main" val="3866255794"/>
                    </a:ext>
                  </a:extLst>
                </a:gridCol>
                <a:gridCol w="727393">
                  <a:extLst>
                    <a:ext uri="{9D8B030D-6E8A-4147-A177-3AD203B41FA5}">
                      <a16:colId xmlns:a16="http://schemas.microsoft.com/office/drawing/2014/main" val="15669907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취소 주문번호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채널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결제일시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취소 요청일시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취소 철회일시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취소 거부일시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취소 완료일시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 유형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옵션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수량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사용포인트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결제금액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적립포인트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Me9-0002324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Me9-0002324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취소완료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RD/S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취소완료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BK/M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취소완료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WT/S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취소완료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792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취소완료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545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취소완료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BK/L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000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취소완료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RD/S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7746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취소완료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BK/M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055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취소완료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WT/S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57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취소완료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086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취소완료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936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취소완료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BK/L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094304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2003A43B-3C75-4DA5-BD2F-DD20A9182281}"/>
              </a:ext>
            </a:extLst>
          </p:cNvPr>
          <p:cNvSpPr txBox="1"/>
          <p:nvPr/>
        </p:nvSpPr>
        <p:spPr>
          <a:xfrm>
            <a:off x="108567" y="1499119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E1DD394-CB85-46D7-93B1-FAC0EC85510C}"/>
              </a:ext>
            </a:extLst>
          </p:cNvPr>
          <p:cNvSpPr/>
          <p:nvPr/>
        </p:nvSpPr>
        <p:spPr>
          <a:xfrm>
            <a:off x="2753270" y="577224"/>
            <a:ext cx="5776224" cy="16790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B16D87A-73FD-4B74-86BE-6FD9F24730A3}"/>
              </a:ext>
            </a:extLst>
          </p:cNvPr>
          <p:cNvSpPr/>
          <p:nvPr/>
        </p:nvSpPr>
        <p:spPr>
          <a:xfrm>
            <a:off x="9271395" y="559383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6" name="표 63">
            <a:extLst>
              <a:ext uri="{FF2B5EF4-FFF2-40B4-BE49-F238E27FC236}">
                <a16:creationId xmlns:a16="http://schemas.microsoft.com/office/drawing/2014/main" id="{C19CEEBF-A34F-40A7-89AE-8BD4FEAC5A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9001530"/>
              </p:ext>
            </p:extLst>
          </p:nvPr>
        </p:nvGraphicFramePr>
        <p:xfrm>
          <a:off x="108567" y="547912"/>
          <a:ext cx="9936421" cy="45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75439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8960982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검색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519BF42-F019-460B-8571-ACC64E8D419A}"/>
              </a:ext>
            </a:extLst>
          </p:cNvPr>
          <p:cNvSpPr/>
          <p:nvPr/>
        </p:nvSpPr>
        <p:spPr>
          <a:xfrm>
            <a:off x="9273843" y="786602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A9FDF40-9469-4D01-9F79-9595F2D1DFD2}"/>
              </a:ext>
            </a:extLst>
          </p:cNvPr>
          <p:cNvSpPr/>
          <p:nvPr/>
        </p:nvSpPr>
        <p:spPr>
          <a:xfrm>
            <a:off x="1169303" y="578567"/>
            <a:ext cx="1531623" cy="17314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주문번호                      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9" name="표 4">
            <a:extLst>
              <a:ext uri="{FF2B5EF4-FFF2-40B4-BE49-F238E27FC236}">
                <a16:creationId xmlns:a16="http://schemas.microsoft.com/office/drawing/2014/main" id="{97636470-F179-4B5F-865E-4617DC0ECE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8209601"/>
              </p:ext>
            </p:extLst>
          </p:nvPr>
        </p:nvGraphicFramePr>
        <p:xfrm>
          <a:off x="108566" y="1210457"/>
          <a:ext cx="9936420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484105">
                  <a:extLst>
                    <a:ext uri="{9D8B030D-6E8A-4147-A177-3AD203B41FA5}">
                      <a16:colId xmlns:a16="http://schemas.microsoft.com/office/drawing/2014/main" val="3306315618"/>
                    </a:ext>
                  </a:extLst>
                </a:gridCol>
                <a:gridCol w="2484105">
                  <a:extLst>
                    <a:ext uri="{9D8B030D-6E8A-4147-A177-3AD203B41FA5}">
                      <a16:colId xmlns:a16="http://schemas.microsoft.com/office/drawing/2014/main" val="3684204346"/>
                    </a:ext>
                  </a:extLst>
                </a:gridCol>
                <a:gridCol w="2484105">
                  <a:extLst>
                    <a:ext uri="{9D8B030D-6E8A-4147-A177-3AD203B41FA5}">
                      <a16:colId xmlns:a16="http://schemas.microsoft.com/office/drawing/2014/main" val="1934738033"/>
                    </a:ext>
                  </a:extLst>
                </a:gridCol>
                <a:gridCol w="2484105">
                  <a:extLst>
                    <a:ext uri="{9D8B030D-6E8A-4147-A177-3AD203B41FA5}">
                      <a16:colId xmlns:a16="http://schemas.microsoft.com/office/drawing/2014/main" val="189309699"/>
                    </a:ext>
                  </a:extLst>
                </a:gridCol>
              </a:tblGrid>
              <a:tr h="16417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bg1"/>
                          </a:solidFill>
                        </a:rPr>
                        <a:t>취소목록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반품목록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교환목록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5709569"/>
                  </a:ext>
                </a:extLst>
              </a:tr>
            </a:tbl>
          </a:graphicData>
        </a:graphic>
      </p:graphicFrame>
      <p:pic>
        <p:nvPicPr>
          <p:cNvPr id="10" name="Picture 2">
            <a:extLst>
              <a:ext uri="{FF2B5EF4-FFF2-40B4-BE49-F238E27FC236}">
                <a16:creationId xmlns:a16="http://schemas.microsoft.com/office/drawing/2014/main" id="{5BED6394-6EFB-4F68-B473-3B25D536AE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8245" y="5260481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51886414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F231C68C-4197-4B6D-AF2C-F269B874ADBA}"/>
              </a:ext>
            </a:extLst>
          </p:cNvPr>
          <p:cNvSpPr/>
          <p:nvPr/>
        </p:nvSpPr>
        <p:spPr>
          <a:xfrm>
            <a:off x="2753270" y="577224"/>
            <a:ext cx="5776224" cy="16790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1D9AB6E-20DE-411A-B6BF-31E8AE7CA26B}"/>
              </a:ext>
            </a:extLst>
          </p:cNvPr>
          <p:cNvSpPr/>
          <p:nvPr/>
        </p:nvSpPr>
        <p:spPr>
          <a:xfrm>
            <a:off x="9271395" y="559383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6" name="표 63">
            <a:extLst>
              <a:ext uri="{FF2B5EF4-FFF2-40B4-BE49-F238E27FC236}">
                <a16:creationId xmlns:a16="http://schemas.microsoft.com/office/drawing/2014/main" id="{5E3076E1-017D-4168-9051-44C5F4032B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9001530"/>
              </p:ext>
            </p:extLst>
          </p:nvPr>
        </p:nvGraphicFramePr>
        <p:xfrm>
          <a:off x="108567" y="547912"/>
          <a:ext cx="9936421" cy="45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75439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8960982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검색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A108441-6D65-402D-991E-C6C1260F8C83}"/>
              </a:ext>
            </a:extLst>
          </p:cNvPr>
          <p:cNvSpPr/>
          <p:nvPr/>
        </p:nvSpPr>
        <p:spPr>
          <a:xfrm>
            <a:off x="9273843" y="786602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ADBC416-83B6-4436-914A-815A164FBBB4}"/>
              </a:ext>
            </a:extLst>
          </p:cNvPr>
          <p:cNvSpPr/>
          <p:nvPr/>
        </p:nvSpPr>
        <p:spPr>
          <a:xfrm>
            <a:off x="1169303" y="578567"/>
            <a:ext cx="1531623" cy="17314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주문번호                      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9" name="표 4">
            <a:extLst>
              <a:ext uri="{FF2B5EF4-FFF2-40B4-BE49-F238E27FC236}">
                <a16:creationId xmlns:a16="http://schemas.microsoft.com/office/drawing/2014/main" id="{8A26DE3B-2A04-40DE-BE85-C14C2701B1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3769188"/>
              </p:ext>
            </p:extLst>
          </p:nvPr>
        </p:nvGraphicFramePr>
        <p:xfrm>
          <a:off x="108566" y="1210457"/>
          <a:ext cx="9936420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484105">
                  <a:extLst>
                    <a:ext uri="{9D8B030D-6E8A-4147-A177-3AD203B41FA5}">
                      <a16:colId xmlns:a16="http://schemas.microsoft.com/office/drawing/2014/main" val="3306315618"/>
                    </a:ext>
                  </a:extLst>
                </a:gridCol>
                <a:gridCol w="2484105">
                  <a:extLst>
                    <a:ext uri="{9D8B030D-6E8A-4147-A177-3AD203B41FA5}">
                      <a16:colId xmlns:a16="http://schemas.microsoft.com/office/drawing/2014/main" val="3684204346"/>
                    </a:ext>
                  </a:extLst>
                </a:gridCol>
                <a:gridCol w="2484105">
                  <a:extLst>
                    <a:ext uri="{9D8B030D-6E8A-4147-A177-3AD203B41FA5}">
                      <a16:colId xmlns:a16="http://schemas.microsoft.com/office/drawing/2014/main" val="1934738033"/>
                    </a:ext>
                  </a:extLst>
                </a:gridCol>
                <a:gridCol w="2484105">
                  <a:extLst>
                    <a:ext uri="{9D8B030D-6E8A-4147-A177-3AD203B41FA5}">
                      <a16:colId xmlns:a16="http://schemas.microsoft.com/office/drawing/2014/main" val="189309699"/>
                    </a:ext>
                  </a:extLst>
                </a:gridCol>
              </a:tblGrid>
              <a:tr h="16417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취소목록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bg1"/>
                          </a:solidFill>
                        </a:rPr>
                        <a:t>반품목록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교환목록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5709569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CD57D4B5-F191-4315-A22A-5C42367A49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0539958"/>
              </p:ext>
            </p:extLst>
          </p:nvPr>
        </p:nvGraphicFramePr>
        <p:xfrm>
          <a:off x="-11811354" y="1789865"/>
          <a:ext cx="21856340" cy="2773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3745">
                  <a:extLst>
                    <a:ext uri="{9D8B030D-6E8A-4147-A177-3AD203B41FA5}">
                      <a16:colId xmlns:a16="http://schemas.microsoft.com/office/drawing/2014/main" val="3584924015"/>
                    </a:ext>
                  </a:extLst>
                </a:gridCol>
                <a:gridCol w="82151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645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4214422851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494223587"/>
                    </a:ext>
                  </a:extLst>
                </a:gridCol>
                <a:gridCol w="602829">
                  <a:extLst>
                    <a:ext uri="{9D8B030D-6E8A-4147-A177-3AD203B41FA5}">
                      <a16:colId xmlns:a16="http://schemas.microsoft.com/office/drawing/2014/main" val="4095619003"/>
                    </a:ext>
                  </a:extLst>
                </a:gridCol>
                <a:gridCol w="593726">
                  <a:extLst>
                    <a:ext uri="{9D8B030D-6E8A-4147-A177-3AD203B41FA5}">
                      <a16:colId xmlns:a16="http://schemas.microsoft.com/office/drawing/2014/main" val="2489093445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3392366365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4197812441"/>
                    </a:ext>
                  </a:extLst>
                </a:gridCol>
                <a:gridCol w="1039738">
                  <a:extLst>
                    <a:ext uri="{9D8B030D-6E8A-4147-A177-3AD203B41FA5}">
                      <a16:colId xmlns:a16="http://schemas.microsoft.com/office/drawing/2014/main" val="1929444538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3205005926"/>
                    </a:ext>
                  </a:extLst>
                </a:gridCol>
                <a:gridCol w="638002">
                  <a:extLst>
                    <a:ext uri="{9D8B030D-6E8A-4147-A177-3AD203B41FA5}">
                      <a16:colId xmlns:a16="http://schemas.microsoft.com/office/drawing/2014/main" val="3580568890"/>
                    </a:ext>
                  </a:extLst>
                </a:gridCol>
                <a:gridCol w="14687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282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6858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0708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33414">
                  <a:extLst>
                    <a:ext uri="{9D8B030D-6E8A-4147-A177-3AD203B41FA5}">
                      <a16:colId xmlns:a16="http://schemas.microsoft.com/office/drawing/2014/main" val="983732852"/>
                    </a:ext>
                  </a:extLst>
                </a:gridCol>
                <a:gridCol w="504958">
                  <a:extLst>
                    <a:ext uri="{9D8B030D-6E8A-4147-A177-3AD203B41FA5}">
                      <a16:colId xmlns:a16="http://schemas.microsoft.com/office/drawing/2014/main" val="1062420576"/>
                    </a:ext>
                  </a:extLst>
                </a:gridCol>
                <a:gridCol w="700701">
                  <a:extLst>
                    <a:ext uri="{9D8B030D-6E8A-4147-A177-3AD203B41FA5}">
                      <a16:colId xmlns:a16="http://schemas.microsoft.com/office/drawing/2014/main" val="2504136417"/>
                    </a:ext>
                  </a:extLst>
                </a:gridCol>
                <a:gridCol w="653294">
                  <a:extLst>
                    <a:ext uri="{9D8B030D-6E8A-4147-A177-3AD203B41FA5}">
                      <a16:colId xmlns:a16="http://schemas.microsoft.com/office/drawing/2014/main" val="3866255794"/>
                    </a:ext>
                  </a:extLst>
                </a:gridCol>
                <a:gridCol w="700701">
                  <a:extLst>
                    <a:ext uri="{9D8B030D-6E8A-4147-A177-3AD203B41FA5}">
                      <a16:colId xmlns:a16="http://schemas.microsoft.com/office/drawing/2014/main" val="1566990735"/>
                    </a:ext>
                  </a:extLst>
                </a:gridCol>
                <a:gridCol w="625793">
                  <a:extLst>
                    <a:ext uri="{9D8B030D-6E8A-4147-A177-3AD203B41FA5}">
                      <a16:colId xmlns:a16="http://schemas.microsoft.com/office/drawing/2014/main" val="293096594"/>
                    </a:ext>
                  </a:extLst>
                </a:gridCol>
                <a:gridCol w="798573">
                  <a:extLst>
                    <a:ext uri="{9D8B030D-6E8A-4147-A177-3AD203B41FA5}">
                      <a16:colId xmlns:a16="http://schemas.microsoft.com/office/drawing/2014/main" val="2048131539"/>
                    </a:ext>
                  </a:extLst>
                </a:gridCol>
                <a:gridCol w="833745">
                  <a:extLst>
                    <a:ext uri="{9D8B030D-6E8A-4147-A177-3AD203B41FA5}">
                      <a16:colId xmlns:a16="http://schemas.microsoft.com/office/drawing/2014/main" val="264934129"/>
                    </a:ext>
                  </a:extLst>
                </a:gridCol>
                <a:gridCol w="633414">
                  <a:extLst>
                    <a:ext uri="{9D8B030D-6E8A-4147-A177-3AD203B41FA5}">
                      <a16:colId xmlns:a16="http://schemas.microsoft.com/office/drawing/2014/main" val="359372103"/>
                    </a:ext>
                  </a:extLst>
                </a:gridCol>
                <a:gridCol w="700701">
                  <a:extLst>
                    <a:ext uri="{9D8B030D-6E8A-4147-A177-3AD203B41FA5}">
                      <a16:colId xmlns:a16="http://schemas.microsoft.com/office/drawing/2014/main" val="2191883427"/>
                    </a:ext>
                  </a:extLst>
                </a:gridCol>
                <a:gridCol w="823881">
                  <a:extLst>
                    <a:ext uri="{9D8B030D-6E8A-4147-A177-3AD203B41FA5}">
                      <a16:colId xmlns:a16="http://schemas.microsoft.com/office/drawing/2014/main" val="31026847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반품 주문번호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채널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결제일시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반품 요청일시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반품 철회일시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반품 거부일시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반품 완료일시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 유형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옵션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수량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사용포인트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결제금액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적립포인트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반품수량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상품회수방법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환불방법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환불금액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회수배송비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회수포인트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Me9-0002324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Me9-0002324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RD/S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무통장입금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39,500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BK/M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카드 부분취소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6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WT/S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카드 부분취소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6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카드 부분취소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792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카드 부분취소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545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BK/L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카드 부분취소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000931"/>
                  </a:ext>
                </a:extLst>
              </a:tr>
              <a:tr h="1706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RD/S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카드 부분취소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774640"/>
                  </a:ext>
                </a:extLst>
              </a:tr>
              <a:tr h="1706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BK/M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무통장입금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055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WT/S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무통장입금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57641"/>
                  </a:ext>
                </a:extLst>
              </a:tr>
              <a:tr h="1706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무통장입금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086906"/>
                  </a:ext>
                </a:extLst>
              </a:tr>
              <a:tr h="1706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카드 부분취소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936248"/>
                  </a:ext>
                </a:extLst>
              </a:tr>
              <a:tr h="1706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BK/L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카드 부분취소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42,000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094304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594283F-7B85-461D-A764-A03FEFD33404}"/>
              </a:ext>
            </a:extLst>
          </p:cNvPr>
          <p:cNvSpPr txBox="1"/>
          <p:nvPr/>
        </p:nvSpPr>
        <p:spPr>
          <a:xfrm>
            <a:off x="108567" y="1499119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pic>
        <p:nvPicPr>
          <p:cNvPr id="12" name="Picture 2">
            <a:extLst>
              <a:ext uri="{FF2B5EF4-FFF2-40B4-BE49-F238E27FC236}">
                <a16:creationId xmlns:a16="http://schemas.microsoft.com/office/drawing/2014/main" id="{A80F3CBF-D6F7-4155-BEB8-FA25CC17DE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8245" y="5232965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5216028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A5949765-2AF2-45B8-A745-7DB09BCF3652}"/>
              </a:ext>
            </a:extLst>
          </p:cNvPr>
          <p:cNvSpPr/>
          <p:nvPr/>
        </p:nvSpPr>
        <p:spPr>
          <a:xfrm>
            <a:off x="2753270" y="577224"/>
            <a:ext cx="5776224" cy="16790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3693BD6-610C-413D-93CF-B001D61B8B5E}"/>
              </a:ext>
            </a:extLst>
          </p:cNvPr>
          <p:cNvSpPr/>
          <p:nvPr/>
        </p:nvSpPr>
        <p:spPr>
          <a:xfrm>
            <a:off x="9271395" y="559383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상세▲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6" name="표 63">
            <a:extLst>
              <a:ext uri="{FF2B5EF4-FFF2-40B4-BE49-F238E27FC236}">
                <a16:creationId xmlns:a16="http://schemas.microsoft.com/office/drawing/2014/main" id="{8EC75878-3702-4B41-9A68-B8B16523AF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9001530"/>
              </p:ext>
            </p:extLst>
          </p:nvPr>
        </p:nvGraphicFramePr>
        <p:xfrm>
          <a:off x="108567" y="547912"/>
          <a:ext cx="9936421" cy="45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75439">
                  <a:extLst>
                    <a:ext uri="{9D8B030D-6E8A-4147-A177-3AD203B41FA5}">
                      <a16:colId xmlns:a16="http://schemas.microsoft.com/office/drawing/2014/main" val="3701388552"/>
                    </a:ext>
                  </a:extLst>
                </a:gridCol>
                <a:gridCol w="8960982">
                  <a:extLst>
                    <a:ext uri="{9D8B030D-6E8A-4147-A177-3AD203B41FA5}">
                      <a16:colId xmlns:a16="http://schemas.microsoft.com/office/drawing/2014/main" val="3392152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검색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685650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62214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238769F-4AF7-4479-8454-155828A2DDD6}"/>
              </a:ext>
            </a:extLst>
          </p:cNvPr>
          <p:cNvSpPr/>
          <p:nvPr/>
        </p:nvSpPr>
        <p:spPr>
          <a:xfrm>
            <a:off x="9273843" y="786602"/>
            <a:ext cx="721249" cy="192328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검색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E22D894-F810-4E88-B02B-6DFF27244E92}"/>
              </a:ext>
            </a:extLst>
          </p:cNvPr>
          <p:cNvSpPr/>
          <p:nvPr/>
        </p:nvSpPr>
        <p:spPr>
          <a:xfrm>
            <a:off x="1169303" y="578567"/>
            <a:ext cx="1531623" cy="17314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주문번호                      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9" name="표 4">
            <a:extLst>
              <a:ext uri="{FF2B5EF4-FFF2-40B4-BE49-F238E27FC236}">
                <a16:creationId xmlns:a16="http://schemas.microsoft.com/office/drawing/2014/main" id="{4EE5BCB4-2830-46FC-ACEB-54513158F6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1751892"/>
              </p:ext>
            </p:extLst>
          </p:nvPr>
        </p:nvGraphicFramePr>
        <p:xfrm>
          <a:off x="108566" y="1210457"/>
          <a:ext cx="9936420" cy="213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484105">
                  <a:extLst>
                    <a:ext uri="{9D8B030D-6E8A-4147-A177-3AD203B41FA5}">
                      <a16:colId xmlns:a16="http://schemas.microsoft.com/office/drawing/2014/main" val="3306315618"/>
                    </a:ext>
                  </a:extLst>
                </a:gridCol>
                <a:gridCol w="2484105">
                  <a:extLst>
                    <a:ext uri="{9D8B030D-6E8A-4147-A177-3AD203B41FA5}">
                      <a16:colId xmlns:a16="http://schemas.microsoft.com/office/drawing/2014/main" val="3684204346"/>
                    </a:ext>
                  </a:extLst>
                </a:gridCol>
                <a:gridCol w="2484105">
                  <a:extLst>
                    <a:ext uri="{9D8B030D-6E8A-4147-A177-3AD203B41FA5}">
                      <a16:colId xmlns:a16="http://schemas.microsoft.com/office/drawing/2014/main" val="1934738033"/>
                    </a:ext>
                  </a:extLst>
                </a:gridCol>
                <a:gridCol w="2484105">
                  <a:extLst>
                    <a:ext uri="{9D8B030D-6E8A-4147-A177-3AD203B41FA5}">
                      <a16:colId xmlns:a16="http://schemas.microsoft.com/office/drawing/2014/main" val="189309699"/>
                    </a:ext>
                  </a:extLst>
                </a:gridCol>
              </a:tblGrid>
              <a:tr h="16417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취소목록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/>
                        <a:t>반품목록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bg1"/>
                          </a:solidFill>
                        </a:rPr>
                        <a:t>교환목록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709569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259D5374-9EB8-4A05-93B8-0A01606C30E1}"/>
              </a:ext>
            </a:extLst>
          </p:cNvPr>
          <p:cNvSpPr txBox="1"/>
          <p:nvPr/>
        </p:nvSpPr>
        <p:spPr>
          <a:xfrm>
            <a:off x="108567" y="1499119"/>
            <a:ext cx="7615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00</a:t>
            </a:r>
            <a:r>
              <a:rPr lang="ko-KR" altLang="en-US" sz="800" dirty="0"/>
              <a:t>건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9FF188D1-678F-470B-824F-AC8C5A3C33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8980429"/>
              </p:ext>
            </p:extLst>
          </p:nvPr>
        </p:nvGraphicFramePr>
        <p:xfrm>
          <a:off x="-9520314" y="1789865"/>
          <a:ext cx="19565300" cy="2773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3745">
                  <a:extLst>
                    <a:ext uri="{9D8B030D-6E8A-4147-A177-3AD203B41FA5}">
                      <a16:colId xmlns:a16="http://schemas.microsoft.com/office/drawing/2014/main" val="3584924015"/>
                    </a:ext>
                  </a:extLst>
                </a:gridCol>
                <a:gridCol w="82151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645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4214422851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494223587"/>
                    </a:ext>
                  </a:extLst>
                </a:gridCol>
                <a:gridCol w="602829">
                  <a:extLst>
                    <a:ext uri="{9D8B030D-6E8A-4147-A177-3AD203B41FA5}">
                      <a16:colId xmlns:a16="http://schemas.microsoft.com/office/drawing/2014/main" val="4095619003"/>
                    </a:ext>
                  </a:extLst>
                </a:gridCol>
                <a:gridCol w="593726">
                  <a:extLst>
                    <a:ext uri="{9D8B030D-6E8A-4147-A177-3AD203B41FA5}">
                      <a16:colId xmlns:a16="http://schemas.microsoft.com/office/drawing/2014/main" val="2489093445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3392366365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4197812441"/>
                    </a:ext>
                  </a:extLst>
                </a:gridCol>
                <a:gridCol w="1039738">
                  <a:extLst>
                    <a:ext uri="{9D8B030D-6E8A-4147-A177-3AD203B41FA5}">
                      <a16:colId xmlns:a16="http://schemas.microsoft.com/office/drawing/2014/main" val="1929444538"/>
                    </a:ext>
                  </a:extLst>
                </a:gridCol>
                <a:gridCol w="1160780">
                  <a:extLst>
                    <a:ext uri="{9D8B030D-6E8A-4147-A177-3AD203B41FA5}">
                      <a16:colId xmlns:a16="http://schemas.microsoft.com/office/drawing/2014/main" val="3205005926"/>
                    </a:ext>
                  </a:extLst>
                </a:gridCol>
                <a:gridCol w="638002">
                  <a:extLst>
                    <a:ext uri="{9D8B030D-6E8A-4147-A177-3AD203B41FA5}">
                      <a16:colId xmlns:a16="http://schemas.microsoft.com/office/drawing/2014/main" val="3580568890"/>
                    </a:ext>
                  </a:extLst>
                </a:gridCol>
                <a:gridCol w="14687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282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6858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0708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33414">
                  <a:extLst>
                    <a:ext uri="{9D8B030D-6E8A-4147-A177-3AD203B41FA5}">
                      <a16:colId xmlns:a16="http://schemas.microsoft.com/office/drawing/2014/main" val="983732852"/>
                    </a:ext>
                  </a:extLst>
                </a:gridCol>
                <a:gridCol w="504958">
                  <a:extLst>
                    <a:ext uri="{9D8B030D-6E8A-4147-A177-3AD203B41FA5}">
                      <a16:colId xmlns:a16="http://schemas.microsoft.com/office/drawing/2014/main" val="1062420576"/>
                    </a:ext>
                  </a:extLst>
                </a:gridCol>
                <a:gridCol w="700701">
                  <a:extLst>
                    <a:ext uri="{9D8B030D-6E8A-4147-A177-3AD203B41FA5}">
                      <a16:colId xmlns:a16="http://schemas.microsoft.com/office/drawing/2014/main" val="2504136417"/>
                    </a:ext>
                  </a:extLst>
                </a:gridCol>
                <a:gridCol w="653294">
                  <a:extLst>
                    <a:ext uri="{9D8B030D-6E8A-4147-A177-3AD203B41FA5}">
                      <a16:colId xmlns:a16="http://schemas.microsoft.com/office/drawing/2014/main" val="3866255794"/>
                    </a:ext>
                  </a:extLst>
                </a:gridCol>
                <a:gridCol w="700701">
                  <a:extLst>
                    <a:ext uri="{9D8B030D-6E8A-4147-A177-3AD203B41FA5}">
                      <a16:colId xmlns:a16="http://schemas.microsoft.com/office/drawing/2014/main" val="1566990735"/>
                    </a:ext>
                  </a:extLst>
                </a:gridCol>
                <a:gridCol w="625793">
                  <a:extLst>
                    <a:ext uri="{9D8B030D-6E8A-4147-A177-3AD203B41FA5}">
                      <a16:colId xmlns:a16="http://schemas.microsoft.com/office/drawing/2014/main" val="293096594"/>
                    </a:ext>
                  </a:extLst>
                </a:gridCol>
                <a:gridCol w="798573">
                  <a:extLst>
                    <a:ext uri="{9D8B030D-6E8A-4147-A177-3AD203B41FA5}">
                      <a16:colId xmlns:a16="http://schemas.microsoft.com/office/drawing/2014/main" val="2048131539"/>
                    </a:ext>
                  </a:extLst>
                </a:gridCol>
                <a:gridCol w="700701">
                  <a:extLst>
                    <a:ext uri="{9D8B030D-6E8A-4147-A177-3AD203B41FA5}">
                      <a16:colId xmlns:a16="http://schemas.microsoft.com/office/drawing/2014/main" val="219188342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교환 주문번호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채널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결제일시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주문자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교환 요청일시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교환 철회일시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교환 거부일시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교환 완료일시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 유형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상품코드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옵션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수량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사용포인트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결제금액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적립포인트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교환수량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상품회수방법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회수배송비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Me9-0002324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Me9-0002324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RD/S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2,500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BK/M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6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WT/S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6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7927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545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BK/L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000931"/>
                  </a:ext>
                </a:extLst>
              </a:tr>
              <a:tr h="1706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RD/S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774640"/>
                  </a:ext>
                </a:extLst>
              </a:tr>
              <a:tr h="1706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BK/M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0055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WT/S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57641"/>
                  </a:ext>
                </a:extLst>
              </a:tr>
              <a:tr h="1706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자사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BlueViolet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2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omnis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086906"/>
                  </a:ext>
                </a:extLst>
              </a:tr>
              <a:tr h="1706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성춘향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NavajoWhite</a:t>
                      </a:r>
                      <a:r>
                        <a:rPr lang="en-US" altLang="ko-KR" sz="800" b="0" i="0" u="sng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ad </a:t>
                      </a:r>
                      <a:r>
                        <a:rPr lang="en-US" altLang="ko-KR" sz="800" b="0" i="0" u="sng" strike="noStrike" kern="1200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  <a:hlinkClick r:id="rId3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voluptates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FREE/FREE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936248"/>
                  </a:ext>
                </a:extLst>
              </a:tr>
              <a:tr h="1706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Me9-0002324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Shop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채널명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반품완료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이목룡</a:t>
                      </a:r>
                      <a:endParaRPr kumimoji="0" lang="ko-KR" altLang="en-US" sz="8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2024-10-10 00:00:00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부분공개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u="sng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Silver nihil </a:t>
                      </a:r>
                      <a:r>
                        <a:rPr lang="en-US" sz="800" b="0" u="sng" strike="noStrike" dirty="0" err="1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+mj-ea"/>
                          <a:ea typeface="+mj-ea"/>
                          <a:hlinkClick r:id="rId4" tooltip="새 창 열림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vero</a:t>
                      </a:r>
                      <a:endParaRPr lang="en-US" sz="800" b="0" u="sng" dirty="0"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a0029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BK/L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45,000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3,000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42,000 </a:t>
                      </a:r>
                      <a:r>
                        <a:rPr lang="ko-KR" altLang="en-US" sz="800" b="1" dirty="0">
                          <a:solidFill>
                            <a:schemeClr val="accent2">
                              <a:lumMod val="75000"/>
                            </a:schemeClr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4,200 p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자동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0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094304"/>
                  </a:ext>
                </a:extLst>
              </a:tr>
            </a:tbl>
          </a:graphicData>
        </a:graphic>
      </p:graphicFrame>
      <p:pic>
        <p:nvPicPr>
          <p:cNvPr id="13" name="Picture 2">
            <a:extLst>
              <a:ext uri="{FF2B5EF4-FFF2-40B4-BE49-F238E27FC236}">
                <a16:creationId xmlns:a16="http://schemas.microsoft.com/office/drawing/2014/main" id="{A9B90925-81B5-419A-B17D-18821F0ED5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8245" y="5117632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7509779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1102976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26681287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19B04831-EE00-470E-9CDE-C766B78D49C1}"/>
              </a:ext>
            </a:extLst>
          </p:cNvPr>
          <p:cNvSpPr/>
          <p:nvPr/>
        </p:nvSpPr>
        <p:spPr>
          <a:xfrm>
            <a:off x="1176035" y="1880675"/>
            <a:ext cx="7446327" cy="3624135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77F41B7-6868-49A8-8372-691B90799466}"/>
              </a:ext>
            </a:extLst>
          </p:cNvPr>
          <p:cNvSpPr txBox="1"/>
          <p:nvPr/>
        </p:nvSpPr>
        <p:spPr>
          <a:xfrm>
            <a:off x="1277358" y="2008713"/>
            <a:ext cx="118814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발주담당자 등록</a:t>
            </a:r>
            <a:endParaRPr lang="ko-KR" altLang="en-US" sz="900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983D233-90C4-46F3-9330-93F8E40F33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3645453"/>
              </p:ext>
            </p:extLst>
          </p:nvPr>
        </p:nvGraphicFramePr>
        <p:xfrm>
          <a:off x="1347258" y="2292520"/>
          <a:ext cx="6986669" cy="2103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06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159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사용     ○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73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  <a:r>
                        <a:rPr lang="ko-KR" altLang="en-US" sz="9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ko-KR" sz="900" b="1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   @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발주담당자</a:t>
                      </a:r>
                      <a:r>
                        <a:rPr lang="ko-KR" altLang="en-US" sz="9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ko-KR" sz="900" b="1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406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접속기간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7744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메모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7607494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3DA4BC72-B052-42CB-89E1-D9D1132B8E92}"/>
              </a:ext>
            </a:extLst>
          </p:cNvPr>
          <p:cNvSpPr/>
          <p:nvPr/>
        </p:nvSpPr>
        <p:spPr>
          <a:xfrm>
            <a:off x="2506219" y="2774992"/>
            <a:ext cx="5379713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079071A-7532-4A73-A33E-1AEDC0D0E09F}"/>
              </a:ext>
            </a:extLst>
          </p:cNvPr>
          <p:cNvSpPr/>
          <p:nvPr/>
        </p:nvSpPr>
        <p:spPr>
          <a:xfrm>
            <a:off x="5273967" y="2552651"/>
            <a:ext cx="1758935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직접입력   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51FFE9E-778B-4B9F-8CF6-B37448130CD7}"/>
              </a:ext>
            </a:extLst>
          </p:cNvPr>
          <p:cNvSpPr/>
          <p:nvPr/>
        </p:nvSpPr>
        <p:spPr>
          <a:xfrm>
            <a:off x="4240077" y="4493327"/>
            <a:ext cx="1157388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발주담당 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8" name="Image">
            <a:extLst>
              <a:ext uri="{FF2B5EF4-FFF2-40B4-BE49-F238E27FC236}">
                <a16:creationId xmlns:a16="http://schemas.microsoft.com/office/drawing/2014/main" id="{6FFD0ECE-4250-476F-BB6E-2295F8B04674}"/>
              </a:ext>
            </a:extLst>
          </p:cNvPr>
          <p:cNvGrpSpPr>
            <a:grpSpLocks/>
          </p:cNvGrpSpPr>
          <p:nvPr/>
        </p:nvGrpSpPr>
        <p:grpSpPr bwMode="auto">
          <a:xfrm>
            <a:off x="8116491" y="1965231"/>
            <a:ext cx="204716" cy="209797"/>
            <a:chOff x="508000" y="1397000"/>
            <a:chExt cx="1008112" cy="1008112"/>
          </a:xfrm>
        </p:grpSpPr>
        <p:sp>
          <p:nvSpPr>
            <p:cNvPr id="9" name="Border">
              <a:extLst>
                <a:ext uri="{FF2B5EF4-FFF2-40B4-BE49-F238E27FC236}">
                  <a16:creationId xmlns:a16="http://schemas.microsoft.com/office/drawing/2014/main" id="{F80F6CD3-42C9-43C4-89C3-DFF4B8C43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Line 2">
              <a:extLst>
                <a:ext uri="{FF2B5EF4-FFF2-40B4-BE49-F238E27FC236}">
                  <a16:creationId xmlns:a16="http://schemas.microsoft.com/office/drawing/2014/main" id="{8F68C890-1A3D-4963-B707-0EB86CC43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" name="Line 1">
              <a:extLst>
                <a:ext uri="{FF2B5EF4-FFF2-40B4-BE49-F238E27FC236}">
                  <a16:creationId xmlns:a16="http://schemas.microsoft.com/office/drawing/2014/main" id="{5CC25729-F055-4157-A5BB-CE4EB20E6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5A27E85-5671-4467-A7B6-C1DB562768F5}"/>
              </a:ext>
            </a:extLst>
          </p:cNvPr>
          <p:cNvSpPr/>
          <p:nvPr/>
        </p:nvSpPr>
        <p:spPr>
          <a:xfrm>
            <a:off x="2506219" y="2552651"/>
            <a:ext cx="1274119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D7E3482-6DDE-4A59-85D1-5B54514B65C5}"/>
              </a:ext>
            </a:extLst>
          </p:cNvPr>
          <p:cNvSpPr/>
          <p:nvPr/>
        </p:nvSpPr>
        <p:spPr>
          <a:xfrm>
            <a:off x="3933150" y="2552651"/>
            <a:ext cx="1274119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7082FEFB-4079-4DA8-A43A-C3067602C571}"/>
              </a:ext>
            </a:extLst>
          </p:cNvPr>
          <p:cNvSpPr/>
          <p:nvPr/>
        </p:nvSpPr>
        <p:spPr>
          <a:xfrm>
            <a:off x="7099600" y="2552651"/>
            <a:ext cx="786332" cy="16936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중복확인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0C5C4A1-CD70-4DCD-A781-9CD3311E5EB8}"/>
              </a:ext>
            </a:extLst>
          </p:cNvPr>
          <p:cNvSpPr/>
          <p:nvPr/>
        </p:nvSpPr>
        <p:spPr>
          <a:xfrm>
            <a:off x="2506219" y="3030555"/>
            <a:ext cx="792089" cy="13041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D584B269-B367-4264-A466-99E288B5305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58761" y="3023596"/>
            <a:ext cx="146839" cy="146839"/>
          </a:xfrm>
          <a:prstGeom prst="rect">
            <a:avLst/>
          </a:prstGeom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2C039B4D-9784-42E6-871B-6E5C36F869D3}"/>
              </a:ext>
            </a:extLst>
          </p:cNvPr>
          <p:cNvSpPr/>
          <p:nvPr/>
        </p:nvSpPr>
        <p:spPr>
          <a:xfrm>
            <a:off x="3613531" y="3030555"/>
            <a:ext cx="654027" cy="13041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시 선택▼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4EB2513-92AB-45E8-9C64-00DED04B6D4C}"/>
              </a:ext>
            </a:extLst>
          </p:cNvPr>
          <p:cNvSpPr txBox="1"/>
          <p:nvPr/>
        </p:nvSpPr>
        <p:spPr>
          <a:xfrm>
            <a:off x="4243081" y="2973657"/>
            <a:ext cx="26481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/>
              <a:t>~</a:t>
            </a:r>
            <a:endParaRPr lang="ko-KR" altLang="en-US" sz="9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7501BDB-D436-4250-A49C-3363E34D652B}"/>
              </a:ext>
            </a:extLst>
          </p:cNvPr>
          <p:cNvSpPr/>
          <p:nvPr/>
        </p:nvSpPr>
        <p:spPr>
          <a:xfrm>
            <a:off x="4501063" y="3030555"/>
            <a:ext cx="792089" cy="13041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46343D39-1149-4D8E-BA69-985CE218283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53605" y="3023596"/>
            <a:ext cx="146839" cy="146839"/>
          </a:xfrm>
          <a:prstGeom prst="rect">
            <a:avLst/>
          </a:prstGeom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89BE2D7B-D7F3-45D8-890E-7671CC1DC5D9}"/>
              </a:ext>
            </a:extLst>
          </p:cNvPr>
          <p:cNvSpPr/>
          <p:nvPr/>
        </p:nvSpPr>
        <p:spPr>
          <a:xfrm>
            <a:off x="5608375" y="3030555"/>
            <a:ext cx="654027" cy="13041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시 선택▼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B34A8C5-4267-486A-B76C-192C4BCAF99A}"/>
              </a:ext>
            </a:extLst>
          </p:cNvPr>
          <p:cNvSpPr/>
          <p:nvPr/>
        </p:nvSpPr>
        <p:spPr>
          <a:xfrm>
            <a:off x="2506218" y="3276465"/>
            <a:ext cx="5379713" cy="10071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272033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338A0CC0-0171-4C50-BC76-53E8BB1728DE}"/>
              </a:ext>
            </a:extLst>
          </p:cNvPr>
          <p:cNvSpPr/>
          <p:nvPr/>
        </p:nvSpPr>
        <p:spPr>
          <a:xfrm>
            <a:off x="2920280" y="806209"/>
            <a:ext cx="3935785" cy="5205629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2737A3F-039A-4862-BD1C-59CD770FA6EA}"/>
              </a:ext>
            </a:extLst>
          </p:cNvPr>
          <p:cNvSpPr txBox="1"/>
          <p:nvPr/>
        </p:nvSpPr>
        <p:spPr>
          <a:xfrm>
            <a:off x="3040849" y="905243"/>
            <a:ext cx="130356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발주담당 상세보기</a:t>
            </a:r>
            <a:endParaRPr lang="ko-KR" altLang="en-US" sz="900" dirty="0"/>
          </a:p>
        </p:txBody>
      </p:sp>
      <p:graphicFrame>
        <p:nvGraphicFramePr>
          <p:cNvPr id="10" name="표 17">
            <a:extLst>
              <a:ext uri="{FF2B5EF4-FFF2-40B4-BE49-F238E27FC236}">
                <a16:creationId xmlns:a16="http://schemas.microsoft.com/office/drawing/2014/main" id="{4F2CDCFA-F7DE-4B6C-A044-D05A5A9343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588289"/>
              </p:ext>
            </p:extLst>
          </p:nvPr>
        </p:nvGraphicFramePr>
        <p:xfrm>
          <a:off x="3180448" y="2294396"/>
          <a:ext cx="3472494" cy="426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27528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544966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이메일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email_id001@email_domain.com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담당자 명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홍길동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306764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942E1459-1BE9-4494-8CAE-B7AA431A1C1C}"/>
              </a:ext>
            </a:extLst>
          </p:cNvPr>
          <p:cNvSpPr txBox="1"/>
          <p:nvPr/>
        </p:nvSpPr>
        <p:spPr>
          <a:xfrm>
            <a:off x="3073630" y="2072391"/>
            <a:ext cx="103265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발주담당정보</a:t>
            </a:r>
            <a:endParaRPr lang="ko-KR" altLang="en-US" sz="900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62E32E6-64CC-4399-853E-C83E22ED3C2E}"/>
              </a:ext>
            </a:extLst>
          </p:cNvPr>
          <p:cNvSpPr/>
          <p:nvPr/>
        </p:nvSpPr>
        <p:spPr>
          <a:xfrm>
            <a:off x="3738675" y="5444067"/>
            <a:ext cx="1358901" cy="21336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정보 수정하기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5" name="Image">
            <a:extLst>
              <a:ext uri="{FF2B5EF4-FFF2-40B4-BE49-F238E27FC236}">
                <a16:creationId xmlns:a16="http://schemas.microsoft.com/office/drawing/2014/main" id="{F149BC1A-8066-489A-9602-7CE632FFE4C2}"/>
              </a:ext>
            </a:extLst>
          </p:cNvPr>
          <p:cNvGrpSpPr>
            <a:grpSpLocks/>
          </p:cNvGrpSpPr>
          <p:nvPr/>
        </p:nvGrpSpPr>
        <p:grpSpPr bwMode="auto">
          <a:xfrm>
            <a:off x="6543760" y="926278"/>
            <a:ext cx="204716" cy="209797"/>
            <a:chOff x="508000" y="1397000"/>
            <a:chExt cx="1008112" cy="1008112"/>
          </a:xfrm>
        </p:grpSpPr>
        <p:sp>
          <p:nvSpPr>
            <p:cNvPr id="16" name="Border">
              <a:extLst>
                <a:ext uri="{FF2B5EF4-FFF2-40B4-BE49-F238E27FC236}">
                  <a16:creationId xmlns:a16="http://schemas.microsoft.com/office/drawing/2014/main" id="{02B232AB-F910-429D-BF2C-B71276EF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" name="Line 2">
              <a:extLst>
                <a:ext uri="{FF2B5EF4-FFF2-40B4-BE49-F238E27FC236}">
                  <a16:creationId xmlns:a16="http://schemas.microsoft.com/office/drawing/2014/main" id="{49583E43-D8B8-44A2-8C4E-2FBFAB12A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Line 1">
              <a:extLst>
                <a:ext uri="{FF2B5EF4-FFF2-40B4-BE49-F238E27FC236}">
                  <a16:creationId xmlns:a16="http://schemas.microsoft.com/office/drawing/2014/main" id="{E8855C65-68BF-46E5-851B-503625F05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" name="타원 18">
            <a:extLst>
              <a:ext uri="{FF2B5EF4-FFF2-40B4-BE49-F238E27FC236}">
                <a16:creationId xmlns:a16="http://schemas.microsoft.com/office/drawing/2014/main" id="{B1513A05-975F-4C41-8001-66664BA372E7}"/>
              </a:ext>
            </a:extLst>
          </p:cNvPr>
          <p:cNvSpPr/>
          <p:nvPr/>
        </p:nvSpPr>
        <p:spPr>
          <a:xfrm>
            <a:off x="7942997" y="1857010"/>
            <a:ext cx="491319" cy="357563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8F262C8-ACF8-4FC7-81DA-843C5AB289C5}"/>
              </a:ext>
            </a:extLst>
          </p:cNvPr>
          <p:cNvSpPr txBox="1"/>
          <p:nvPr/>
        </p:nvSpPr>
        <p:spPr>
          <a:xfrm>
            <a:off x="8062660" y="164365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D8A61CF3-4CF1-4B99-89E2-9ED2191A77B9}"/>
              </a:ext>
            </a:extLst>
          </p:cNvPr>
          <p:cNvCxnSpPr>
            <a:cxnSpLocks/>
            <a:stCxn id="19" idx="2"/>
          </p:cNvCxnSpPr>
          <p:nvPr/>
        </p:nvCxnSpPr>
        <p:spPr>
          <a:xfrm flipH="1">
            <a:off x="6543760" y="2035792"/>
            <a:ext cx="1399237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7D8C170-1ACB-4D51-B1C1-615D67BC2CD7}"/>
              </a:ext>
            </a:extLst>
          </p:cNvPr>
          <p:cNvSpPr/>
          <p:nvPr/>
        </p:nvSpPr>
        <p:spPr>
          <a:xfrm>
            <a:off x="5204385" y="5444067"/>
            <a:ext cx="891615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aphicFrame>
        <p:nvGraphicFramePr>
          <p:cNvPr id="26" name="표 17">
            <a:extLst>
              <a:ext uri="{FF2B5EF4-FFF2-40B4-BE49-F238E27FC236}">
                <a16:creationId xmlns:a16="http://schemas.microsoft.com/office/drawing/2014/main" id="{21370CBA-1B1A-4AB4-9F0A-D458FE7AA9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9745738"/>
              </p:ext>
            </p:extLst>
          </p:nvPr>
        </p:nvGraphicFramePr>
        <p:xfrm>
          <a:off x="3184871" y="4449816"/>
          <a:ext cx="3472494" cy="82550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472494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</a:tblGrid>
              <a:tr h="825504">
                <a:tc>
                  <a:txBody>
                    <a:bodyPr/>
                    <a:lstStyle/>
                    <a:p>
                      <a:pPr latinLnBrk="1"/>
                      <a:endParaRPr lang="en-US" altLang="ko-KR" sz="8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  <a:p>
                      <a:pPr latinLnBrk="1"/>
                      <a:r>
                        <a:rPr lang="ko-KR" altLang="en-US" sz="8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메모 입니다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BFAE473D-BB8B-4441-AC70-569D221ACA68}"/>
              </a:ext>
            </a:extLst>
          </p:cNvPr>
          <p:cNvSpPr txBox="1"/>
          <p:nvPr/>
        </p:nvSpPr>
        <p:spPr>
          <a:xfrm>
            <a:off x="3087278" y="4239456"/>
            <a:ext cx="5709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메모</a:t>
            </a:r>
            <a:endParaRPr lang="ko-KR" altLang="en-US" sz="900" dirty="0"/>
          </a:p>
        </p:txBody>
      </p:sp>
      <p:graphicFrame>
        <p:nvGraphicFramePr>
          <p:cNvPr id="28" name="표 17">
            <a:extLst>
              <a:ext uri="{FF2B5EF4-FFF2-40B4-BE49-F238E27FC236}">
                <a16:creationId xmlns:a16="http://schemas.microsoft.com/office/drawing/2014/main" id="{17541BEA-22E4-429D-BBB2-83BD9EF4AF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686415"/>
              </p:ext>
            </p:extLst>
          </p:nvPr>
        </p:nvGraphicFramePr>
        <p:xfrm>
          <a:off x="3180448" y="1430291"/>
          <a:ext cx="3472494" cy="426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34352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538142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accent1">
                              <a:lumMod val="75000"/>
                            </a:schemeClr>
                          </a:solidFill>
                        </a:rPr>
                        <a:t>운영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운영기간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2024.10.01 01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~ 2024.11.01 23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9442871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776955EB-F8E3-4621-807F-A1F3655EDCF4}"/>
              </a:ext>
            </a:extLst>
          </p:cNvPr>
          <p:cNvSpPr txBox="1"/>
          <p:nvPr/>
        </p:nvSpPr>
        <p:spPr>
          <a:xfrm>
            <a:off x="3073630" y="1215110"/>
            <a:ext cx="103265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발주담당상태</a:t>
            </a:r>
            <a:endParaRPr lang="ko-KR" altLang="en-US" sz="900" dirty="0"/>
          </a:p>
        </p:txBody>
      </p:sp>
      <p:graphicFrame>
        <p:nvGraphicFramePr>
          <p:cNvPr id="33" name="표 17">
            <a:extLst>
              <a:ext uri="{FF2B5EF4-FFF2-40B4-BE49-F238E27FC236}">
                <a16:creationId xmlns:a16="http://schemas.microsoft.com/office/drawing/2014/main" id="{D44BCF05-C030-4C24-9A38-51FB585D40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832708"/>
              </p:ext>
            </p:extLst>
          </p:nvPr>
        </p:nvGraphicFramePr>
        <p:xfrm>
          <a:off x="3180448" y="3112493"/>
          <a:ext cx="3472494" cy="95821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472494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</a:tblGrid>
              <a:tr h="958215"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</a:tbl>
          </a:graphicData>
        </a:graphic>
      </p:graphicFrame>
      <p:sp>
        <p:nvSpPr>
          <p:cNvPr id="34" name="TextBox 33">
            <a:extLst>
              <a:ext uri="{FF2B5EF4-FFF2-40B4-BE49-F238E27FC236}">
                <a16:creationId xmlns:a16="http://schemas.microsoft.com/office/drawing/2014/main" id="{A4EB7BF1-AAA5-4993-8524-361F0C413696}"/>
              </a:ext>
            </a:extLst>
          </p:cNvPr>
          <p:cNvSpPr txBox="1"/>
          <p:nvPr/>
        </p:nvSpPr>
        <p:spPr>
          <a:xfrm>
            <a:off x="3073630" y="2890489"/>
            <a:ext cx="135165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발주상품정보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( 12 )</a:t>
            </a:r>
            <a:endParaRPr lang="ko-KR" altLang="en-US" sz="900" dirty="0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172CA3F-078F-42BF-8AF2-EA5A4CCA2845}"/>
              </a:ext>
            </a:extLst>
          </p:cNvPr>
          <p:cNvSpPr/>
          <p:nvPr/>
        </p:nvSpPr>
        <p:spPr>
          <a:xfrm>
            <a:off x="6543760" y="3112493"/>
            <a:ext cx="102358" cy="958215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232A3D0-021D-4575-8E82-0438BCEF165D}"/>
              </a:ext>
            </a:extLst>
          </p:cNvPr>
          <p:cNvSpPr/>
          <p:nvPr/>
        </p:nvSpPr>
        <p:spPr>
          <a:xfrm>
            <a:off x="6575465" y="3152436"/>
            <a:ext cx="49377" cy="9212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B7ABFF67-1738-4BC3-A024-D34AE924C235}"/>
              </a:ext>
            </a:extLst>
          </p:cNvPr>
          <p:cNvGrpSpPr/>
          <p:nvPr/>
        </p:nvGrpSpPr>
        <p:grpSpPr>
          <a:xfrm>
            <a:off x="3256311" y="3262008"/>
            <a:ext cx="517956" cy="248122"/>
            <a:chOff x="2681976" y="1955121"/>
            <a:chExt cx="1929510" cy="596970"/>
          </a:xfrm>
        </p:grpSpPr>
        <p:sp>
          <p:nvSpPr>
            <p:cNvPr id="39" name="Border">
              <a:extLst>
                <a:ext uri="{FF2B5EF4-FFF2-40B4-BE49-F238E27FC236}">
                  <a16:creationId xmlns:a16="http://schemas.microsoft.com/office/drawing/2014/main" id="{92795118-248C-49AF-AECD-9C68D7A68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Line 2">
              <a:extLst>
                <a:ext uri="{FF2B5EF4-FFF2-40B4-BE49-F238E27FC236}">
                  <a16:creationId xmlns:a16="http://schemas.microsoft.com/office/drawing/2014/main" id="{1F69DE24-EC44-4B02-8500-6E96DFDD9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" name="Line 1">
              <a:extLst>
                <a:ext uri="{FF2B5EF4-FFF2-40B4-BE49-F238E27FC236}">
                  <a16:creationId xmlns:a16="http://schemas.microsoft.com/office/drawing/2014/main" id="{031EAB88-B8D1-4B76-89CF-D24F9587E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B1CF4B46-5AAE-4EA0-83AB-393BF9CDFAF6}"/>
                </a:ext>
              </a:extLst>
            </p:cNvPr>
            <p:cNvSpPr txBox="1"/>
            <p:nvPr/>
          </p:nvSpPr>
          <p:spPr>
            <a:xfrm>
              <a:off x="2681976" y="2012505"/>
              <a:ext cx="1929510" cy="51834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>
                      <a:lumMod val="75000"/>
                    </a:schemeClr>
                  </a:solidFill>
                </a:rPr>
                <a:t>IMG</a:t>
              </a:r>
              <a:endParaRPr lang="ko-KR" alt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9120BD91-FF34-4359-A49B-8AFA24D4D588}"/>
              </a:ext>
            </a:extLst>
          </p:cNvPr>
          <p:cNvSpPr/>
          <p:nvPr/>
        </p:nvSpPr>
        <p:spPr>
          <a:xfrm>
            <a:off x="3774266" y="3174642"/>
            <a:ext cx="268794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</p:txBody>
      </p: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63DE094D-1C45-4490-ABB2-DB4C094012C4}"/>
              </a:ext>
            </a:extLst>
          </p:cNvPr>
          <p:cNvGrpSpPr/>
          <p:nvPr/>
        </p:nvGrpSpPr>
        <p:grpSpPr>
          <a:xfrm>
            <a:off x="3256311" y="3707678"/>
            <a:ext cx="517956" cy="248122"/>
            <a:chOff x="2681976" y="1955121"/>
            <a:chExt cx="1929510" cy="596970"/>
          </a:xfrm>
        </p:grpSpPr>
        <p:sp>
          <p:nvSpPr>
            <p:cNvPr id="45" name="Border">
              <a:extLst>
                <a:ext uri="{FF2B5EF4-FFF2-40B4-BE49-F238E27FC236}">
                  <a16:creationId xmlns:a16="http://schemas.microsoft.com/office/drawing/2014/main" id="{B0F62B78-8B8F-479E-B6E7-FF184308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" name="Line 2">
              <a:extLst>
                <a:ext uri="{FF2B5EF4-FFF2-40B4-BE49-F238E27FC236}">
                  <a16:creationId xmlns:a16="http://schemas.microsoft.com/office/drawing/2014/main" id="{A43ECBF3-D581-4576-841A-4D77578E5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" name="Line 1">
              <a:extLst>
                <a:ext uri="{FF2B5EF4-FFF2-40B4-BE49-F238E27FC236}">
                  <a16:creationId xmlns:a16="http://schemas.microsoft.com/office/drawing/2014/main" id="{C7555AF7-5B9F-4AD9-87C9-EC73C5778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139AAE44-BF5C-47D4-B8B6-8E2C0D18D7C5}"/>
                </a:ext>
              </a:extLst>
            </p:cNvPr>
            <p:cNvSpPr txBox="1"/>
            <p:nvPr/>
          </p:nvSpPr>
          <p:spPr>
            <a:xfrm>
              <a:off x="2681976" y="2012505"/>
              <a:ext cx="1929510" cy="51834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>
                      <a:lumMod val="75000"/>
                    </a:schemeClr>
                  </a:solidFill>
                </a:rPr>
                <a:t>IMG</a:t>
              </a:r>
              <a:endParaRPr lang="ko-KR" alt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</p:grp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048D7E8E-85F8-40B5-88C5-0DAD11085351}"/>
              </a:ext>
            </a:extLst>
          </p:cNvPr>
          <p:cNvSpPr/>
          <p:nvPr/>
        </p:nvSpPr>
        <p:spPr>
          <a:xfrm>
            <a:off x="3774266" y="3620312"/>
            <a:ext cx="268794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</p:txBody>
      </p:sp>
    </p:spTree>
    <p:extLst>
      <p:ext uri="{BB962C8B-B14F-4D97-AF65-F5344CB8AC3E}">
        <p14:creationId xmlns:p14="http://schemas.microsoft.com/office/powerpoint/2010/main" val="617192215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51778917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2740425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5E8DBE22-BB54-464B-9A15-D934F1C16FE5}"/>
              </a:ext>
            </a:extLst>
          </p:cNvPr>
          <p:cNvSpPr/>
          <p:nvPr/>
        </p:nvSpPr>
        <p:spPr>
          <a:xfrm>
            <a:off x="422741" y="1297529"/>
            <a:ext cx="8673492" cy="3513307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248F226-CF6C-4C1A-9F3E-D3F4E4AD6192}"/>
              </a:ext>
            </a:extLst>
          </p:cNvPr>
          <p:cNvSpPr txBox="1"/>
          <p:nvPr/>
        </p:nvSpPr>
        <p:spPr>
          <a:xfrm>
            <a:off x="505653" y="1425567"/>
            <a:ext cx="9573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배송비 등록</a:t>
            </a:r>
            <a:endParaRPr lang="ko-KR" altLang="en-US" sz="900" dirty="0"/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E28502CD-EFD6-40B3-9B3B-13D1DCCD47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2861058"/>
              </p:ext>
            </p:extLst>
          </p:nvPr>
        </p:nvGraphicFramePr>
        <p:xfrm>
          <a:off x="575553" y="1709374"/>
          <a:ext cx="8213605" cy="207657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652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483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991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사용     ○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73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명칭 </a:t>
                      </a:r>
                      <a:r>
                        <a:rPr lang="en-US" altLang="ko-KR" sz="900" b="1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</a:rPr>
                        <a:t>지정택배사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406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유형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무료배송     ○ 무료배송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조건부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고정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변동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구간별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7744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결제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선결제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○ 착불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8728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제주 지역      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도서산간 지역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6958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○ 배송권역 방식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9286478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AA3FD4E5-DD3F-4AD0-8194-94E484A298B5}"/>
              </a:ext>
            </a:extLst>
          </p:cNvPr>
          <p:cNvSpPr/>
          <p:nvPr/>
        </p:nvSpPr>
        <p:spPr>
          <a:xfrm>
            <a:off x="1734514" y="2191846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40867FE-8C1B-4EBC-89F9-8B83E7ED604F}"/>
              </a:ext>
            </a:extLst>
          </p:cNvPr>
          <p:cNvSpPr/>
          <p:nvPr/>
        </p:nvSpPr>
        <p:spPr>
          <a:xfrm>
            <a:off x="1734514" y="2414187"/>
            <a:ext cx="2741952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자체배송                              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B18F919-F3F8-4406-BD39-88C4EAD94E89}"/>
              </a:ext>
            </a:extLst>
          </p:cNvPr>
          <p:cNvSpPr/>
          <p:nvPr/>
        </p:nvSpPr>
        <p:spPr>
          <a:xfrm>
            <a:off x="4103661" y="4175790"/>
            <a:ext cx="1157388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배송비 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8" name="Image">
            <a:extLst>
              <a:ext uri="{FF2B5EF4-FFF2-40B4-BE49-F238E27FC236}">
                <a16:creationId xmlns:a16="http://schemas.microsoft.com/office/drawing/2014/main" id="{A2B0E5EF-7A0D-432E-8A62-E333B704216D}"/>
              </a:ext>
            </a:extLst>
          </p:cNvPr>
          <p:cNvGrpSpPr>
            <a:grpSpLocks/>
          </p:cNvGrpSpPr>
          <p:nvPr/>
        </p:nvGrpSpPr>
        <p:grpSpPr bwMode="auto">
          <a:xfrm>
            <a:off x="8789158" y="1383911"/>
            <a:ext cx="204716" cy="209797"/>
            <a:chOff x="508000" y="1397000"/>
            <a:chExt cx="1008112" cy="1008112"/>
          </a:xfrm>
        </p:grpSpPr>
        <p:sp>
          <p:nvSpPr>
            <p:cNvPr id="9" name="Border">
              <a:extLst>
                <a:ext uri="{FF2B5EF4-FFF2-40B4-BE49-F238E27FC236}">
                  <a16:creationId xmlns:a16="http://schemas.microsoft.com/office/drawing/2014/main" id="{2F8BF8D3-7329-4DB1-A61D-7C977CA85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Line 2">
              <a:extLst>
                <a:ext uri="{FF2B5EF4-FFF2-40B4-BE49-F238E27FC236}">
                  <a16:creationId xmlns:a16="http://schemas.microsoft.com/office/drawing/2014/main" id="{C1FF4C56-D05F-4E78-A3DF-A69DA7D3A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" name="Line 1">
              <a:extLst>
                <a:ext uri="{FF2B5EF4-FFF2-40B4-BE49-F238E27FC236}">
                  <a16:creationId xmlns:a16="http://schemas.microsoft.com/office/drawing/2014/main" id="{0674BDEE-F7AB-4E23-A747-D5BF01B16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3708651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5E8DBE22-BB54-464B-9A15-D934F1C16FE5}"/>
              </a:ext>
            </a:extLst>
          </p:cNvPr>
          <p:cNvSpPr/>
          <p:nvPr/>
        </p:nvSpPr>
        <p:spPr>
          <a:xfrm>
            <a:off x="401866" y="1291065"/>
            <a:ext cx="8673492" cy="4261948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248F226-CF6C-4C1A-9F3E-D3F4E4AD6192}"/>
              </a:ext>
            </a:extLst>
          </p:cNvPr>
          <p:cNvSpPr txBox="1"/>
          <p:nvPr/>
        </p:nvSpPr>
        <p:spPr>
          <a:xfrm>
            <a:off x="505653" y="1425567"/>
            <a:ext cx="9573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배송비 등록</a:t>
            </a:r>
            <a:endParaRPr lang="ko-KR" altLang="en-US" sz="900" dirty="0"/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E28502CD-EFD6-40B3-9B3B-13D1DCCD47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8824975"/>
              </p:ext>
            </p:extLst>
          </p:nvPr>
        </p:nvGraphicFramePr>
        <p:xfrm>
          <a:off x="575553" y="1709374"/>
          <a:ext cx="8213605" cy="29223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652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483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991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사용     ○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73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명칭 </a:t>
                      </a:r>
                      <a:r>
                        <a:rPr lang="en-US" altLang="ko-KR" sz="900" b="1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</a:rPr>
                        <a:t>지정택배사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40615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유형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무료배송     ● 무료배송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조건부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고정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변동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구간별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774453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기본배송비                              원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□ 조건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                          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원 이상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구매시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배송비 무료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□ 조건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                          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개 이상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구매시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배송비 무료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7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결제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선결제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○ 착불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8728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제주 지역      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도서산간 지역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6958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○ 배송권역 방식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9286478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AA3FD4E5-DD3F-4AD0-8194-94E484A298B5}"/>
              </a:ext>
            </a:extLst>
          </p:cNvPr>
          <p:cNvSpPr/>
          <p:nvPr/>
        </p:nvSpPr>
        <p:spPr>
          <a:xfrm>
            <a:off x="1734514" y="2191846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40867FE-8C1B-4EBC-89F9-8B83E7ED604F}"/>
              </a:ext>
            </a:extLst>
          </p:cNvPr>
          <p:cNvSpPr/>
          <p:nvPr/>
        </p:nvSpPr>
        <p:spPr>
          <a:xfrm>
            <a:off x="1734514" y="2414187"/>
            <a:ext cx="2741952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자체배송                              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5A03CA7-A815-45C1-B211-31DFA3175F9F}"/>
              </a:ext>
            </a:extLst>
          </p:cNvPr>
          <p:cNvSpPr/>
          <p:nvPr/>
        </p:nvSpPr>
        <p:spPr>
          <a:xfrm>
            <a:off x="2370201" y="2933398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3000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721823D9-B942-47D9-8E6D-BB94FDF27987}"/>
              </a:ext>
            </a:extLst>
          </p:cNvPr>
          <p:cNvSpPr/>
          <p:nvPr/>
        </p:nvSpPr>
        <p:spPr>
          <a:xfrm>
            <a:off x="2370200" y="3132895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2264C15A-3596-4237-904F-4CDD3F3288C9}"/>
              </a:ext>
            </a:extLst>
          </p:cNvPr>
          <p:cNvSpPr/>
          <p:nvPr/>
        </p:nvSpPr>
        <p:spPr>
          <a:xfrm>
            <a:off x="2370199" y="3354480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3382609-193A-4536-BE16-64036E4AE29E}"/>
              </a:ext>
            </a:extLst>
          </p:cNvPr>
          <p:cNvSpPr/>
          <p:nvPr/>
        </p:nvSpPr>
        <p:spPr>
          <a:xfrm>
            <a:off x="4103661" y="4909312"/>
            <a:ext cx="1157388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배송비 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1" name="Image">
            <a:extLst>
              <a:ext uri="{FF2B5EF4-FFF2-40B4-BE49-F238E27FC236}">
                <a16:creationId xmlns:a16="http://schemas.microsoft.com/office/drawing/2014/main" id="{464DD826-1804-46A7-8B4F-8EF2FE3CE9E2}"/>
              </a:ext>
            </a:extLst>
          </p:cNvPr>
          <p:cNvGrpSpPr>
            <a:grpSpLocks/>
          </p:cNvGrpSpPr>
          <p:nvPr/>
        </p:nvGrpSpPr>
        <p:grpSpPr bwMode="auto">
          <a:xfrm>
            <a:off x="8789158" y="1383911"/>
            <a:ext cx="204716" cy="209797"/>
            <a:chOff x="508000" y="1397000"/>
            <a:chExt cx="1008112" cy="1008112"/>
          </a:xfrm>
        </p:grpSpPr>
        <p:sp>
          <p:nvSpPr>
            <p:cNvPr id="12" name="Border">
              <a:extLst>
                <a:ext uri="{FF2B5EF4-FFF2-40B4-BE49-F238E27FC236}">
                  <a16:creationId xmlns:a16="http://schemas.microsoft.com/office/drawing/2014/main" id="{8D6B2FE2-3A21-44A8-B19C-07AB2752A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" name="Line 2">
              <a:extLst>
                <a:ext uri="{FF2B5EF4-FFF2-40B4-BE49-F238E27FC236}">
                  <a16:creationId xmlns:a16="http://schemas.microsoft.com/office/drawing/2014/main" id="{B83B97A2-4EEE-481A-823D-8B216AB18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Line 1">
              <a:extLst>
                <a:ext uri="{FF2B5EF4-FFF2-40B4-BE49-F238E27FC236}">
                  <a16:creationId xmlns:a16="http://schemas.microsoft.com/office/drawing/2014/main" id="{96991699-D9C8-45A8-BED4-2699EAD83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72603562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5E8DBE22-BB54-464B-9A15-D934F1C16FE5}"/>
              </a:ext>
            </a:extLst>
          </p:cNvPr>
          <p:cNvSpPr/>
          <p:nvPr/>
        </p:nvSpPr>
        <p:spPr>
          <a:xfrm>
            <a:off x="401866" y="1309230"/>
            <a:ext cx="8673492" cy="4062113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248F226-CF6C-4C1A-9F3E-D3F4E4AD6192}"/>
              </a:ext>
            </a:extLst>
          </p:cNvPr>
          <p:cNvSpPr txBox="1"/>
          <p:nvPr/>
        </p:nvSpPr>
        <p:spPr>
          <a:xfrm>
            <a:off x="505653" y="1425567"/>
            <a:ext cx="9573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배송비 등록</a:t>
            </a:r>
            <a:endParaRPr lang="ko-KR" altLang="en-US" sz="900" dirty="0"/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E28502CD-EFD6-40B3-9B3B-13D1DCCD47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0222088"/>
              </p:ext>
            </p:extLst>
          </p:nvPr>
        </p:nvGraphicFramePr>
        <p:xfrm>
          <a:off x="575553" y="1709374"/>
          <a:ext cx="8213605" cy="255295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652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483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991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사용     ○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73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명칭 </a:t>
                      </a:r>
                      <a:r>
                        <a:rPr lang="en-US" altLang="ko-KR" sz="900" b="1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</a:rPr>
                        <a:t>지정택배사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40615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유형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무료배송     ○ 무료배송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조건부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고정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변동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구간별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774453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구매 금액에 상관없이                              원을 고정적으로 부과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7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결제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선결제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○ 착불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8728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제주 지역      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도서산간 지역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6958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○ 배송권역 방식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9286478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AA3FD4E5-DD3F-4AD0-8194-94E484A298B5}"/>
              </a:ext>
            </a:extLst>
          </p:cNvPr>
          <p:cNvSpPr/>
          <p:nvPr/>
        </p:nvSpPr>
        <p:spPr>
          <a:xfrm>
            <a:off x="1734514" y="2191846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40867FE-8C1B-4EBC-89F9-8B83E7ED604F}"/>
              </a:ext>
            </a:extLst>
          </p:cNvPr>
          <p:cNvSpPr/>
          <p:nvPr/>
        </p:nvSpPr>
        <p:spPr>
          <a:xfrm>
            <a:off x="1734514" y="2414187"/>
            <a:ext cx="2741952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자체배송                              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5A03CA7-A815-45C1-B211-31DFA3175F9F}"/>
              </a:ext>
            </a:extLst>
          </p:cNvPr>
          <p:cNvSpPr/>
          <p:nvPr/>
        </p:nvSpPr>
        <p:spPr>
          <a:xfrm>
            <a:off x="2918835" y="2933398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3000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E9920DA-2380-440D-9F07-2ADC40DE27C2}"/>
              </a:ext>
            </a:extLst>
          </p:cNvPr>
          <p:cNvSpPr/>
          <p:nvPr/>
        </p:nvSpPr>
        <p:spPr>
          <a:xfrm>
            <a:off x="4103661" y="4662472"/>
            <a:ext cx="1157388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배송비 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9" name="Image">
            <a:extLst>
              <a:ext uri="{FF2B5EF4-FFF2-40B4-BE49-F238E27FC236}">
                <a16:creationId xmlns:a16="http://schemas.microsoft.com/office/drawing/2014/main" id="{BF8EEBF5-B10A-44AB-8D5E-006929E85EFB}"/>
              </a:ext>
            </a:extLst>
          </p:cNvPr>
          <p:cNvGrpSpPr>
            <a:grpSpLocks/>
          </p:cNvGrpSpPr>
          <p:nvPr/>
        </p:nvGrpSpPr>
        <p:grpSpPr bwMode="auto">
          <a:xfrm>
            <a:off x="8789158" y="1383911"/>
            <a:ext cx="204716" cy="209797"/>
            <a:chOff x="508000" y="1397000"/>
            <a:chExt cx="1008112" cy="1008112"/>
          </a:xfrm>
        </p:grpSpPr>
        <p:sp>
          <p:nvSpPr>
            <p:cNvPr id="10" name="Border">
              <a:extLst>
                <a:ext uri="{FF2B5EF4-FFF2-40B4-BE49-F238E27FC236}">
                  <a16:creationId xmlns:a16="http://schemas.microsoft.com/office/drawing/2014/main" id="{606E9C94-08FE-49B7-AAFA-903E724D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" name="Line 2">
              <a:extLst>
                <a:ext uri="{FF2B5EF4-FFF2-40B4-BE49-F238E27FC236}">
                  <a16:creationId xmlns:a16="http://schemas.microsoft.com/office/drawing/2014/main" id="{1744A8E0-9F98-4D2E-9DF6-BEB43C73D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" name="Line 1">
              <a:extLst>
                <a:ext uri="{FF2B5EF4-FFF2-40B4-BE49-F238E27FC236}">
                  <a16:creationId xmlns:a16="http://schemas.microsoft.com/office/drawing/2014/main" id="{7F5C31AD-3DA1-452D-A3E7-96AD2324F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360790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5E8DBE22-BB54-464B-9A15-D934F1C16FE5}"/>
              </a:ext>
            </a:extLst>
          </p:cNvPr>
          <p:cNvSpPr/>
          <p:nvPr/>
        </p:nvSpPr>
        <p:spPr>
          <a:xfrm>
            <a:off x="401866" y="1309230"/>
            <a:ext cx="8673492" cy="5152126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248F226-CF6C-4C1A-9F3E-D3F4E4AD6192}"/>
              </a:ext>
            </a:extLst>
          </p:cNvPr>
          <p:cNvSpPr txBox="1"/>
          <p:nvPr/>
        </p:nvSpPr>
        <p:spPr>
          <a:xfrm>
            <a:off x="505653" y="1425567"/>
            <a:ext cx="9573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배송비 등록</a:t>
            </a:r>
            <a:endParaRPr lang="ko-KR" altLang="en-US" sz="900" dirty="0"/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E28502CD-EFD6-40B3-9B3B-13D1DCCD47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8982464"/>
              </p:ext>
            </p:extLst>
          </p:nvPr>
        </p:nvGraphicFramePr>
        <p:xfrm>
          <a:off x="575553" y="1709374"/>
          <a:ext cx="8213605" cy="392455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652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483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991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사용     ○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73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명칭 </a:t>
                      </a:r>
                      <a:r>
                        <a:rPr lang="en-US" altLang="ko-KR" sz="900" b="1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</a:rPr>
                        <a:t>지정택배사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40615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유형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무료배송     ○ 무료배송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조건부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고정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변동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구간별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774453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기본배송비                              원  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기본배송비가 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0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일 경우 반복 부과 금액만 계산됩니다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조건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                          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개 마다 기본 배송비에                               원 반복 부과  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ⓘ 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□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반복 부과 기준을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부터 시작  ⓘ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조건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                          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원 마다 기본 배송비에                               원 반복 부과  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ⓘ 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□ 지역별 배송비를 동일한 조건으로 반복 부과  ⓘ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반복해서 부과되는 금액은 기본 배송비와 합산됩니다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  <a:b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지역별 배송비는 기본 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1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회 자동 부과되며 이후 반복 조건에 따라 부과됩니다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  <a:b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기본배송비를 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원으로 입력할 경우 설정하신 조건에 따라 반복 부과 금액만 처리됩니다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7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결제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선결제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○ 착불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8728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제주 지역      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도서산간 지역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6958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○ 배송권역 방식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9286478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AA3FD4E5-DD3F-4AD0-8194-94E484A298B5}"/>
              </a:ext>
            </a:extLst>
          </p:cNvPr>
          <p:cNvSpPr/>
          <p:nvPr/>
        </p:nvSpPr>
        <p:spPr>
          <a:xfrm>
            <a:off x="1734514" y="2191846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40867FE-8C1B-4EBC-89F9-8B83E7ED604F}"/>
              </a:ext>
            </a:extLst>
          </p:cNvPr>
          <p:cNvSpPr/>
          <p:nvPr/>
        </p:nvSpPr>
        <p:spPr>
          <a:xfrm>
            <a:off x="1734514" y="2414187"/>
            <a:ext cx="2741952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자체배송                              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5A03CA7-A815-45C1-B211-31DFA3175F9F}"/>
              </a:ext>
            </a:extLst>
          </p:cNvPr>
          <p:cNvSpPr/>
          <p:nvPr/>
        </p:nvSpPr>
        <p:spPr>
          <a:xfrm>
            <a:off x="2370200" y="2933398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3000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6BFC693-4AEE-4934-86F3-78D2F9ED9432}"/>
              </a:ext>
            </a:extLst>
          </p:cNvPr>
          <p:cNvSpPr/>
          <p:nvPr/>
        </p:nvSpPr>
        <p:spPr>
          <a:xfrm>
            <a:off x="2370200" y="3132895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DACB7AC-9D0F-473B-8971-2AFD62BD6A82}"/>
              </a:ext>
            </a:extLst>
          </p:cNvPr>
          <p:cNvSpPr/>
          <p:nvPr/>
        </p:nvSpPr>
        <p:spPr>
          <a:xfrm>
            <a:off x="2370200" y="3555680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54B122F-FA29-43B9-9B80-549E01D2A525}"/>
              </a:ext>
            </a:extLst>
          </p:cNvPr>
          <p:cNvSpPr/>
          <p:nvPr/>
        </p:nvSpPr>
        <p:spPr>
          <a:xfrm>
            <a:off x="4738612" y="3129483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7A487CF-95FC-4F38-8652-37FA4C1BA3A7}"/>
              </a:ext>
            </a:extLst>
          </p:cNvPr>
          <p:cNvSpPr/>
          <p:nvPr/>
        </p:nvSpPr>
        <p:spPr>
          <a:xfrm>
            <a:off x="4738612" y="3559092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3AACED6-A4A4-47A5-8793-FDD85304FB7F}"/>
              </a:ext>
            </a:extLst>
          </p:cNvPr>
          <p:cNvSpPr/>
          <p:nvPr/>
        </p:nvSpPr>
        <p:spPr>
          <a:xfrm>
            <a:off x="4103661" y="5895460"/>
            <a:ext cx="1157388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배송비 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3" name="Image">
            <a:extLst>
              <a:ext uri="{FF2B5EF4-FFF2-40B4-BE49-F238E27FC236}">
                <a16:creationId xmlns:a16="http://schemas.microsoft.com/office/drawing/2014/main" id="{C140A539-51E0-4E73-A99F-6AFDC6E77581}"/>
              </a:ext>
            </a:extLst>
          </p:cNvPr>
          <p:cNvGrpSpPr>
            <a:grpSpLocks/>
          </p:cNvGrpSpPr>
          <p:nvPr/>
        </p:nvGrpSpPr>
        <p:grpSpPr bwMode="auto">
          <a:xfrm>
            <a:off x="8789158" y="1383911"/>
            <a:ext cx="204716" cy="209797"/>
            <a:chOff x="508000" y="1397000"/>
            <a:chExt cx="1008112" cy="1008112"/>
          </a:xfrm>
        </p:grpSpPr>
        <p:sp>
          <p:nvSpPr>
            <p:cNvPr id="14" name="Border">
              <a:extLst>
                <a:ext uri="{FF2B5EF4-FFF2-40B4-BE49-F238E27FC236}">
                  <a16:creationId xmlns:a16="http://schemas.microsoft.com/office/drawing/2014/main" id="{95E9EDC8-9C97-46FC-A6BE-6BB06D33E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" name="Line 2">
              <a:extLst>
                <a:ext uri="{FF2B5EF4-FFF2-40B4-BE49-F238E27FC236}">
                  <a16:creationId xmlns:a16="http://schemas.microsoft.com/office/drawing/2014/main" id="{609F9420-DCAD-4653-B716-AB3473316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" name="Line 1">
              <a:extLst>
                <a:ext uri="{FF2B5EF4-FFF2-40B4-BE49-F238E27FC236}">
                  <a16:creationId xmlns:a16="http://schemas.microsoft.com/office/drawing/2014/main" id="{52AD8B62-6E00-46F2-917A-FC311D289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195609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5E8DBE22-BB54-464B-9A15-D934F1C16FE5}"/>
              </a:ext>
            </a:extLst>
          </p:cNvPr>
          <p:cNvSpPr/>
          <p:nvPr/>
        </p:nvSpPr>
        <p:spPr>
          <a:xfrm>
            <a:off x="401866" y="1309230"/>
            <a:ext cx="8673492" cy="5006791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248F226-CF6C-4C1A-9F3E-D3F4E4AD6192}"/>
              </a:ext>
            </a:extLst>
          </p:cNvPr>
          <p:cNvSpPr txBox="1"/>
          <p:nvPr/>
        </p:nvSpPr>
        <p:spPr>
          <a:xfrm>
            <a:off x="505653" y="1425567"/>
            <a:ext cx="9573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배송비 등록</a:t>
            </a:r>
            <a:endParaRPr lang="ko-KR" altLang="en-US" sz="900" dirty="0"/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E28502CD-EFD6-40B3-9B3B-13D1DCCD47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2950892"/>
              </p:ext>
            </p:extLst>
          </p:nvPr>
        </p:nvGraphicFramePr>
        <p:xfrm>
          <a:off x="575553" y="1709374"/>
          <a:ext cx="8213605" cy="37188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652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483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991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사용     ○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73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명칭 </a:t>
                      </a:r>
                      <a:r>
                        <a:rPr lang="en-US" altLang="ko-KR" sz="900" b="1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</a:rPr>
                        <a:t>지정택배사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40615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유형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무료배송     ○ 무료배송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조건부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고정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변동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구간별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774453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구매조건선택    ● 금액별   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수량별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상품 금액                              원 이상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~                        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원 미만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배송비                             원 부과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상품 금액                              원 이상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~                        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원 미만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배송비                             원 부과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상품 금액                              원 이상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배송비                             원 부과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마지막 금액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자동 입력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구간별 배송비는 해당 구간만 적용되며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다른 구간의 배송비 금액은 합산되지 않습니다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  <a:b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지역별 배송비는 지역별 배송비 조건에 따라 별도 부과될 수 있습니다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  <a:b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배송비 금액을 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원으로 입력할 경우 무료배송 처리됩니다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7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결제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선결제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○ 착불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8728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제주 지역      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도서산간 지역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6958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○ 배송권역 방식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9286478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AA3FD4E5-DD3F-4AD0-8194-94E484A298B5}"/>
              </a:ext>
            </a:extLst>
          </p:cNvPr>
          <p:cNvSpPr/>
          <p:nvPr/>
        </p:nvSpPr>
        <p:spPr>
          <a:xfrm>
            <a:off x="1734514" y="2191846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40867FE-8C1B-4EBC-89F9-8B83E7ED604F}"/>
              </a:ext>
            </a:extLst>
          </p:cNvPr>
          <p:cNvSpPr/>
          <p:nvPr/>
        </p:nvSpPr>
        <p:spPr>
          <a:xfrm>
            <a:off x="1734514" y="2414187"/>
            <a:ext cx="2741952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자체배송                              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5A03CA7-A815-45C1-B211-31DFA3175F9F}"/>
              </a:ext>
            </a:extLst>
          </p:cNvPr>
          <p:cNvSpPr/>
          <p:nvPr/>
        </p:nvSpPr>
        <p:spPr>
          <a:xfrm>
            <a:off x="2373829" y="3136498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E462126-E79F-4B4A-8EBF-29D1CEAE7453}"/>
              </a:ext>
            </a:extLst>
          </p:cNvPr>
          <p:cNvSpPr/>
          <p:nvPr/>
        </p:nvSpPr>
        <p:spPr>
          <a:xfrm>
            <a:off x="4046191" y="3136498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0D99826-2BAD-44B7-BB11-D697763FFB13}"/>
              </a:ext>
            </a:extLst>
          </p:cNvPr>
          <p:cNvSpPr/>
          <p:nvPr/>
        </p:nvSpPr>
        <p:spPr>
          <a:xfrm>
            <a:off x="5978946" y="3136498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83AB35A-9EAB-4A7B-92C3-FD3B200A0C10}"/>
              </a:ext>
            </a:extLst>
          </p:cNvPr>
          <p:cNvSpPr/>
          <p:nvPr/>
        </p:nvSpPr>
        <p:spPr>
          <a:xfrm>
            <a:off x="7598077" y="3360755"/>
            <a:ext cx="341530" cy="146522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C3E3946-6042-4DBF-B612-01A996A00F5D}"/>
              </a:ext>
            </a:extLst>
          </p:cNvPr>
          <p:cNvSpPr/>
          <p:nvPr/>
        </p:nvSpPr>
        <p:spPr>
          <a:xfrm>
            <a:off x="7598077" y="3130594"/>
            <a:ext cx="341530" cy="14652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추가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5B2E736-F99C-4DDA-B92F-5E8D5CF3D11E}"/>
              </a:ext>
            </a:extLst>
          </p:cNvPr>
          <p:cNvSpPr/>
          <p:nvPr/>
        </p:nvSpPr>
        <p:spPr>
          <a:xfrm>
            <a:off x="2373829" y="3355739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1287DE2-8A32-4944-8A9A-25A0FA71796B}"/>
              </a:ext>
            </a:extLst>
          </p:cNvPr>
          <p:cNvSpPr/>
          <p:nvPr/>
        </p:nvSpPr>
        <p:spPr>
          <a:xfrm>
            <a:off x="4046191" y="3355739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0486B06-84F5-497F-AB22-B4EE789095E8}"/>
              </a:ext>
            </a:extLst>
          </p:cNvPr>
          <p:cNvSpPr/>
          <p:nvPr/>
        </p:nvSpPr>
        <p:spPr>
          <a:xfrm>
            <a:off x="5978946" y="3355739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29F5B00-A12B-446A-9FE3-19A9B8E7AFDC}"/>
              </a:ext>
            </a:extLst>
          </p:cNvPr>
          <p:cNvSpPr/>
          <p:nvPr/>
        </p:nvSpPr>
        <p:spPr>
          <a:xfrm>
            <a:off x="2373829" y="3556946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067DA9D-694A-4138-9F44-642A3C280A54}"/>
              </a:ext>
            </a:extLst>
          </p:cNvPr>
          <p:cNvSpPr/>
          <p:nvPr/>
        </p:nvSpPr>
        <p:spPr>
          <a:xfrm>
            <a:off x="4331815" y="3555236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B5467B5-46CE-4CCF-8578-0530FFFD913E}"/>
              </a:ext>
            </a:extLst>
          </p:cNvPr>
          <p:cNvSpPr/>
          <p:nvPr/>
        </p:nvSpPr>
        <p:spPr>
          <a:xfrm>
            <a:off x="4103661" y="5700395"/>
            <a:ext cx="1157388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배송비 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8" name="Image">
            <a:extLst>
              <a:ext uri="{FF2B5EF4-FFF2-40B4-BE49-F238E27FC236}">
                <a16:creationId xmlns:a16="http://schemas.microsoft.com/office/drawing/2014/main" id="{40C11FB2-B54A-4357-B9E5-EEDE2A737C10}"/>
              </a:ext>
            </a:extLst>
          </p:cNvPr>
          <p:cNvGrpSpPr>
            <a:grpSpLocks/>
          </p:cNvGrpSpPr>
          <p:nvPr/>
        </p:nvGrpSpPr>
        <p:grpSpPr bwMode="auto">
          <a:xfrm>
            <a:off x="8789158" y="1383911"/>
            <a:ext cx="204716" cy="209797"/>
            <a:chOff x="508000" y="1397000"/>
            <a:chExt cx="1008112" cy="1008112"/>
          </a:xfrm>
        </p:grpSpPr>
        <p:sp>
          <p:nvSpPr>
            <p:cNvPr id="19" name="Border">
              <a:extLst>
                <a:ext uri="{FF2B5EF4-FFF2-40B4-BE49-F238E27FC236}">
                  <a16:creationId xmlns:a16="http://schemas.microsoft.com/office/drawing/2014/main" id="{8F9A5F3D-F82A-4FA3-9F25-35A1AAEEA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Line 2">
              <a:extLst>
                <a:ext uri="{FF2B5EF4-FFF2-40B4-BE49-F238E27FC236}">
                  <a16:creationId xmlns:a16="http://schemas.microsoft.com/office/drawing/2014/main" id="{371860E9-34B1-46BE-9905-6A304A5E3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Line 1">
              <a:extLst>
                <a:ext uri="{FF2B5EF4-FFF2-40B4-BE49-F238E27FC236}">
                  <a16:creationId xmlns:a16="http://schemas.microsoft.com/office/drawing/2014/main" id="{64EE815C-CF35-468F-BA68-265391B90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3740232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5E8DBE22-BB54-464B-9A15-D934F1C16FE5}"/>
              </a:ext>
            </a:extLst>
          </p:cNvPr>
          <p:cNvSpPr/>
          <p:nvPr/>
        </p:nvSpPr>
        <p:spPr>
          <a:xfrm>
            <a:off x="401866" y="1309230"/>
            <a:ext cx="8673492" cy="5079459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248F226-CF6C-4C1A-9F3E-D3F4E4AD6192}"/>
              </a:ext>
            </a:extLst>
          </p:cNvPr>
          <p:cNvSpPr txBox="1"/>
          <p:nvPr/>
        </p:nvSpPr>
        <p:spPr>
          <a:xfrm>
            <a:off x="505653" y="1425567"/>
            <a:ext cx="9573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배송비 등록</a:t>
            </a:r>
            <a:endParaRPr lang="ko-KR" altLang="en-US" sz="900" dirty="0"/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E28502CD-EFD6-40B3-9B3B-13D1DCCD47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2855248"/>
              </p:ext>
            </p:extLst>
          </p:nvPr>
        </p:nvGraphicFramePr>
        <p:xfrm>
          <a:off x="575553" y="1709374"/>
          <a:ext cx="8213605" cy="37188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652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483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991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사용     ○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73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명칭 </a:t>
                      </a:r>
                      <a:r>
                        <a:rPr lang="en-US" altLang="ko-KR" sz="900" b="1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</a:rPr>
                        <a:t>지정택배사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40615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유형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무료배송     ○ 무료배송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조건부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고정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변동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구간별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774453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구매조건선택    ○ 금액별      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수량별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상품 수량                              개 이상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~                        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개 미만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배송비                             원 부과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상품 수량                              개 이상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~                        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개 미만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배송비                             원 부과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상품 수량                              개 이상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배송비                             원 부과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마지막 금액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자동 입력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구간별 배송비는 해당 구간만 적용되며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다른 구간의 배송비 금액은 합산되지 않습니다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  <a:b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지역별 배송비는 지역별 배송비 조건에 따라 별도 부과될 수 있습니다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  <a:b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배송비 금액을 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  <a:r>
                        <a:rPr lang="ko-KR" altLang="en-US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원으로 입력할 경우 무료배송 처리됩니다</a:t>
                      </a: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7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결제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선결제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○ 착불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8728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제주 지역      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도서산간 지역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6958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○ 배송권역 방식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9286478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AA3FD4E5-DD3F-4AD0-8194-94E484A298B5}"/>
              </a:ext>
            </a:extLst>
          </p:cNvPr>
          <p:cNvSpPr/>
          <p:nvPr/>
        </p:nvSpPr>
        <p:spPr>
          <a:xfrm>
            <a:off x="1734514" y="2191846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40867FE-8C1B-4EBC-89F9-8B83E7ED604F}"/>
              </a:ext>
            </a:extLst>
          </p:cNvPr>
          <p:cNvSpPr/>
          <p:nvPr/>
        </p:nvSpPr>
        <p:spPr>
          <a:xfrm>
            <a:off x="1734514" y="2414187"/>
            <a:ext cx="2741952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자체배송                              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5A03CA7-A815-45C1-B211-31DFA3175F9F}"/>
              </a:ext>
            </a:extLst>
          </p:cNvPr>
          <p:cNvSpPr/>
          <p:nvPr/>
        </p:nvSpPr>
        <p:spPr>
          <a:xfrm>
            <a:off x="2373829" y="3136498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E462126-E79F-4B4A-8EBF-29D1CEAE7453}"/>
              </a:ext>
            </a:extLst>
          </p:cNvPr>
          <p:cNvSpPr/>
          <p:nvPr/>
        </p:nvSpPr>
        <p:spPr>
          <a:xfrm>
            <a:off x="4046191" y="3136498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0D99826-2BAD-44B7-BB11-D697763FFB13}"/>
              </a:ext>
            </a:extLst>
          </p:cNvPr>
          <p:cNvSpPr/>
          <p:nvPr/>
        </p:nvSpPr>
        <p:spPr>
          <a:xfrm>
            <a:off x="5978946" y="3136498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83AB35A-9EAB-4A7B-92C3-FD3B200A0C10}"/>
              </a:ext>
            </a:extLst>
          </p:cNvPr>
          <p:cNvSpPr/>
          <p:nvPr/>
        </p:nvSpPr>
        <p:spPr>
          <a:xfrm>
            <a:off x="7598077" y="3360755"/>
            <a:ext cx="341530" cy="146522"/>
          </a:xfrm>
          <a:prstGeom prst="rect">
            <a:avLst/>
          </a:prstGeom>
          <a:solidFill>
            <a:srgbClr val="FF0000"/>
          </a:solidFill>
          <a:ln w="63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삭제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C3E3946-6042-4DBF-B612-01A996A00F5D}"/>
              </a:ext>
            </a:extLst>
          </p:cNvPr>
          <p:cNvSpPr/>
          <p:nvPr/>
        </p:nvSpPr>
        <p:spPr>
          <a:xfrm>
            <a:off x="7598077" y="3130594"/>
            <a:ext cx="341530" cy="14652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추가</a:t>
            </a:r>
            <a:endParaRPr lang="en-US" altLang="ko-KR" sz="600" dirty="0">
              <a:solidFill>
                <a:schemeClr val="bg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5B2E736-F99C-4DDA-B92F-5E8D5CF3D11E}"/>
              </a:ext>
            </a:extLst>
          </p:cNvPr>
          <p:cNvSpPr/>
          <p:nvPr/>
        </p:nvSpPr>
        <p:spPr>
          <a:xfrm>
            <a:off x="2373829" y="3355739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1287DE2-8A32-4944-8A9A-25A0FA71796B}"/>
              </a:ext>
            </a:extLst>
          </p:cNvPr>
          <p:cNvSpPr/>
          <p:nvPr/>
        </p:nvSpPr>
        <p:spPr>
          <a:xfrm>
            <a:off x="4046191" y="3355739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0486B06-84F5-497F-AB22-B4EE789095E8}"/>
              </a:ext>
            </a:extLst>
          </p:cNvPr>
          <p:cNvSpPr/>
          <p:nvPr/>
        </p:nvSpPr>
        <p:spPr>
          <a:xfrm>
            <a:off x="5978946" y="3355739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29F5B00-A12B-446A-9FE3-19A9B8E7AFDC}"/>
              </a:ext>
            </a:extLst>
          </p:cNvPr>
          <p:cNvSpPr/>
          <p:nvPr/>
        </p:nvSpPr>
        <p:spPr>
          <a:xfrm>
            <a:off x="2373829" y="3556946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067DA9D-694A-4138-9F44-642A3C280A54}"/>
              </a:ext>
            </a:extLst>
          </p:cNvPr>
          <p:cNvSpPr/>
          <p:nvPr/>
        </p:nvSpPr>
        <p:spPr>
          <a:xfrm>
            <a:off x="4331815" y="3555236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5000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D4A0F85-5C28-403A-889E-4D2F94F9B68C}"/>
              </a:ext>
            </a:extLst>
          </p:cNvPr>
          <p:cNvSpPr/>
          <p:nvPr/>
        </p:nvSpPr>
        <p:spPr>
          <a:xfrm>
            <a:off x="4103661" y="5700404"/>
            <a:ext cx="1157388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배송비 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8" name="Image">
            <a:extLst>
              <a:ext uri="{FF2B5EF4-FFF2-40B4-BE49-F238E27FC236}">
                <a16:creationId xmlns:a16="http://schemas.microsoft.com/office/drawing/2014/main" id="{15FDCD58-A553-4477-B67E-E9E70F6D9CFA}"/>
              </a:ext>
            </a:extLst>
          </p:cNvPr>
          <p:cNvGrpSpPr>
            <a:grpSpLocks/>
          </p:cNvGrpSpPr>
          <p:nvPr/>
        </p:nvGrpSpPr>
        <p:grpSpPr bwMode="auto">
          <a:xfrm>
            <a:off x="8789158" y="1383911"/>
            <a:ext cx="204716" cy="209797"/>
            <a:chOff x="508000" y="1397000"/>
            <a:chExt cx="1008112" cy="1008112"/>
          </a:xfrm>
        </p:grpSpPr>
        <p:sp>
          <p:nvSpPr>
            <p:cNvPr id="19" name="Border">
              <a:extLst>
                <a:ext uri="{FF2B5EF4-FFF2-40B4-BE49-F238E27FC236}">
                  <a16:creationId xmlns:a16="http://schemas.microsoft.com/office/drawing/2014/main" id="{25DFB9EC-41E1-43C8-AB95-848E6F81B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Line 2">
              <a:extLst>
                <a:ext uri="{FF2B5EF4-FFF2-40B4-BE49-F238E27FC236}">
                  <a16:creationId xmlns:a16="http://schemas.microsoft.com/office/drawing/2014/main" id="{157DD570-D5FC-4A1E-B5A1-B6575F108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Line 1">
              <a:extLst>
                <a:ext uri="{FF2B5EF4-FFF2-40B4-BE49-F238E27FC236}">
                  <a16:creationId xmlns:a16="http://schemas.microsoft.com/office/drawing/2014/main" id="{1F1958DE-EF02-411A-9D43-2DF3AAAF1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674870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직사각형 16">
            <a:extLst>
              <a:ext uri="{FF2B5EF4-FFF2-40B4-BE49-F238E27FC236}">
                <a16:creationId xmlns:a16="http://schemas.microsoft.com/office/drawing/2014/main" id="{D1108794-9258-426E-88ED-09A51819D499}"/>
              </a:ext>
            </a:extLst>
          </p:cNvPr>
          <p:cNvSpPr/>
          <p:nvPr/>
        </p:nvSpPr>
        <p:spPr>
          <a:xfrm>
            <a:off x="422741" y="1297530"/>
            <a:ext cx="8673492" cy="4691488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E7BE336-4E42-4357-A8D2-69B2F016793A}"/>
              </a:ext>
            </a:extLst>
          </p:cNvPr>
          <p:cNvSpPr txBox="1"/>
          <p:nvPr/>
        </p:nvSpPr>
        <p:spPr>
          <a:xfrm>
            <a:off x="505653" y="1425567"/>
            <a:ext cx="9573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배송비 등록</a:t>
            </a:r>
            <a:endParaRPr lang="ko-KR" altLang="en-US" sz="900" dirty="0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E0A0AAF-FFBE-4124-AEAC-E4F53184AE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1496366"/>
              </p:ext>
            </p:extLst>
          </p:nvPr>
        </p:nvGraphicFramePr>
        <p:xfrm>
          <a:off x="575553" y="1709375"/>
          <a:ext cx="8213605" cy="303650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652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483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012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991833"/>
                  </a:ext>
                </a:extLst>
              </a:tr>
              <a:tr h="22012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사용     ○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731296"/>
                  </a:ext>
                </a:extLst>
              </a:tr>
              <a:tr h="22012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명칭 </a:t>
                      </a:r>
                      <a:r>
                        <a:rPr lang="en-US" altLang="ko-KR" sz="900" b="1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012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</a:rPr>
                        <a:t>지정택배사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40615"/>
                  </a:ext>
                </a:extLst>
              </a:tr>
              <a:tr h="22012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유형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무료배송     ○ 무료배송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조건부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고정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변동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구간별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7744534"/>
                  </a:ext>
                </a:extLst>
              </a:tr>
              <a:tr h="22012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결제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선결제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○ 착불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8728226"/>
                  </a:ext>
                </a:extLst>
              </a:tr>
              <a:tr h="45871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제주 지역      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도서산간 지역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695819"/>
                  </a:ext>
                </a:extLst>
              </a:tr>
              <a:tr h="220125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● 배송권역 방식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9286478"/>
                  </a:ext>
                </a:extLst>
              </a:tr>
              <a:tr h="959926">
                <a:tc vMerge="1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                                                   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2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권역 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제주 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+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도서산간지역 통합 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/ 3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권역 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제주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도서산간지역 분리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제주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도서산간지역 추가 배송비                              원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제주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도서산간지역을 제외한 지역 추가 배송비                              원  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제주도에서 배송되는 상품일 경우에 설정하실 수 있습니다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9543794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D0462E39-90D5-4F58-8E40-8FA70DA214B7}"/>
              </a:ext>
            </a:extLst>
          </p:cNvPr>
          <p:cNvSpPr/>
          <p:nvPr/>
        </p:nvSpPr>
        <p:spPr>
          <a:xfrm>
            <a:off x="1734514" y="2191846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1158684-5142-408D-B164-9678E1559C28}"/>
              </a:ext>
            </a:extLst>
          </p:cNvPr>
          <p:cNvSpPr/>
          <p:nvPr/>
        </p:nvSpPr>
        <p:spPr>
          <a:xfrm>
            <a:off x="1734514" y="2414187"/>
            <a:ext cx="2741952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자체배송                              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5F852A0-0BC7-41AC-A27B-CFECDE053403}"/>
              </a:ext>
            </a:extLst>
          </p:cNvPr>
          <p:cNvSpPr/>
          <p:nvPr/>
        </p:nvSpPr>
        <p:spPr>
          <a:xfrm>
            <a:off x="4103661" y="5157724"/>
            <a:ext cx="1157388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배송비 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57A042BA-2221-4CDF-8A9F-02EA7014727F}"/>
              </a:ext>
            </a:extLst>
          </p:cNvPr>
          <p:cNvSpPr/>
          <p:nvPr/>
        </p:nvSpPr>
        <p:spPr>
          <a:xfrm>
            <a:off x="1734514" y="3830997"/>
            <a:ext cx="1959420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2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권역              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254547C-41CD-486B-BC21-87CB882808C6}"/>
              </a:ext>
            </a:extLst>
          </p:cNvPr>
          <p:cNvSpPr/>
          <p:nvPr/>
        </p:nvSpPr>
        <p:spPr>
          <a:xfrm>
            <a:off x="3489269" y="4069344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A3DE8CC-D26B-48D1-A1B9-3453B523A278}"/>
              </a:ext>
            </a:extLst>
          </p:cNvPr>
          <p:cNvSpPr/>
          <p:nvPr/>
        </p:nvSpPr>
        <p:spPr>
          <a:xfrm>
            <a:off x="4229874" y="4265185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grpSp>
        <p:nvGrpSpPr>
          <p:cNvPr id="11" name="Image">
            <a:extLst>
              <a:ext uri="{FF2B5EF4-FFF2-40B4-BE49-F238E27FC236}">
                <a16:creationId xmlns:a16="http://schemas.microsoft.com/office/drawing/2014/main" id="{377AFE0D-9E84-45BA-9308-41AA122F50E2}"/>
              </a:ext>
            </a:extLst>
          </p:cNvPr>
          <p:cNvGrpSpPr>
            <a:grpSpLocks/>
          </p:cNvGrpSpPr>
          <p:nvPr/>
        </p:nvGrpSpPr>
        <p:grpSpPr bwMode="auto">
          <a:xfrm>
            <a:off x="8789158" y="1383911"/>
            <a:ext cx="204716" cy="209797"/>
            <a:chOff x="508000" y="1397000"/>
            <a:chExt cx="1008112" cy="1008112"/>
          </a:xfrm>
        </p:grpSpPr>
        <p:sp>
          <p:nvSpPr>
            <p:cNvPr id="12" name="Border">
              <a:extLst>
                <a:ext uri="{FF2B5EF4-FFF2-40B4-BE49-F238E27FC236}">
                  <a16:creationId xmlns:a16="http://schemas.microsoft.com/office/drawing/2014/main" id="{516A55ED-2840-46A7-AA61-25DA82837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" name="Line 2">
              <a:extLst>
                <a:ext uri="{FF2B5EF4-FFF2-40B4-BE49-F238E27FC236}">
                  <a16:creationId xmlns:a16="http://schemas.microsoft.com/office/drawing/2014/main" id="{BAEBE08D-1AEC-450A-922B-E2640532E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Line 1">
              <a:extLst>
                <a:ext uri="{FF2B5EF4-FFF2-40B4-BE49-F238E27FC236}">
                  <a16:creationId xmlns:a16="http://schemas.microsoft.com/office/drawing/2014/main" id="{3FC319A8-7423-4706-807E-030378168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1805989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직사각형 16">
            <a:extLst>
              <a:ext uri="{FF2B5EF4-FFF2-40B4-BE49-F238E27FC236}">
                <a16:creationId xmlns:a16="http://schemas.microsoft.com/office/drawing/2014/main" id="{D1108794-9258-426E-88ED-09A51819D499}"/>
              </a:ext>
            </a:extLst>
          </p:cNvPr>
          <p:cNvSpPr/>
          <p:nvPr/>
        </p:nvSpPr>
        <p:spPr>
          <a:xfrm>
            <a:off x="422741" y="1297529"/>
            <a:ext cx="8673492" cy="5066937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E7BE336-4E42-4357-A8D2-69B2F016793A}"/>
              </a:ext>
            </a:extLst>
          </p:cNvPr>
          <p:cNvSpPr txBox="1"/>
          <p:nvPr/>
        </p:nvSpPr>
        <p:spPr>
          <a:xfrm>
            <a:off x="505653" y="1425567"/>
            <a:ext cx="9573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배송비 등록</a:t>
            </a:r>
            <a:endParaRPr lang="ko-KR" altLang="en-US" sz="900" dirty="0"/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E0A0AAF-FFBE-4124-AEAC-E4F53184AE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8204196"/>
              </p:ext>
            </p:extLst>
          </p:nvPr>
        </p:nvGraphicFramePr>
        <p:xfrm>
          <a:off x="575553" y="1709374"/>
          <a:ext cx="8213605" cy="31702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652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483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73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991833"/>
                  </a:ext>
                </a:extLst>
              </a:tr>
              <a:tr h="21273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사용     ○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731296"/>
                  </a:ext>
                </a:extLst>
              </a:tr>
              <a:tr h="21273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명칭 </a:t>
                      </a:r>
                      <a:r>
                        <a:rPr lang="en-US" altLang="ko-KR" sz="900" b="1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273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</a:rPr>
                        <a:t>지정택배사</a:t>
                      </a:r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40615"/>
                  </a:ext>
                </a:extLst>
              </a:tr>
              <a:tr h="21273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유형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무료배송     ○ 무료배송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조건부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고정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변동 배송비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구간별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7744534"/>
                  </a:ext>
                </a:extLst>
              </a:tr>
              <a:tr h="21273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배송비 결제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선결제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○ 착불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8728226"/>
                  </a:ext>
                </a:extLst>
              </a:tr>
              <a:tr h="443317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제주 지역      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도서산간 지역    ● 배송함   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배송안함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695819"/>
                  </a:ext>
                </a:extLst>
              </a:tr>
              <a:tr h="212736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지역별 배송비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사용안함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● 배송권역 방식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9286478"/>
                  </a:ext>
                </a:extLst>
              </a:tr>
              <a:tr h="1093661">
                <a:tc vMerge="1">
                  <a:txBody>
                    <a:bodyPr/>
                    <a:lstStyle/>
                    <a:p>
                      <a:pPr latinLnBrk="1"/>
                      <a:endParaRPr lang="ko-KR" altLang="en-US" sz="9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                                                   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2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권역 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제주 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+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도서산간지역 통합 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/ 3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권역 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제주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도서산간지역 분리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제주지역 추가 배송비                              원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도서산간지역 추가 배송비                              원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제주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도서산간지역을 제외한 지역 추가 배송비                              원  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제주도에서 배송되는 상품일 경우에 설정하실 수 있습니다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.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9543794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D0462E39-90D5-4F58-8E40-8FA70DA214B7}"/>
              </a:ext>
            </a:extLst>
          </p:cNvPr>
          <p:cNvSpPr/>
          <p:nvPr/>
        </p:nvSpPr>
        <p:spPr>
          <a:xfrm>
            <a:off x="1734514" y="2191846"/>
            <a:ext cx="6932126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1158684-5142-408D-B164-9678E1559C28}"/>
              </a:ext>
            </a:extLst>
          </p:cNvPr>
          <p:cNvSpPr/>
          <p:nvPr/>
        </p:nvSpPr>
        <p:spPr>
          <a:xfrm>
            <a:off x="1734514" y="2414187"/>
            <a:ext cx="2741952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자체배송                              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5F852A0-0BC7-41AC-A27B-CFECDE053403}"/>
              </a:ext>
            </a:extLst>
          </p:cNvPr>
          <p:cNvSpPr/>
          <p:nvPr/>
        </p:nvSpPr>
        <p:spPr>
          <a:xfrm>
            <a:off x="4103661" y="5291457"/>
            <a:ext cx="1157388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배송비 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57A042BA-2221-4CDF-8A9F-02EA7014727F}"/>
              </a:ext>
            </a:extLst>
          </p:cNvPr>
          <p:cNvSpPr/>
          <p:nvPr/>
        </p:nvSpPr>
        <p:spPr>
          <a:xfrm>
            <a:off x="1734514" y="3830997"/>
            <a:ext cx="1959420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권역                                     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254547C-41CD-486B-BC21-87CB882808C6}"/>
              </a:ext>
            </a:extLst>
          </p:cNvPr>
          <p:cNvSpPr/>
          <p:nvPr/>
        </p:nvSpPr>
        <p:spPr>
          <a:xfrm>
            <a:off x="2998764" y="4054752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A3DE8CC-D26B-48D1-A1B9-3453B523A278}"/>
              </a:ext>
            </a:extLst>
          </p:cNvPr>
          <p:cNvSpPr/>
          <p:nvPr/>
        </p:nvSpPr>
        <p:spPr>
          <a:xfrm>
            <a:off x="4229874" y="4483245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92A5C52C-C3ED-4202-8B9B-26B10CB841B9}"/>
              </a:ext>
            </a:extLst>
          </p:cNvPr>
          <p:cNvSpPr/>
          <p:nvPr/>
        </p:nvSpPr>
        <p:spPr>
          <a:xfrm>
            <a:off x="3229888" y="4261656"/>
            <a:ext cx="1059225" cy="14652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</a:p>
        </p:txBody>
      </p:sp>
      <p:grpSp>
        <p:nvGrpSpPr>
          <p:cNvPr id="27" name="Image">
            <a:extLst>
              <a:ext uri="{FF2B5EF4-FFF2-40B4-BE49-F238E27FC236}">
                <a16:creationId xmlns:a16="http://schemas.microsoft.com/office/drawing/2014/main" id="{59215398-E854-424F-9456-5419BE1E23E7}"/>
              </a:ext>
            </a:extLst>
          </p:cNvPr>
          <p:cNvGrpSpPr>
            <a:grpSpLocks/>
          </p:cNvGrpSpPr>
          <p:nvPr/>
        </p:nvGrpSpPr>
        <p:grpSpPr bwMode="auto">
          <a:xfrm>
            <a:off x="8789158" y="1383911"/>
            <a:ext cx="204716" cy="209797"/>
            <a:chOff x="508000" y="1397000"/>
            <a:chExt cx="1008112" cy="1008112"/>
          </a:xfrm>
        </p:grpSpPr>
        <p:sp>
          <p:nvSpPr>
            <p:cNvPr id="28" name="Border">
              <a:extLst>
                <a:ext uri="{FF2B5EF4-FFF2-40B4-BE49-F238E27FC236}">
                  <a16:creationId xmlns:a16="http://schemas.microsoft.com/office/drawing/2014/main" id="{A3AFF3AC-7645-4E87-A0F5-558E592F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" name="Line 2">
              <a:extLst>
                <a:ext uri="{FF2B5EF4-FFF2-40B4-BE49-F238E27FC236}">
                  <a16:creationId xmlns:a16="http://schemas.microsoft.com/office/drawing/2014/main" id="{EBC58AD5-1DFD-454A-BF86-368E3C9FC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" name="Line 1">
              <a:extLst>
                <a:ext uri="{FF2B5EF4-FFF2-40B4-BE49-F238E27FC236}">
                  <a16:creationId xmlns:a16="http://schemas.microsoft.com/office/drawing/2014/main" id="{39E21B89-738E-46D1-913A-AEB717F88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68067080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직사각형 11">
            <a:extLst>
              <a:ext uri="{FF2B5EF4-FFF2-40B4-BE49-F238E27FC236}">
                <a16:creationId xmlns:a16="http://schemas.microsoft.com/office/drawing/2014/main" id="{EF698EAA-605C-4EC6-A220-B9870C80CE3A}"/>
              </a:ext>
            </a:extLst>
          </p:cNvPr>
          <p:cNvSpPr/>
          <p:nvPr/>
        </p:nvSpPr>
        <p:spPr>
          <a:xfrm>
            <a:off x="3006529" y="922022"/>
            <a:ext cx="3935785" cy="4865587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DC9AB3C2-031B-4F19-BB5C-EEA6AFD74D33}"/>
              </a:ext>
            </a:extLst>
          </p:cNvPr>
          <p:cNvSpPr/>
          <p:nvPr/>
        </p:nvSpPr>
        <p:spPr>
          <a:xfrm>
            <a:off x="7562307" y="1552647"/>
            <a:ext cx="528586" cy="334810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5FF8395-5E08-4D47-A3CE-3312269608C0}"/>
              </a:ext>
            </a:extLst>
          </p:cNvPr>
          <p:cNvSpPr txBox="1"/>
          <p:nvPr/>
        </p:nvSpPr>
        <p:spPr>
          <a:xfrm>
            <a:off x="7686127" y="1163952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298B8662-E2D4-46F7-AD50-BDA55D31233E}"/>
              </a:ext>
            </a:extLst>
          </p:cNvPr>
          <p:cNvCxnSpPr>
            <a:cxnSpLocks/>
            <a:stCxn id="13" idx="2"/>
          </p:cNvCxnSpPr>
          <p:nvPr/>
        </p:nvCxnSpPr>
        <p:spPr>
          <a:xfrm flipH="1">
            <a:off x="6786958" y="1720052"/>
            <a:ext cx="775349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4238DE49-3BC9-48F9-A178-47508492B8CA}"/>
              </a:ext>
            </a:extLst>
          </p:cNvPr>
          <p:cNvSpPr txBox="1"/>
          <p:nvPr/>
        </p:nvSpPr>
        <p:spPr>
          <a:xfrm>
            <a:off x="3079331" y="1049355"/>
            <a:ext cx="108876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배송비 정보 </a:t>
            </a:r>
            <a:endParaRPr lang="ko-KR" altLang="en-US" sz="1000" b="1" dirty="0"/>
          </a:p>
        </p:txBody>
      </p:sp>
      <p:graphicFrame>
        <p:nvGraphicFramePr>
          <p:cNvPr id="33" name="표 17">
            <a:extLst>
              <a:ext uri="{FF2B5EF4-FFF2-40B4-BE49-F238E27FC236}">
                <a16:creationId xmlns:a16="http://schemas.microsoft.com/office/drawing/2014/main" id="{9B19C198-F6F9-4B06-BA40-B043D79862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5305412"/>
              </p:ext>
            </p:extLst>
          </p:nvPr>
        </p:nvGraphicFramePr>
        <p:xfrm>
          <a:off x="3212106" y="1720052"/>
          <a:ext cx="3472494" cy="316020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10393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562101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배송구분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사용자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사용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3067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지정택배사</a:t>
                      </a:r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한진 </a:t>
                      </a:r>
                      <a:r>
                        <a:rPr lang="ko-KR" altLang="en-US" sz="800" dirty="0" err="1"/>
                        <a:t>택배사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5250839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배송비 유형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무료배송 </a:t>
                      </a:r>
                      <a:r>
                        <a:rPr lang="en-US" altLang="ko-KR" sz="800" dirty="0"/>
                        <a:t>( </a:t>
                      </a:r>
                      <a:r>
                        <a:rPr lang="ko-KR" altLang="en-US" sz="800" dirty="0"/>
                        <a:t>조건부 </a:t>
                      </a:r>
                      <a:r>
                        <a:rPr lang="en-US" altLang="ko-KR" sz="800" dirty="0"/>
                        <a:t>)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361592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800" dirty="0"/>
                        <a:t>기본 배송비 </a:t>
                      </a:r>
                      <a:r>
                        <a:rPr lang="en-US" altLang="ko-KR" sz="800" dirty="0"/>
                        <a:t>: 3,000 </a:t>
                      </a:r>
                      <a:r>
                        <a:rPr lang="ko-KR" altLang="en-US" sz="800" dirty="0"/>
                        <a:t>원</a:t>
                      </a:r>
                      <a:endParaRPr lang="en-US" altLang="ko-KR" sz="8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800" dirty="0"/>
                        <a:t>조건 </a:t>
                      </a:r>
                      <a:r>
                        <a:rPr lang="en-US" altLang="ko-KR" sz="800" dirty="0"/>
                        <a:t>1 : 30,000 </a:t>
                      </a:r>
                      <a:r>
                        <a:rPr lang="ko-KR" altLang="en-US" sz="800" dirty="0"/>
                        <a:t>원 이상 구매 시 배송비 무료 </a:t>
                      </a:r>
                      <a:endParaRPr lang="en-US" altLang="ko-KR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570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배송비 결제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선결제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1974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지역별 배송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800" dirty="0"/>
                        <a:t>제주지역 </a:t>
                      </a:r>
                      <a:r>
                        <a:rPr lang="en-US" altLang="ko-KR" sz="800" dirty="0"/>
                        <a:t>/ </a:t>
                      </a:r>
                      <a:r>
                        <a:rPr lang="ko-KR" altLang="en-US" sz="800" dirty="0"/>
                        <a:t>배송함</a:t>
                      </a:r>
                      <a:endParaRPr lang="en-US" altLang="ko-KR" sz="8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800" dirty="0"/>
                        <a:t>도서산간지역 </a:t>
                      </a:r>
                      <a:r>
                        <a:rPr lang="en-US" altLang="ko-KR" sz="800" dirty="0"/>
                        <a:t>/ </a:t>
                      </a:r>
                      <a:r>
                        <a:rPr lang="ko-KR" altLang="en-US" sz="800" dirty="0"/>
                        <a:t>배송함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7790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지역별 배송비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배송권역 방식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76974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배송권역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dirty="0"/>
                        <a:t>2</a:t>
                      </a:r>
                      <a:r>
                        <a:rPr lang="ko-KR" altLang="en-US" sz="800" dirty="0"/>
                        <a:t>권역</a:t>
                      </a:r>
                      <a:endParaRPr lang="en-US" altLang="ko-KR" sz="800" dirty="0"/>
                    </a:p>
                    <a:p>
                      <a:pPr latinLnBrk="1">
                        <a:lnSpc>
                          <a:spcPct val="150000"/>
                        </a:lnSpc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800" dirty="0"/>
                        <a:t>제주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도서산간지역 추가 배송비 </a:t>
                      </a:r>
                      <a:r>
                        <a:rPr lang="en-US" altLang="ko-KR" sz="800" dirty="0"/>
                        <a:t>/ 5,000 </a:t>
                      </a:r>
                      <a:r>
                        <a:rPr lang="ko-KR" altLang="en-US" sz="800" dirty="0"/>
                        <a:t>원</a:t>
                      </a:r>
                      <a:endParaRPr lang="en-US" altLang="ko-KR" sz="8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·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제주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800" dirty="0"/>
                        <a:t>도서산간지역을 제외한 지역 추가 배송비 </a:t>
                      </a:r>
                      <a:r>
                        <a:rPr lang="en-US" altLang="ko-KR" sz="800" dirty="0"/>
                        <a:t>/ 3,000 </a:t>
                      </a:r>
                      <a:r>
                        <a:rPr lang="ko-KR" altLang="en-US" sz="800" dirty="0"/>
                        <a:t>원</a:t>
                      </a:r>
                      <a:endParaRPr lang="en-US" altLang="ko-KR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42069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연결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상품수</a:t>
                      </a:r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/>
                        <a:t>22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0238472"/>
                  </a:ext>
                </a:extLst>
              </a:tr>
            </a:tbl>
          </a:graphicData>
        </a:graphic>
      </p:graphicFrame>
      <p:sp>
        <p:nvSpPr>
          <p:cNvPr id="34" name="TextBox 33">
            <a:extLst>
              <a:ext uri="{FF2B5EF4-FFF2-40B4-BE49-F238E27FC236}">
                <a16:creationId xmlns:a16="http://schemas.microsoft.com/office/drawing/2014/main" id="{0F1E8967-9530-4B54-84F8-2660ADDDBE7F}"/>
              </a:ext>
            </a:extLst>
          </p:cNvPr>
          <p:cNvSpPr txBox="1"/>
          <p:nvPr/>
        </p:nvSpPr>
        <p:spPr>
          <a:xfrm>
            <a:off x="3106672" y="1426609"/>
            <a:ext cx="134363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조건부 배송비 명칭</a:t>
            </a:r>
            <a:endParaRPr lang="ko-KR" altLang="en-US" sz="900" dirty="0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41376C8-E36A-40A8-8723-680011BA8B4D}"/>
              </a:ext>
            </a:extLst>
          </p:cNvPr>
          <p:cNvSpPr/>
          <p:nvPr/>
        </p:nvSpPr>
        <p:spPr>
          <a:xfrm>
            <a:off x="4600890" y="5227253"/>
            <a:ext cx="747061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38" name="Image">
            <a:extLst>
              <a:ext uri="{FF2B5EF4-FFF2-40B4-BE49-F238E27FC236}">
                <a16:creationId xmlns:a16="http://schemas.microsoft.com/office/drawing/2014/main" id="{80DC6DEF-6B39-47A1-B212-14D15E4974D2}"/>
              </a:ext>
            </a:extLst>
          </p:cNvPr>
          <p:cNvGrpSpPr>
            <a:grpSpLocks/>
          </p:cNvGrpSpPr>
          <p:nvPr/>
        </p:nvGrpSpPr>
        <p:grpSpPr bwMode="auto">
          <a:xfrm>
            <a:off x="6582242" y="1070390"/>
            <a:ext cx="204716" cy="209797"/>
            <a:chOff x="508000" y="1397000"/>
            <a:chExt cx="1008112" cy="1008112"/>
          </a:xfrm>
        </p:grpSpPr>
        <p:sp>
          <p:nvSpPr>
            <p:cNvPr id="39" name="Border">
              <a:extLst>
                <a:ext uri="{FF2B5EF4-FFF2-40B4-BE49-F238E27FC236}">
                  <a16:creationId xmlns:a16="http://schemas.microsoft.com/office/drawing/2014/main" id="{B3EEDF27-C2C8-4EE2-8DF0-482CF9100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Line 2">
              <a:extLst>
                <a:ext uri="{FF2B5EF4-FFF2-40B4-BE49-F238E27FC236}">
                  <a16:creationId xmlns:a16="http://schemas.microsoft.com/office/drawing/2014/main" id="{070FF171-F321-4D44-9139-D0ADC7454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" name="Line 1">
              <a:extLst>
                <a:ext uri="{FF2B5EF4-FFF2-40B4-BE49-F238E27FC236}">
                  <a16:creationId xmlns:a16="http://schemas.microsoft.com/office/drawing/2014/main" id="{3D23FAC6-C0A5-4C55-B314-0FEAC221F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85987791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74420515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03287205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44E3701F-3D42-4BD1-BFC4-2A39981B1C7E}"/>
              </a:ext>
            </a:extLst>
          </p:cNvPr>
          <p:cNvSpPr/>
          <p:nvPr/>
        </p:nvSpPr>
        <p:spPr>
          <a:xfrm>
            <a:off x="422741" y="1297529"/>
            <a:ext cx="8673492" cy="4007202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F967564-6913-445E-995B-8998B7788CF9}"/>
              </a:ext>
            </a:extLst>
          </p:cNvPr>
          <p:cNvSpPr txBox="1"/>
          <p:nvPr/>
        </p:nvSpPr>
        <p:spPr>
          <a:xfrm>
            <a:off x="505653" y="1425567"/>
            <a:ext cx="135005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취소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환불안내 등록</a:t>
            </a:r>
            <a:endParaRPr lang="ko-KR" altLang="en-US" sz="900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4D95325-1AA9-479B-AF27-25C202D7EE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2217172"/>
              </p:ext>
            </p:extLst>
          </p:nvPr>
        </p:nvGraphicFramePr>
        <p:xfrm>
          <a:off x="575553" y="1709374"/>
          <a:ext cx="8213605" cy="2834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440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695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배송구분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사용자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991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상태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사용     ○ 중지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73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취소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환불안내 명칭 </a:t>
                      </a:r>
                      <a:r>
                        <a:rPr lang="en-US" altLang="ko-KR" sz="900" b="1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lang="ko-KR" altLang="en-US" sz="900" b="1" dirty="0">
                        <a:solidFill>
                          <a:srgbClr val="FF0000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취소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환불안내 내용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40615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DAC9CF40-AEBF-4E34-885A-64666E6B210E}"/>
              </a:ext>
            </a:extLst>
          </p:cNvPr>
          <p:cNvSpPr/>
          <p:nvPr/>
        </p:nvSpPr>
        <p:spPr>
          <a:xfrm>
            <a:off x="2013073" y="2186988"/>
            <a:ext cx="6622254" cy="16936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79E96A2-95CF-4DCB-B7D8-17469EBE4F4C}"/>
              </a:ext>
            </a:extLst>
          </p:cNvPr>
          <p:cNvSpPr/>
          <p:nvPr/>
        </p:nvSpPr>
        <p:spPr>
          <a:xfrm>
            <a:off x="4103660" y="4710653"/>
            <a:ext cx="1746077" cy="24520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취소</a:t>
            </a:r>
            <a:r>
              <a:rPr lang="en-US" altLang="ko-KR" sz="800" dirty="0">
                <a:solidFill>
                  <a:schemeClr val="bg1"/>
                </a:solidFill>
              </a:rPr>
              <a:t>/</a:t>
            </a:r>
            <a:r>
              <a:rPr lang="ko-KR" altLang="en-US" sz="800" dirty="0">
                <a:solidFill>
                  <a:schemeClr val="bg1"/>
                </a:solidFill>
              </a:rPr>
              <a:t>환불안내 등록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8" name="Image">
            <a:extLst>
              <a:ext uri="{FF2B5EF4-FFF2-40B4-BE49-F238E27FC236}">
                <a16:creationId xmlns:a16="http://schemas.microsoft.com/office/drawing/2014/main" id="{4DE794F5-44C1-4D37-A8EC-3DD303CF9C5C}"/>
              </a:ext>
            </a:extLst>
          </p:cNvPr>
          <p:cNvGrpSpPr>
            <a:grpSpLocks/>
          </p:cNvGrpSpPr>
          <p:nvPr/>
        </p:nvGrpSpPr>
        <p:grpSpPr bwMode="auto">
          <a:xfrm>
            <a:off x="8789158" y="1383911"/>
            <a:ext cx="204716" cy="209797"/>
            <a:chOff x="508000" y="1397000"/>
            <a:chExt cx="1008112" cy="1008112"/>
          </a:xfrm>
        </p:grpSpPr>
        <p:sp>
          <p:nvSpPr>
            <p:cNvPr id="9" name="Border">
              <a:extLst>
                <a:ext uri="{FF2B5EF4-FFF2-40B4-BE49-F238E27FC236}">
                  <a16:creationId xmlns:a16="http://schemas.microsoft.com/office/drawing/2014/main" id="{CA8A1C51-F95D-414F-8287-AA14A8C93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Line 2">
              <a:extLst>
                <a:ext uri="{FF2B5EF4-FFF2-40B4-BE49-F238E27FC236}">
                  <a16:creationId xmlns:a16="http://schemas.microsoft.com/office/drawing/2014/main" id="{D9E682DE-66AD-4732-B9F2-52C708F19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" name="Line 1">
              <a:extLst>
                <a:ext uri="{FF2B5EF4-FFF2-40B4-BE49-F238E27FC236}">
                  <a16:creationId xmlns:a16="http://schemas.microsoft.com/office/drawing/2014/main" id="{B65AA91C-B85E-474E-B9CE-43E11C0EA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3D6AF08-423E-4D6A-998F-0C80C967F5F1}"/>
              </a:ext>
            </a:extLst>
          </p:cNvPr>
          <p:cNvSpPr/>
          <p:nvPr/>
        </p:nvSpPr>
        <p:spPr>
          <a:xfrm>
            <a:off x="2013073" y="2484141"/>
            <a:ext cx="6622254" cy="195463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취소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/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환불 내용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60290F26-0E36-4710-946A-622D34F3CBB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44658" y="2548699"/>
            <a:ext cx="5860813" cy="2806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68899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A37B09EF-BBE3-7DCF-1894-7105587CC3F8}"/>
              </a:ext>
            </a:extLst>
          </p:cNvPr>
          <p:cNvSpPr/>
          <p:nvPr/>
        </p:nvSpPr>
        <p:spPr>
          <a:xfrm>
            <a:off x="0" y="2734176"/>
            <a:ext cx="12191999" cy="138964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0" b="1" dirty="0">
                <a:solidFill>
                  <a:schemeClr val="bg1"/>
                </a:solidFill>
                <a:latin typeface="+mj-ea"/>
                <a:ea typeface="+mj-ea"/>
              </a:rPr>
              <a:t>Shop </a:t>
            </a:r>
            <a:r>
              <a:rPr lang="ko-KR" altLang="en-US" sz="3000" b="1" dirty="0">
                <a:solidFill>
                  <a:schemeClr val="bg1"/>
                </a:solidFill>
                <a:latin typeface="+mj-ea"/>
                <a:ea typeface="+mj-ea"/>
              </a:rPr>
              <a:t>채널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44F56AB-85DC-7248-24D6-FC838C88D521}"/>
              </a:ext>
            </a:extLst>
          </p:cNvPr>
          <p:cNvSpPr txBox="1"/>
          <p:nvPr/>
        </p:nvSpPr>
        <p:spPr>
          <a:xfrm>
            <a:off x="5733560" y="4211052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dirty="0"/>
              <a:t>RF-03</a:t>
            </a:r>
            <a:endParaRPr lang="ko-KR" altLang="en-US" sz="1600" dirty="0"/>
          </a:p>
        </p:txBody>
      </p:sp>
    </p:spTree>
    <p:extLst>
      <p:ext uri="{BB962C8B-B14F-4D97-AF65-F5344CB8AC3E}">
        <p14:creationId xmlns:p14="http://schemas.microsoft.com/office/powerpoint/2010/main" val="1213370649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6">
            <a:extLst>
              <a:ext uri="{FF2B5EF4-FFF2-40B4-BE49-F238E27FC236}">
                <a16:creationId xmlns:a16="http://schemas.microsoft.com/office/drawing/2014/main" id="{E8018F77-ED73-4B7F-ABB5-2C1A40167F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5218927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접속화면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간편회원 가입절차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 메인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상품영역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주문영역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 공지사항</a:t>
                      </a:r>
                    </a:p>
                    <a:p>
                      <a:pPr latinLnBrk="1"/>
                      <a:endParaRPr lang="ko-KR" altLang="en-US" sz="1800" b="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3268586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011F3865-CAB7-4DEE-AF30-A116698A4182}"/>
              </a:ext>
            </a:extLst>
          </p:cNvPr>
          <p:cNvSpPr/>
          <p:nvPr/>
        </p:nvSpPr>
        <p:spPr>
          <a:xfrm>
            <a:off x="609600" y="512233"/>
            <a:ext cx="9025466" cy="5833534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04D32BB-27BB-4E35-BE36-36B265B80A94}"/>
              </a:ext>
            </a:extLst>
          </p:cNvPr>
          <p:cNvGrpSpPr/>
          <p:nvPr/>
        </p:nvGrpSpPr>
        <p:grpSpPr>
          <a:xfrm>
            <a:off x="4038600" y="1624084"/>
            <a:ext cx="2177055" cy="1095062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4" name="Border">
              <a:extLst>
                <a:ext uri="{FF2B5EF4-FFF2-40B4-BE49-F238E27FC236}">
                  <a16:creationId xmlns:a16="http://schemas.microsoft.com/office/drawing/2014/main" id="{C71C7AF2-9C7F-4180-9C5D-E261E116B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" name="Line 2">
              <a:extLst>
                <a:ext uri="{FF2B5EF4-FFF2-40B4-BE49-F238E27FC236}">
                  <a16:creationId xmlns:a16="http://schemas.microsoft.com/office/drawing/2014/main" id="{B4BC754D-AA65-4D22-83A1-DD4F86CF8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" name="Line 1">
              <a:extLst>
                <a:ext uri="{FF2B5EF4-FFF2-40B4-BE49-F238E27FC236}">
                  <a16:creationId xmlns:a16="http://schemas.microsoft.com/office/drawing/2014/main" id="{A7BA4D86-BE37-4CFE-993D-40824C3D4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0B6B3545-7E81-4028-AB56-8BC7A92264F1}"/>
                </a:ext>
              </a:extLst>
            </p:cNvPr>
            <p:cNvSpPr txBox="1"/>
            <p:nvPr/>
          </p:nvSpPr>
          <p:spPr>
            <a:xfrm>
              <a:off x="3181711" y="2197545"/>
              <a:ext cx="991630" cy="1121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Shop </a:t>
              </a:r>
              <a:r>
                <a: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채널 로고</a:t>
              </a:r>
            </a:p>
          </p:txBody>
        </p:sp>
      </p:grp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AC4825A-B6D6-4D1D-84F8-18A751DE41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8769640"/>
              </p:ext>
            </p:extLst>
          </p:nvPr>
        </p:nvGraphicFramePr>
        <p:xfrm>
          <a:off x="2715837" y="3176972"/>
          <a:ext cx="4968555" cy="5040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18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866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0405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dirty="0">
                          <a:solidFill>
                            <a:schemeClr val="tx1"/>
                          </a:solidFill>
                        </a:rPr>
                        <a:t>입장코드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3500E56F-D3AE-4A0C-ACEE-4173CCEBFB4D}"/>
              </a:ext>
            </a:extLst>
          </p:cNvPr>
          <p:cNvSpPr/>
          <p:nvPr/>
        </p:nvSpPr>
        <p:spPr>
          <a:xfrm>
            <a:off x="3641899" y="4138854"/>
            <a:ext cx="3116430" cy="432048"/>
          </a:xfrm>
          <a:prstGeom prst="rect">
            <a:avLst/>
          </a:prstGeom>
          <a:solidFill>
            <a:schemeClr val="tx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/>
              <a:t>입장 코드 확인</a:t>
            </a:r>
          </a:p>
        </p:txBody>
      </p:sp>
    </p:spTree>
    <p:extLst>
      <p:ext uri="{BB962C8B-B14F-4D97-AF65-F5344CB8AC3E}">
        <p14:creationId xmlns:p14="http://schemas.microsoft.com/office/powerpoint/2010/main" val="165720095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직사각형 31">
            <a:extLst>
              <a:ext uri="{FF2B5EF4-FFF2-40B4-BE49-F238E27FC236}">
                <a16:creationId xmlns:a16="http://schemas.microsoft.com/office/drawing/2014/main" id="{566C0D55-CC59-4346-A0FF-E58E3590E7D5}"/>
              </a:ext>
            </a:extLst>
          </p:cNvPr>
          <p:cNvSpPr/>
          <p:nvPr/>
        </p:nvSpPr>
        <p:spPr>
          <a:xfrm>
            <a:off x="135467" y="118533"/>
            <a:ext cx="9897533" cy="64516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87BE5404-E2D6-4FAD-8797-09BCFAE35029}"/>
              </a:ext>
            </a:extLst>
          </p:cNvPr>
          <p:cNvSpPr/>
          <p:nvPr/>
        </p:nvSpPr>
        <p:spPr>
          <a:xfrm>
            <a:off x="3723257" y="2423611"/>
            <a:ext cx="3116430" cy="2978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ID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를 입력 해 주세요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A6F84D0-FC23-4905-98C0-89901CBC57F2}"/>
              </a:ext>
            </a:extLst>
          </p:cNvPr>
          <p:cNvSpPr/>
          <p:nvPr/>
        </p:nvSpPr>
        <p:spPr>
          <a:xfrm>
            <a:off x="3723257" y="2801756"/>
            <a:ext cx="3116430" cy="2641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PW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를 입력 해 주세요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873D9CD-B89C-41E3-92D8-1B6B2E10D993}"/>
              </a:ext>
            </a:extLst>
          </p:cNvPr>
          <p:cNvSpPr/>
          <p:nvPr/>
        </p:nvSpPr>
        <p:spPr>
          <a:xfrm>
            <a:off x="3723257" y="3390404"/>
            <a:ext cx="3116430" cy="30329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/>
              <a:t>LOGIN</a:t>
            </a:r>
            <a:endParaRPr lang="ko-KR" altLang="en-US" sz="100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03833B7-119E-4FC2-80AA-F34F09B76081}"/>
              </a:ext>
            </a:extLst>
          </p:cNvPr>
          <p:cNvSpPr txBox="1"/>
          <p:nvPr/>
        </p:nvSpPr>
        <p:spPr>
          <a:xfrm>
            <a:off x="3632528" y="3125149"/>
            <a:ext cx="88998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□ </a:t>
            </a:r>
            <a:r>
              <a:rPr lang="ko-KR" altLang="en-US" sz="800" dirty="0"/>
              <a:t>아이디 저장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AD3F7F2E-987E-49D4-B6BB-12735B326F51}"/>
              </a:ext>
            </a:extLst>
          </p:cNvPr>
          <p:cNvGrpSpPr/>
          <p:nvPr/>
        </p:nvGrpSpPr>
        <p:grpSpPr>
          <a:xfrm>
            <a:off x="3744093" y="4011709"/>
            <a:ext cx="3093375" cy="360040"/>
            <a:chOff x="2226770" y="4941168"/>
            <a:chExt cx="3093375" cy="360040"/>
          </a:xfrm>
        </p:grpSpPr>
        <p:sp>
          <p:nvSpPr>
            <p:cNvPr id="38" name="모서리가 둥근 직사각형 38">
              <a:extLst>
                <a:ext uri="{FF2B5EF4-FFF2-40B4-BE49-F238E27FC236}">
                  <a16:creationId xmlns:a16="http://schemas.microsoft.com/office/drawing/2014/main" id="{0D7FDF25-5A99-4B8F-B177-657B72C95C18}"/>
                </a:ext>
              </a:extLst>
            </p:cNvPr>
            <p:cNvSpPr/>
            <p:nvPr/>
          </p:nvSpPr>
          <p:spPr>
            <a:xfrm>
              <a:off x="2226770" y="4941168"/>
              <a:ext cx="3093375" cy="360040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39" name="Picture 2">
              <a:extLst>
                <a:ext uri="{FF2B5EF4-FFF2-40B4-BE49-F238E27FC236}">
                  <a16:creationId xmlns:a16="http://schemas.microsoft.com/office/drawing/2014/main" id="{7F31D1E2-BE98-4165-89AC-83539EAFD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15131" y="5029802"/>
              <a:ext cx="228564" cy="207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0231C3DB-91A6-48A4-8F84-6A36B487F974}"/>
                </a:ext>
              </a:extLst>
            </p:cNvPr>
            <p:cNvCxnSpPr/>
            <p:nvPr/>
          </p:nvCxnSpPr>
          <p:spPr>
            <a:xfrm>
              <a:off x="2619471" y="5029802"/>
              <a:ext cx="0" cy="207136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146AC5B-617E-463D-93AA-9299148C7A9D}"/>
                </a:ext>
              </a:extLst>
            </p:cNvPr>
            <p:cNvSpPr txBox="1"/>
            <p:nvPr/>
          </p:nvSpPr>
          <p:spPr>
            <a:xfrm>
              <a:off x="2632574" y="5005772"/>
              <a:ext cx="141897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/>
                <a:t>카카오</a:t>
              </a:r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계정으로 로그인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581AA7ED-F24B-4B26-A0A4-A1D432957AF0}"/>
                </a:ext>
              </a:extLst>
            </p:cNvPr>
            <p:cNvSpPr txBox="1"/>
            <p:nvPr/>
          </p:nvSpPr>
          <p:spPr>
            <a:xfrm>
              <a:off x="5047882" y="5009641"/>
              <a:ext cx="26481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/>
                <a:t>&gt;</a:t>
              </a:r>
              <a:endParaRPr lang="ko-KR" altLang="en-US" sz="900" dirty="0"/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633F643B-D712-4603-B2A3-C08A60C373BE}"/>
              </a:ext>
            </a:extLst>
          </p:cNvPr>
          <p:cNvGrpSpPr/>
          <p:nvPr/>
        </p:nvGrpSpPr>
        <p:grpSpPr>
          <a:xfrm>
            <a:off x="3746311" y="4435444"/>
            <a:ext cx="3093375" cy="360040"/>
            <a:chOff x="2228988" y="5679839"/>
            <a:chExt cx="3093375" cy="360040"/>
          </a:xfrm>
        </p:grpSpPr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B1DAE1D8-70C2-4CF7-B28E-A5A30E330D0D}"/>
                </a:ext>
              </a:extLst>
            </p:cNvPr>
            <p:cNvGrpSpPr/>
            <p:nvPr/>
          </p:nvGrpSpPr>
          <p:grpSpPr>
            <a:xfrm>
              <a:off x="2228988" y="5679839"/>
              <a:ext cx="3093375" cy="360040"/>
              <a:chOff x="2226770" y="4941168"/>
              <a:chExt cx="3093375" cy="360040"/>
            </a:xfrm>
          </p:grpSpPr>
          <p:sp>
            <p:nvSpPr>
              <p:cNvPr id="46" name="모서리가 둥근 직사각형 44">
                <a:extLst>
                  <a:ext uri="{FF2B5EF4-FFF2-40B4-BE49-F238E27FC236}">
                    <a16:creationId xmlns:a16="http://schemas.microsoft.com/office/drawing/2014/main" id="{560D22B4-AF80-4B64-898E-28C94A1B76A3}"/>
                  </a:ext>
                </a:extLst>
              </p:cNvPr>
              <p:cNvSpPr/>
              <p:nvPr/>
            </p:nvSpPr>
            <p:spPr>
              <a:xfrm>
                <a:off x="2226770" y="4941168"/>
                <a:ext cx="3093375" cy="360040"/>
              </a:xfrm>
              <a:prstGeom prst="round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E58CB628-2EF5-46D3-9DBB-874599B6C524}"/>
                  </a:ext>
                </a:extLst>
              </p:cNvPr>
              <p:cNvCxnSpPr/>
              <p:nvPr/>
            </p:nvCxnSpPr>
            <p:spPr>
              <a:xfrm>
                <a:off x="2619471" y="5029802"/>
                <a:ext cx="0" cy="207136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61D32100-28E7-43AC-B53F-3EA0A057FFE4}"/>
                  </a:ext>
                </a:extLst>
              </p:cNvPr>
              <p:cNvSpPr txBox="1"/>
              <p:nvPr/>
            </p:nvSpPr>
            <p:spPr>
              <a:xfrm>
                <a:off x="2632574" y="5005772"/>
                <a:ext cx="1418978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900"/>
                  <a:t>네이버</a:t>
                </a:r>
                <a:r>
                  <a:rPr lang="ko-KR" altLang="en-US" sz="90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 계정으로 로그인</a:t>
                </a:r>
                <a:endPara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A201F2A-2DA3-4882-9F66-E31B555B89B2}"/>
                  </a:ext>
                </a:extLst>
              </p:cNvPr>
              <p:cNvSpPr txBox="1"/>
              <p:nvPr/>
            </p:nvSpPr>
            <p:spPr>
              <a:xfrm>
                <a:off x="5047882" y="5009641"/>
                <a:ext cx="264816" cy="2308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900"/>
                  <a:t>&gt;</a:t>
                </a:r>
                <a:endParaRPr lang="ko-KR" altLang="en-US" sz="900" dirty="0"/>
              </a:p>
            </p:txBody>
          </p:sp>
        </p:grpSp>
        <p:pic>
          <p:nvPicPr>
            <p:cNvPr id="45" name="Picture 3">
              <a:extLst>
                <a:ext uri="{FF2B5EF4-FFF2-40B4-BE49-F238E27FC236}">
                  <a16:creationId xmlns:a16="http://schemas.microsoft.com/office/drawing/2014/main" id="{8EE8B77C-692D-48DC-976F-466B4178B3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28275" y="5780792"/>
              <a:ext cx="202276" cy="1769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C93376F1-D9AC-46A1-A22A-F52D3813402C}"/>
              </a:ext>
            </a:extLst>
          </p:cNvPr>
          <p:cNvGrpSpPr/>
          <p:nvPr/>
        </p:nvGrpSpPr>
        <p:grpSpPr>
          <a:xfrm>
            <a:off x="3746311" y="4848652"/>
            <a:ext cx="3093375" cy="360040"/>
            <a:chOff x="2226770" y="4941168"/>
            <a:chExt cx="3093375" cy="360040"/>
          </a:xfrm>
        </p:grpSpPr>
        <p:sp>
          <p:nvSpPr>
            <p:cNvPr id="51" name="모서리가 둥근 직사각형 58">
              <a:extLst>
                <a:ext uri="{FF2B5EF4-FFF2-40B4-BE49-F238E27FC236}">
                  <a16:creationId xmlns:a16="http://schemas.microsoft.com/office/drawing/2014/main" id="{8B263C22-DFFB-49E3-AA74-B8C439C930FB}"/>
                </a:ext>
              </a:extLst>
            </p:cNvPr>
            <p:cNvSpPr/>
            <p:nvPr/>
          </p:nvSpPr>
          <p:spPr>
            <a:xfrm>
              <a:off x="2226770" y="4941168"/>
              <a:ext cx="3093375" cy="360040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495AB4A1-9BF6-4A0C-B318-3964F1E6B512}"/>
                </a:ext>
              </a:extLst>
            </p:cNvPr>
            <p:cNvCxnSpPr/>
            <p:nvPr/>
          </p:nvCxnSpPr>
          <p:spPr>
            <a:xfrm>
              <a:off x="2619471" y="5029802"/>
              <a:ext cx="0" cy="207136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7751041-FEFF-4651-ABB1-E7E9CAE1C9D8}"/>
                </a:ext>
              </a:extLst>
            </p:cNvPr>
            <p:cNvSpPr txBox="1"/>
            <p:nvPr/>
          </p:nvSpPr>
          <p:spPr>
            <a:xfrm>
              <a:off x="2632574" y="5005772"/>
              <a:ext cx="1303562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 err="1"/>
                <a:t>구글</a:t>
              </a:r>
              <a:r>
                <a: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계정으로 로그인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28638B3-18B0-48E5-9B93-9D04923A460F}"/>
                </a:ext>
              </a:extLst>
            </p:cNvPr>
            <p:cNvSpPr txBox="1"/>
            <p:nvPr/>
          </p:nvSpPr>
          <p:spPr>
            <a:xfrm>
              <a:off x="5047882" y="5009641"/>
              <a:ext cx="26481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/>
                <a:t>&gt;</a:t>
              </a:r>
              <a:endParaRPr lang="ko-KR" altLang="en-US" sz="900" dirty="0"/>
            </a:p>
          </p:txBody>
        </p:sp>
      </p:grpSp>
      <p:pic>
        <p:nvPicPr>
          <p:cNvPr id="55" name="그림 54">
            <a:extLst>
              <a:ext uri="{FF2B5EF4-FFF2-40B4-BE49-F238E27FC236}">
                <a16:creationId xmlns:a16="http://schemas.microsoft.com/office/drawing/2014/main" id="{73597FAC-94E1-4B14-A5C6-A018D8B1FAA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62575" y="4942073"/>
            <a:ext cx="173277" cy="169339"/>
          </a:xfrm>
          <a:prstGeom prst="rect">
            <a:avLst/>
          </a:prstGeom>
        </p:spPr>
      </p:pic>
      <p:grpSp>
        <p:nvGrpSpPr>
          <p:cNvPr id="56" name="그룹 55">
            <a:extLst>
              <a:ext uri="{FF2B5EF4-FFF2-40B4-BE49-F238E27FC236}">
                <a16:creationId xmlns:a16="http://schemas.microsoft.com/office/drawing/2014/main" id="{6B97BD92-07F7-4FBB-BB28-9CF227799B92}"/>
              </a:ext>
            </a:extLst>
          </p:cNvPr>
          <p:cNvGrpSpPr/>
          <p:nvPr/>
        </p:nvGrpSpPr>
        <p:grpSpPr>
          <a:xfrm>
            <a:off x="4130559" y="1144322"/>
            <a:ext cx="2177055" cy="8577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57" name="Border">
              <a:extLst>
                <a:ext uri="{FF2B5EF4-FFF2-40B4-BE49-F238E27FC236}">
                  <a16:creationId xmlns:a16="http://schemas.microsoft.com/office/drawing/2014/main" id="{331111BF-0E50-41FE-ABDE-846647751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" name="Line 2">
              <a:extLst>
                <a:ext uri="{FF2B5EF4-FFF2-40B4-BE49-F238E27FC236}">
                  <a16:creationId xmlns:a16="http://schemas.microsoft.com/office/drawing/2014/main" id="{2FC6F922-3C11-43D1-AA79-6AFB03F65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" name="Line 1">
              <a:extLst>
                <a:ext uri="{FF2B5EF4-FFF2-40B4-BE49-F238E27FC236}">
                  <a16:creationId xmlns:a16="http://schemas.microsoft.com/office/drawing/2014/main" id="{F2C1D6A3-AD54-40E0-911E-2B41886C9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A08C787-2D92-4A2B-9A8F-B29BFAEFF291}"/>
                </a:ext>
              </a:extLst>
            </p:cNvPr>
            <p:cNvSpPr txBox="1"/>
            <p:nvPr/>
          </p:nvSpPr>
          <p:spPr>
            <a:xfrm>
              <a:off x="3270892" y="2188204"/>
              <a:ext cx="820643" cy="16066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Shop </a:t>
              </a:r>
              <a:r>
                <a: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채널 로고</a:t>
              </a:r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F98DBA0F-10B9-4E8D-AB45-307E94831975}"/>
              </a:ext>
            </a:extLst>
          </p:cNvPr>
          <p:cNvSpPr txBox="1"/>
          <p:nvPr/>
        </p:nvSpPr>
        <p:spPr>
          <a:xfrm>
            <a:off x="3421235" y="2458802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5C8B8ADF-2C23-46D4-874F-B74506A248F6}"/>
              </a:ext>
            </a:extLst>
          </p:cNvPr>
          <p:cNvSpPr txBox="1"/>
          <p:nvPr/>
        </p:nvSpPr>
        <p:spPr>
          <a:xfrm>
            <a:off x="3416578" y="4090822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96AC6B3-BEF7-4AC1-B382-8629A826F086}"/>
              </a:ext>
            </a:extLst>
          </p:cNvPr>
          <p:cNvSpPr/>
          <p:nvPr/>
        </p:nvSpPr>
        <p:spPr>
          <a:xfrm>
            <a:off x="5421059" y="3116875"/>
            <a:ext cx="1408962" cy="216024"/>
          </a:xfrm>
          <a:prstGeom prst="rect">
            <a:avLst/>
          </a:prstGeom>
          <a:solidFill>
            <a:srgbClr val="C00000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bg1"/>
                </a:solidFill>
              </a:rPr>
              <a:t>Me9 Market </a:t>
            </a:r>
            <a:r>
              <a:rPr lang="ko-KR" altLang="en-US" sz="900" dirty="0">
                <a:solidFill>
                  <a:schemeClr val="bg1"/>
                </a:solidFill>
              </a:rPr>
              <a:t>바로가기</a:t>
            </a:r>
          </a:p>
        </p:txBody>
      </p:sp>
    </p:spTree>
    <p:extLst>
      <p:ext uri="{BB962C8B-B14F-4D97-AF65-F5344CB8AC3E}">
        <p14:creationId xmlns:p14="http://schemas.microsoft.com/office/powerpoint/2010/main" val="1768176569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6">
            <a:extLst>
              <a:ext uri="{FF2B5EF4-FFF2-40B4-BE49-F238E27FC236}">
                <a16:creationId xmlns:a16="http://schemas.microsoft.com/office/drawing/2014/main" id="{006DEAEE-D1F2-4337-9E0B-0206BD6A7B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0623210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접속화면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간편회원 가입절차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 메인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상품영역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주문영역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 공지사항</a:t>
                      </a:r>
                    </a:p>
                    <a:p>
                      <a:pPr latinLnBrk="1"/>
                      <a:endParaRPr lang="ko-KR" altLang="en-US" sz="1800" b="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3366862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직사각형 31">
            <a:extLst>
              <a:ext uri="{FF2B5EF4-FFF2-40B4-BE49-F238E27FC236}">
                <a16:creationId xmlns:a16="http://schemas.microsoft.com/office/drawing/2014/main" id="{566C0D55-CC59-4346-A0FF-E58E3590E7D5}"/>
              </a:ext>
            </a:extLst>
          </p:cNvPr>
          <p:cNvSpPr/>
          <p:nvPr/>
        </p:nvSpPr>
        <p:spPr>
          <a:xfrm>
            <a:off x="81828" y="80893"/>
            <a:ext cx="9897533" cy="64516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90500932-F5E1-48E0-A8EB-8D616B5628BF}"/>
              </a:ext>
            </a:extLst>
          </p:cNvPr>
          <p:cNvSpPr txBox="1"/>
          <p:nvPr/>
        </p:nvSpPr>
        <p:spPr>
          <a:xfrm>
            <a:off x="1672260" y="1515011"/>
            <a:ext cx="93968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ko-KR" altLang="en-US" sz="800" b="1" dirty="0"/>
              <a:t>회원정보입력</a:t>
            </a:r>
          </a:p>
        </p:txBody>
      </p:sp>
      <p:graphicFrame>
        <p:nvGraphicFramePr>
          <p:cNvPr id="65" name="표 64">
            <a:extLst>
              <a:ext uri="{FF2B5EF4-FFF2-40B4-BE49-F238E27FC236}">
                <a16:creationId xmlns:a16="http://schemas.microsoft.com/office/drawing/2014/main" id="{887D58A4-8B8B-40CA-AE31-794FA7A8D7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5794712"/>
              </p:ext>
            </p:extLst>
          </p:nvPr>
        </p:nvGraphicFramePr>
        <p:xfrm>
          <a:off x="1752654" y="1770534"/>
          <a:ext cx="6768756" cy="640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06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759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8333">
                  <a:extLst>
                    <a:ext uri="{9D8B030D-6E8A-4147-A177-3AD203B41FA5}">
                      <a16:colId xmlns:a16="http://schemas.microsoft.com/office/drawing/2014/main" val="1361845016"/>
                    </a:ext>
                  </a:extLst>
                </a:gridCol>
                <a:gridCol w="2323810">
                  <a:extLst>
                    <a:ext uri="{9D8B030D-6E8A-4147-A177-3AD203B41FA5}">
                      <a16:colId xmlns:a16="http://schemas.microsoft.com/office/drawing/2014/main" val="218124973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가입경로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Naver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회원번호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M9-09909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21092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          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성별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● 남성  ○ 여성 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abcde1234@naver.com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6" name="직사각형 65">
            <a:extLst>
              <a:ext uri="{FF2B5EF4-FFF2-40B4-BE49-F238E27FC236}">
                <a16:creationId xmlns:a16="http://schemas.microsoft.com/office/drawing/2014/main" id="{17500B7D-14FC-4DEB-9988-3B41BD97CC71}"/>
              </a:ext>
            </a:extLst>
          </p:cNvPr>
          <p:cNvSpPr/>
          <p:nvPr/>
        </p:nvSpPr>
        <p:spPr>
          <a:xfrm>
            <a:off x="1752657" y="2914275"/>
            <a:ext cx="6768752" cy="28353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BF9D774F-65E2-4323-B6DB-5B9D22DF6C10}"/>
              </a:ext>
            </a:extLst>
          </p:cNvPr>
          <p:cNvSpPr txBox="1"/>
          <p:nvPr/>
        </p:nvSpPr>
        <p:spPr>
          <a:xfrm>
            <a:off x="1672260" y="2697670"/>
            <a:ext cx="129234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>
                <a:latin typeface="맑은 고딕" panose="020B0503020000020004" pitchFamily="50" charset="-127"/>
              </a:rPr>
              <a:t>이용약관 동의 </a:t>
            </a:r>
            <a:r>
              <a:rPr lang="en-US" altLang="ko-KR" sz="800" b="1" dirty="0">
                <a:latin typeface="맑은 고딕" panose="020B0503020000020004" pitchFamily="50" charset="-127"/>
              </a:rPr>
              <a:t>(</a:t>
            </a:r>
            <a:r>
              <a:rPr lang="ko-KR" altLang="en-US" sz="800" b="1" dirty="0">
                <a:latin typeface="맑은 고딕" panose="020B0503020000020004" pitchFamily="50" charset="-127"/>
              </a:rPr>
              <a:t>필수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6999485D-BBA7-4CA4-B146-8887F38D8901}"/>
              </a:ext>
            </a:extLst>
          </p:cNvPr>
          <p:cNvSpPr/>
          <p:nvPr/>
        </p:nvSpPr>
        <p:spPr>
          <a:xfrm>
            <a:off x="1752657" y="3414415"/>
            <a:ext cx="6768752" cy="28353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5D824-0328-46A3-B23E-24D5063D2508}"/>
              </a:ext>
            </a:extLst>
          </p:cNvPr>
          <p:cNvSpPr/>
          <p:nvPr/>
        </p:nvSpPr>
        <p:spPr>
          <a:xfrm>
            <a:off x="1752657" y="3926623"/>
            <a:ext cx="6768752" cy="28353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347AA04-FBB0-4850-A1FB-3726A53F6249}"/>
              </a:ext>
            </a:extLst>
          </p:cNvPr>
          <p:cNvSpPr txBox="1"/>
          <p:nvPr/>
        </p:nvSpPr>
        <p:spPr>
          <a:xfrm>
            <a:off x="1695161" y="3710018"/>
            <a:ext cx="159370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>
                <a:latin typeface="맑은 고딕" panose="020B0503020000020004" pitchFamily="50" charset="-127"/>
              </a:rPr>
              <a:t>제</a:t>
            </a:r>
            <a:r>
              <a:rPr lang="en-US" altLang="ko-KR" sz="800" b="1" dirty="0">
                <a:latin typeface="맑은 고딕" panose="020B0503020000020004" pitchFamily="50" charset="-127"/>
              </a:rPr>
              <a:t>3</a:t>
            </a:r>
            <a:r>
              <a:rPr lang="ko-KR" altLang="en-US" sz="800" b="1" dirty="0">
                <a:latin typeface="맑은 고딕" panose="020B0503020000020004" pitchFamily="50" charset="-127"/>
              </a:rPr>
              <a:t>자 정보제공 동의</a:t>
            </a:r>
            <a:r>
              <a:rPr lang="en-US" altLang="ko-KR" sz="800" b="1" dirty="0">
                <a:latin typeface="맑은 고딕" panose="020B0503020000020004" pitchFamily="50" charset="-127"/>
              </a:rPr>
              <a:t> (</a:t>
            </a:r>
            <a:r>
              <a:rPr lang="ko-KR" altLang="en-US" sz="800" b="1" dirty="0">
                <a:latin typeface="맑은 고딕" panose="020B0503020000020004" pitchFamily="50" charset="-127"/>
              </a:rPr>
              <a:t>필수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6730B22B-B885-441A-8763-7CE9AA76286F}"/>
              </a:ext>
            </a:extLst>
          </p:cNvPr>
          <p:cNvSpPr/>
          <p:nvPr/>
        </p:nvSpPr>
        <p:spPr>
          <a:xfrm>
            <a:off x="1752657" y="4431660"/>
            <a:ext cx="6768752" cy="28353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A5380F7-0E07-4AB0-A871-23449F10C072}"/>
              </a:ext>
            </a:extLst>
          </p:cNvPr>
          <p:cNvSpPr txBox="1"/>
          <p:nvPr/>
        </p:nvSpPr>
        <p:spPr>
          <a:xfrm>
            <a:off x="1695161" y="4215055"/>
            <a:ext cx="139493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>
                <a:latin typeface="맑은 고딕" panose="020B0503020000020004" pitchFamily="50" charset="-127"/>
              </a:rPr>
              <a:t>마케팅 활용동의 </a:t>
            </a:r>
            <a:r>
              <a:rPr lang="en-US" altLang="ko-KR" sz="800" b="1" dirty="0">
                <a:latin typeface="맑은 고딕" panose="020B0503020000020004" pitchFamily="50" charset="-127"/>
              </a:rPr>
              <a:t>(</a:t>
            </a:r>
            <a:r>
              <a:rPr lang="ko-KR" altLang="en-US" sz="800" b="1" dirty="0">
                <a:latin typeface="맑은 고딕" panose="020B0503020000020004" pitchFamily="50" charset="-127"/>
              </a:rPr>
              <a:t>선택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DE450AD-9CEC-46CD-8FAF-2B26C6AE477F}"/>
              </a:ext>
            </a:extLst>
          </p:cNvPr>
          <p:cNvSpPr/>
          <p:nvPr/>
        </p:nvSpPr>
        <p:spPr>
          <a:xfrm>
            <a:off x="1752657" y="4968188"/>
            <a:ext cx="6768752" cy="28353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rgbClr val="FF0000"/>
              </a:solidFill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B0AFCF9A-6CCD-43BD-A1C9-DE9E23DCE9A7}"/>
              </a:ext>
            </a:extLst>
          </p:cNvPr>
          <p:cNvSpPr txBox="1"/>
          <p:nvPr/>
        </p:nvSpPr>
        <p:spPr>
          <a:xfrm>
            <a:off x="1695161" y="4751583"/>
            <a:ext cx="149752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 err="1">
                <a:latin typeface="맑은 고딕" panose="020B0503020000020004" pitchFamily="50" charset="-127"/>
              </a:rPr>
              <a:t>알림정보</a:t>
            </a:r>
            <a:r>
              <a:rPr lang="ko-KR" altLang="en-US" sz="800" b="1" dirty="0">
                <a:latin typeface="맑은 고딕" panose="020B0503020000020004" pitchFamily="50" charset="-127"/>
              </a:rPr>
              <a:t> 수신동의 </a:t>
            </a:r>
            <a:r>
              <a:rPr lang="en-US" altLang="ko-KR" sz="800" b="1" dirty="0">
                <a:latin typeface="맑은 고딕" panose="020B0503020000020004" pitchFamily="50" charset="-127"/>
              </a:rPr>
              <a:t>(</a:t>
            </a:r>
            <a:r>
              <a:rPr lang="ko-KR" altLang="en-US" sz="800" b="1" dirty="0">
                <a:latin typeface="맑은 고딕" panose="020B0503020000020004" pitchFamily="50" charset="-127"/>
              </a:rPr>
              <a:t>선택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BC6F7B08-2D03-466F-8456-A9218B5EE298}"/>
              </a:ext>
            </a:extLst>
          </p:cNvPr>
          <p:cNvSpPr txBox="1"/>
          <p:nvPr/>
        </p:nvSpPr>
        <p:spPr>
          <a:xfrm>
            <a:off x="1695161" y="3198971"/>
            <a:ext cx="226055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/>
              <a:t>개인정보 수집 및 이용에 관한 안내</a:t>
            </a:r>
            <a:r>
              <a:rPr lang="en-US" altLang="ko-KR" sz="800" b="1" dirty="0">
                <a:latin typeface="맑은 고딕" panose="020B0503020000020004" pitchFamily="50" charset="-127"/>
              </a:rPr>
              <a:t> (</a:t>
            </a:r>
            <a:r>
              <a:rPr lang="ko-KR" altLang="en-US" sz="800" b="1" dirty="0">
                <a:latin typeface="맑은 고딕" panose="020B0503020000020004" pitchFamily="50" charset="-127"/>
              </a:rPr>
              <a:t>필수</a:t>
            </a:r>
            <a:r>
              <a:rPr lang="en-US" altLang="ko-KR" sz="800" b="1" dirty="0">
                <a:latin typeface="맑은 고딕" panose="020B0503020000020004" pitchFamily="50" charset="-127"/>
              </a:rPr>
              <a:t>)</a:t>
            </a:r>
            <a:endParaRPr lang="ko-KR" altLang="en-US" sz="800" b="1" dirty="0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83F0E51-B3A6-481B-B046-029B9981ADB3}"/>
              </a:ext>
            </a:extLst>
          </p:cNvPr>
          <p:cNvSpPr txBox="1"/>
          <p:nvPr/>
        </p:nvSpPr>
        <p:spPr>
          <a:xfrm>
            <a:off x="1672260" y="5396994"/>
            <a:ext cx="101341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</a:rPr>
              <a:t>□ </a:t>
            </a:r>
            <a:r>
              <a:rPr lang="ko-KR" altLang="en-US" sz="800" b="1" dirty="0">
                <a:latin typeface="맑은 고딕" panose="020B0503020000020004" pitchFamily="50" charset="-127"/>
              </a:rPr>
              <a:t>전체 약관 동의</a:t>
            </a:r>
            <a:endParaRPr lang="ko-KR" altLang="en-US" sz="800" b="1" dirty="0"/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A574412E-831F-494C-8049-1C2350CFC2FE}"/>
              </a:ext>
            </a:extLst>
          </p:cNvPr>
          <p:cNvSpPr/>
          <p:nvPr/>
        </p:nvSpPr>
        <p:spPr>
          <a:xfrm>
            <a:off x="4468599" y="5764867"/>
            <a:ext cx="1558215" cy="313683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>
                <a:solidFill>
                  <a:schemeClr val="bg1"/>
                </a:solidFill>
              </a:rPr>
              <a:t>가입완료</a:t>
            </a:r>
            <a:endParaRPr lang="ko-KR" altLang="en-US" sz="900" dirty="0">
              <a:solidFill>
                <a:schemeClr val="bg1"/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CA03BFD8-7439-4FCC-BB8D-A537112D2B36}"/>
              </a:ext>
            </a:extLst>
          </p:cNvPr>
          <p:cNvSpPr/>
          <p:nvPr/>
        </p:nvSpPr>
        <p:spPr>
          <a:xfrm>
            <a:off x="3026052" y="2009144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>
                <a:solidFill>
                  <a:schemeClr val="tx1"/>
                </a:solidFill>
              </a:rPr>
              <a:t>아무개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pSp>
        <p:nvGrpSpPr>
          <p:cNvPr id="79" name="그룹 78">
            <a:extLst>
              <a:ext uri="{FF2B5EF4-FFF2-40B4-BE49-F238E27FC236}">
                <a16:creationId xmlns:a16="http://schemas.microsoft.com/office/drawing/2014/main" id="{2471CE1B-6B52-4AF4-A5E5-58E037523090}"/>
              </a:ext>
            </a:extLst>
          </p:cNvPr>
          <p:cNvGrpSpPr/>
          <p:nvPr/>
        </p:nvGrpSpPr>
        <p:grpSpPr>
          <a:xfrm>
            <a:off x="2853540" y="732025"/>
            <a:ext cx="2177055" cy="513649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80" name="Border">
              <a:extLst>
                <a:ext uri="{FF2B5EF4-FFF2-40B4-BE49-F238E27FC236}">
                  <a16:creationId xmlns:a16="http://schemas.microsoft.com/office/drawing/2014/main" id="{4E9652EF-9DBA-4033-A17D-8EDDC20B3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1" name="Line 2">
              <a:extLst>
                <a:ext uri="{FF2B5EF4-FFF2-40B4-BE49-F238E27FC236}">
                  <a16:creationId xmlns:a16="http://schemas.microsoft.com/office/drawing/2014/main" id="{C460631C-D2D2-476E-A67E-8CCF741E2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" name="Line 1">
              <a:extLst>
                <a:ext uri="{FF2B5EF4-FFF2-40B4-BE49-F238E27FC236}">
                  <a16:creationId xmlns:a16="http://schemas.microsoft.com/office/drawing/2014/main" id="{59CBC70B-0964-48B7-8A56-4F18AF807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9A29FF1D-74D2-4BAD-8500-E147DD197C34}"/>
                </a:ext>
              </a:extLst>
            </p:cNvPr>
            <p:cNvSpPr txBox="1"/>
            <p:nvPr/>
          </p:nvSpPr>
          <p:spPr>
            <a:xfrm>
              <a:off x="3284021" y="2119467"/>
              <a:ext cx="794385" cy="26827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Shop </a:t>
              </a:r>
              <a:r>
                <a: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채널 로고</a:t>
              </a:r>
            </a:p>
          </p:txBody>
        </p:sp>
      </p:grp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32C0F5A7-216A-4BD0-89D6-F13C232FD01B}"/>
              </a:ext>
            </a:extLst>
          </p:cNvPr>
          <p:cNvGrpSpPr/>
          <p:nvPr/>
        </p:nvGrpSpPr>
        <p:grpSpPr>
          <a:xfrm>
            <a:off x="5394434" y="732024"/>
            <a:ext cx="2177055" cy="513649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85" name="Border">
              <a:extLst>
                <a:ext uri="{FF2B5EF4-FFF2-40B4-BE49-F238E27FC236}">
                  <a16:creationId xmlns:a16="http://schemas.microsoft.com/office/drawing/2014/main" id="{1F17D922-E39A-4034-A3DD-7353E23F5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6" name="Line 2">
              <a:extLst>
                <a:ext uri="{FF2B5EF4-FFF2-40B4-BE49-F238E27FC236}">
                  <a16:creationId xmlns:a16="http://schemas.microsoft.com/office/drawing/2014/main" id="{EFB357A8-30BF-4A98-99E0-0CC057650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7" name="Line 1">
              <a:extLst>
                <a:ext uri="{FF2B5EF4-FFF2-40B4-BE49-F238E27FC236}">
                  <a16:creationId xmlns:a16="http://schemas.microsoft.com/office/drawing/2014/main" id="{DE877F0A-CE79-4C80-83BB-82EE154D3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7A8695D9-57BE-4E89-B667-E8C74FE10C60}"/>
                </a:ext>
              </a:extLst>
            </p:cNvPr>
            <p:cNvSpPr txBox="1"/>
            <p:nvPr/>
          </p:nvSpPr>
          <p:spPr>
            <a:xfrm>
              <a:off x="3216299" y="2118070"/>
              <a:ext cx="929830" cy="26827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Me9 Market </a:t>
              </a:r>
              <a:r>
                <a: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로고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79910262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6">
            <a:extLst>
              <a:ext uri="{FF2B5EF4-FFF2-40B4-BE49-F238E27FC236}">
                <a16:creationId xmlns:a16="http://schemas.microsoft.com/office/drawing/2014/main" id="{243E3A46-241A-40A7-8161-3D98C8B61D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1408456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접속화면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간편회원 가입절차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</a:t>
                      </a:r>
                      <a:r>
                        <a:rPr lang="en-US" altLang="ko-KR" sz="1800" b="1" dirty="0">
                          <a:solidFill>
                            <a:schemeClr val="tx1"/>
                          </a:solidFill>
                        </a:rPr>
                        <a:t>Shop </a:t>
                      </a:r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채널 메인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상품영역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주문영역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 공지사항</a:t>
                      </a:r>
                    </a:p>
                    <a:p>
                      <a:pPr latinLnBrk="1"/>
                      <a:endParaRPr lang="ko-KR" altLang="en-US" sz="1800" b="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37265957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77380601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6">
            <a:extLst>
              <a:ext uri="{FF2B5EF4-FFF2-40B4-BE49-F238E27FC236}">
                <a16:creationId xmlns:a16="http://schemas.microsoft.com/office/drawing/2014/main" id="{243E3A46-241A-40A7-8161-3D98C8B61D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1994695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접속화면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간편회원 가입절차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 </a:t>
                      </a:r>
                      <a:r>
                        <a:rPr lang="en-US" altLang="ko-KR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 메인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상품영역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주문영역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 공지사항</a:t>
                      </a:r>
                    </a:p>
                    <a:p>
                      <a:pPr latinLnBrk="1"/>
                      <a:endParaRPr lang="ko-KR" altLang="en-US" sz="1800" b="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35093130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6DBBD180-5D84-45CC-A70E-D25A9161F73C}"/>
              </a:ext>
            </a:extLst>
          </p:cNvPr>
          <p:cNvSpPr/>
          <p:nvPr/>
        </p:nvSpPr>
        <p:spPr>
          <a:xfrm>
            <a:off x="3826815" y="893660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DE30A4D-5761-4245-ABF8-24E074A8DB30}"/>
              </a:ext>
            </a:extLst>
          </p:cNvPr>
          <p:cNvSpPr/>
          <p:nvPr/>
        </p:nvSpPr>
        <p:spPr>
          <a:xfrm>
            <a:off x="4656122" y="893660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C4031F8-394B-4399-B6BD-2D9A3C23F42F}"/>
              </a:ext>
            </a:extLst>
          </p:cNvPr>
          <p:cNvSpPr/>
          <p:nvPr/>
        </p:nvSpPr>
        <p:spPr>
          <a:xfrm>
            <a:off x="5485429" y="887724"/>
            <a:ext cx="718444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세분류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37749BA-5D92-4B86-9224-175AE7B4FE58}"/>
              </a:ext>
            </a:extLst>
          </p:cNvPr>
          <p:cNvSpPr/>
          <p:nvPr/>
        </p:nvSpPr>
        <p:spPr>
          <a:xfrm>
            <a:off x="3536318" y="1281327"/>
            <a:ext cx="2987312" cy="25499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상품코드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, 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상품제목</a:t>
            </a:r>
            <a:endParaRPr lang="ko-KR" altLang="en-US" sz="90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7FCFB004-89CE-4293-89B1-89AE27AE8ED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6302423" y="1330073"/>
            <a:ext cx="157211" cy="157211"/>
          </a:xfrm>
          <a:prstGeom prst="rect">
            <a:avLst/>
          </a:prstGeom>
        </p:spPr>
      </p:pic>
      <p:grpSp>
        <p:nvGrpSpPr>
          <p:cNvPr id="7" name="그룹 6">
            <a:extLst>
              <a:ext uri="{FF2B5EF4-FFF2-40B4-BE49-F238E27FC236}">
                <a16:creationId xmlns:a16="http://schemas.microsoft.com/office/drawing/2014/main" id="{BA55DB2F-BBD4-4574-ACB2-53E71D0C9FEC}"/>
              </a:ext>
            </a:extLst>
          </p:cNvPr>
          <p:cNvGrpSpPr/>
          <p:nvPr/>
        </p:nvGrpSpPr>
        <p:grpSpPr>
          <a:xfrm>
            <a:off x="1427738" y="2288694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8" name="Border">
              <a:extLst>
                <a:ext uri="{FF2B5EF4-FFF2-40B4-BE49-F238E27FC236}">
                  <a16:creationId xmlns:a16="http://schemas.microsoft.com/office/drawing/2014/main" id="{470A3B37-97FE-4C14-9B40-C96D748D9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2">
              <a:extLst>
                <a:ext uri="{FF2B5EF4-FFF2-40B4-BE49-F238E27FC236}">
                  <a16:creationId xmlns:a16="http://schemas.microsoft.com/office/drawing/2014/main" id="{E52CA6AB-1988-4E0C-B1FE-B408EDF76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Line 1">
              <a:extLst>
                <a:ext uri="{FF2B5EF4-FFF2-40B4-BE49-F238E27FC236}">
                  <a16:creationId xmlns:a16="http://schemas.microsoft.com/office/drawing/2014/main" id="{068B2C5C-1325-45B0-9D6A-895700FF4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97562D6-A65B-488A-9CB0-7B10FB2072FF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2" name="Large Icons">
            <a:extLst>
              <a:ext uri="{FF2B5EF4-FFF2-40B4-BE49-F238E27FC236}">
                <a16:creationId xmlns:a16="http://schemas.microsoft.com/office/drawing/2014/main" id="{FE5CDC26-CA51-419F-A123-D2771E0563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911764" y="2379095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216B0C9-12F7-4A62-AD37-369EEA86A5CC}"/>
              </a:ext>
            </a:extLst>
          </p:cNvPr>
          <p:cNvSpPr/>
          <p:nvPr/>
        </p:nvSpPr>
        <p:spPr>
          <a:xfrm>
            <a:off x="1364928" y="3329167"/>
            <a:ext cx="846707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</a:t>
            </a:r>
            <a:r>
              <a:rPr lang="en-US" altLang="ko-KR" sz="800" b="1" dirty="0">
                <a:latin typeface="+mj-ea"/>
                <a:ea typeface="+mj-ea"/>
              </a:rPr>
              <a:t>111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770386E-BDE8-42AD-997A-B4651C01619E}"/>
              </a:ext>
            </a:extLst>
          </p:cNvPr>
          <p:cNvSpPr/>
          <p:nvPr/>
        </p:nvSpPr>
        <p:spPr>
          <a:xfrm>
            <a:off x="1357701" y="3544081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1C76ACFF-29C3-4C95-BDC7-1A2693DB65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27353" y="3799618"/>
            <a:ext cx="691149" cy="168573"/>
          </a:xfrm>
          <a:prstGeom prst="rect">
            <a:avLst/>
          </a:prstGeom>
        </p:spPr>
      </p:pic>
      <p:grpSp>
        <p:nvGrpSpPr>
          <p:cNvPr id="16" name="그룹 15">
            <a:extLst>
              <a:ext uri="{FF2B5EF4-FFF2-40B4-BE49-F238E27FC236}">
                <a16:creationId xmlns:a16="http://schemas.microsoft.com/office/drawing/2014/main" id="{08D1585D-3748-415D-AF32-7722C0DC6A23}"/>
              </a:ext>
            </a:extLst>
          </p:cNvPr>
          <p:cNvGrpSpPr/>
          <p:nvPr/>
        </p:nvGrpSpPr>
        <p:grpSpPr>
          <a:xfrm>
            <a:off x="2943783" y="2288694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7" name="Border">
              <a:extLst>
                <a:ext uri="{FF2B5EF4-FFF2-40B4-BE49-F238E27FC236}">
                  <a16:creationId xmlns:a16="http://schemas.microsoft.com/office/drawing/2014/main" id="{D8CF9B17-08CC-4C3E-B570-D30176E61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Line 2">
              <a:extLst>
                <a:ext uri="{FF2B5EF4-FFF2-40B4-BE49-F238E27FC236}">
                  <a16:creationId xmlns:a16="http://schemas.microsoft.com/office/drawing/2014/main" id="{B3A2680E-8F8A-4E0C-BD68-46DE61CE8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Line 1">
              <a:extLst>
                <a:ext uri="{FF2B5EF4-FFF2-40B4-BE49-F238E27FC236}">
                  <a16:creationId xmlns:a16="http://schemas.microsoft.com/office/drawing/2014/main" id="{E0241604-FED4-4BCC-999E-8BBA1CC3A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D9C8E50-0A03-45E9-905B-90342F786777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21" name="Large Icons">
            <a:extLst>
              <a:ext uri="{FF2B5EF4-FFF2-40B4-BE49-F238E27FC236}">
                <a16:creationId xmlns:a16="http://schemas.microsoft.com/office/drawing/2014/main" id="{90CFD178-21EB-4C6E-9CBA-AA007F5F2B8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427809" y="2379095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64BE06A5-3060-493B-95C1-9B86C8DBCA3E}"/>
              </a:ext>
            </a:extLst>
          </p:cNvPr>
          <p:cNvSpPr/>
          <p:nvPr/>
        </p:nvSpPr>
        <p:spPr>
          <a:xfrm>
            <a:off x="2880973" y="3329167"/>
            <a:ext cx="88357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 </a:t>
            </a:r>
            <a:r>
              <a:rPr lang="en-US" altLang="ko-KR" sz="800" b="1" dirty="0">
                <a:latin typeface="+mj-ea"/>
                <a:ea typeface="+mj-ea"/>
              </a:rPr>
              <a:t>222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708F7EC-0BA7-4E99-8327-A417C12E6CC7}"/>
              </a:ext>
            </a:extLst>
          </p:cNvPr>
          <p:cNvSpPr/>
          <p:nvPr/>
        </p:nvSpPr>
        <p:spPr>
          <a:xfrm>
            <a:off x="2873746" y="3544081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E06F3A67-A4CC-4B3D-AC7F-5B133B96C3A2}"/>
              </a:ext>
            </a:extLst>
          </p:cNvPr>
          <p:cNvGrpSpPr/>
          <p:nvPr/>
        </p:nvGrpSpPr>
        <p:grpSpPr>
          <a:xfrm>
            <a:off x="4459443" y="2288694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25" name="Border">
              <a:extLst>
                <a:ext uri="{FF2B5EF4-FFF2-40B4-BE49-F238E27FC236}">
                  <a16:creationId xmlns:a16="http://schemas.microsoft.com/office/drawing/2014/main" id="{147478E7-2C5F-4842-98AB-6B9B28D41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Line 2">
              <a:extLst>
                <a:ext uri="{FF2B5EF4-FFF2-40B4-BE49-F238E27FC236}">
                  <a16:creationId xmlns:a16="http://schemas.microsoft.com/office/drawing/2014/main" id="{D04B4D5F-69B7-4921-B25F-166099E06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" name="Line 1">
              <a:extLst>
                <a:ext uri="{FF2B5EF4-FFF2-40B4-BE49-F238E27FC236}">
                  <a16:creationId xmlns:a16="http://schemas.microsoft.com/office/drawing/2014/main" id="{D18B6AC8-090B-4FDA-846F-3005E50CD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6BA493D-A0C7-4EFB-9ACD-AF3A67418BF4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29" name="Large Icons">
            <a:extLst>
              <a:ext uri="{FF2B5EF4-FFF2-40B4-BE49-F238E27FC236}">
                <a16:creationId xmlns:a16="http://schemas.microsoft.com/office/drawing/2014/main" id="{716AFA8E-518C-40A6-9152-CB9703B91FE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943469" y="2379095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492D62C7-2296-44B7-9092-22383B993C02}"/>
              </a:ext>
            </a:extLst>
          </p:cNvPr>
          <p:cNvSpPr/>
          <p:nvPr/>
        </p:nvSpPr>
        <p:spPr>
          <a:xfrm>
            <a:off x="4396633" y="3329167"/>
            <a:ext cx="88357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 </a:t>
            </a:r>
            <a:r>
              <a:rPr lang="en-US" altLang="ko-KR" sz="800" b="1" dirty="0">
                <a:latin typeface="+mj-ea"/>
                <a:ea typeface="+mj-ea"/>
              </a:rPr>
              <a:t>333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92E69C94-C41B-4E25-931B-687BA9522AC4}"/>
              </a:ext>
            </a:extLst>
          </p:cNvPr>
          <p:cNvSpPr/>
          <p:nvPr/>
        </p:nvSpPr>
        <p:spPr>
          <a:xfrm>
            <a:off x="4389406" y="3544081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pic>
        <p:nvPicPr>
          <p:cNvPr id="32" name="그림 31">
            <a:extLst>
              <a:ext uri="{FF2B5EF4-FFF2-40B4-BE49-F238E27FC236}">
                <a16:creationId xmlns:a16="http://schemas.microsoft.com/office/drawing/2014/main" id="{DFB2B792-7B91-48EF-B78F-547F1CB5E4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59058" y="3799618"/>
            <a:ext cx="691149" cy="168573"/>
          </a:xfrm>
          <a:prstGeom prst="rect">
            <a:avLst/>
          </a:prstGeom>
        </p:spPr>
      </p:pic>
      <p:grpSp>
        <p:nvGrpSpPr>
          <p:cNvPr id="33" name="그룹 32">
            <a:extLst>
              <a:ext uri="{FF2B5EF4-FFF2-40B4-BE49-F238E27FC236}">
                <a16:creationId xmlns:a16="http://schemas.microsoft.com/office/drawing/2014/main" id="{19D749F0-45D6-4265-90D0-F1D16A31DCE0}"/>
              </a:ext>
            </a:extLst>
          </p:cNvPr>
          <p:cNvGrpSpPr/>
          <p:nvPr/>
        </p:nvGrpSpPr>
        <p:grpSpPr>
          <a:xfrm>
            <a:off x="5980477" y="2268222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34" name="Border">
              <a:extLst>
                <a:ext uri="{FF2B5EF4-FFF2-40B4-BE49-F238E27FC236}">
                  <a16:creationId xmlns:a16="http://schemas.microsoft.com/office/drawing/2014/main" id="{FA8A5637-6DF7-4DF0-A950-46F547E42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" name="Line 2">
              <a:extLst>
                <a:ext uri="{FF2B5EF4-FFF2-40B4-BE49-F238E27FC236}">
                  <a16:creationId xmlns:a16="http://schemas.microsoft.com/office/drawing/2014/main" id="{B0AEB50B-84CF-4992-8594-34A653F50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" name="Line 1">
              <a:extLst>
                <a:ext uri="{FF2B5EF4-FFF2-40B4-BE49-F238E27FC236}">
                  <a16:creationId xmlns:a16="http://schemas.microsoft.com/office/drawing/2014/main" id="{44AC70F4-8BB3-4D0B-A6B1-E11FA8B02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8EC7401-400A-4C77-9576-F43AF2EF3F10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38" name="Large Icons">
            <a:extLst>
              <a:ext uri="{FF2B5EF4-FFF2-40B4-BE49-F238E27FC236}">
                <a16:creationId xmlns:a16="http://schemas.microsoft.com/office/drawing/2014/main" id="{C12F7B3D-D652-4014-85E4-B609D1D7FCB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64503" y="2358623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52797CE-3E10-4DCF-B5EE-A4FCB6E0D56F}"/>
              </a:ext>
            </a:extLst>
          </p:cNvPr>
          <p:cNvSpPr/>
          <p:nvPr/>
        </p:nvSpPr>
        <p:spPr>
          <a:xfrm>
            <a:off x="5917667" y="3308695"/>
            <a:ext cx="88357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 </a:t>
            </a:r>
            <a:r>
              <a:rPr lang="en-US" altLang="ko-KR" sz="800" b="1" dirty="0">
                <a:latin typeface="+mj-ea"/>
                <a:ea typeface="+mj-ea"/>
              </a:rPr>
              <a:t>444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284C27A-5E75-4BFB-9633-A6D9D65C1CEE}"/>
              </a:ext>
            </a:extLst>
          </p:cNvPr>
          <p:cNvSpPr/>
          <p:nvPr/>
        </p:nvSpPr>
        <p:spPr>
          <a:xfrm>
            <a:off x="5910440" y="3523609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pic>
        <p:nvPicPr>
          <p:cNvPr id="41" name="그림 40">
            <a:extLst>
              <a:ext uri="{FF2B5EF4-FFF2-40B4-BE49-F238E27FC236}">
                <a16:creationId xmlns:a16="http://schemas.microsoft.com/office/drawing/2014/main" id="{0A55A7F6-CFC8-44DD-807B-03DCEF62241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80092" y="3779146"/>
            <a:ext cx="691149" cy="168573"/>
          </a:xfrm>
          <a:prstGeom prst="rect">
            <a:avLst/>
          </a:prstGeom>
        </p:spPr>
      </p:pic>
      <p:grpSp>
        <p:nvGrpSpPr>
          <p:cNvPr id="42" name="그룹 41">
            <a:extLst>
              <a:ext uri="{FF2B5EF4-FFF2-40B4-BE49-F238E27FC236}">
                <a16:creationId xmlns:a16="http://schemas.microsoft.com/office/drawing/2014/main" id="{3447FB54-2B0D-4A40-99AA-E446FE295BAF}"/>
              </a:ext>
            </a:extLst>
          </p:cNvPr>
          <p:cNvGrpSpPr/>
          <p:nvPr/>
        </p:nvGrpSpPr>
        <p:grpSpPr>
          <a:xfrm>
            <a:off x="7444753" y="2268222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43" name="Border">
              <a:extLst>
                <a:ext uri="{FF2B5EF4-FFF2-40B4-BE49-F238E27FC236}">
                  <a16:creationId xmlns:a16="http://schemas.microsoft.com/office/drawing/2014/main" id="{A0EF99A7-93A8-4E29-AA8D-3D15B6787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" name="Line 2">
              <a:extLst>
                <a:ext uri="{FF2B5EF4-FFF2-40B4-BE49-F238E27FC236}">
                  <a16:creationId xmlns:a16="http://schemas.microsoft.com/office/drawing/2014/main" id="{542A1B3B-D040-462B-B250-7D6117DAA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" name="Line 1">
              <a:extLst>
                <a:ext uri="{FF2B5EF4-FFF2-40B4-BE49-F238E27FC236}">
                  <a16:creationId xmlns:a16="http://schemas.microsoft.com/office/drawing/2014/main" id="{F0DF505D-7E5B-47F9-9C7B-D9460E1A7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7504CB2E-E123-480D-A031-A4A8DA3AB348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47" name="Large Icons">
            <a:extLst>
              <a:ext uri="{FF2B5EF4-FFF2-40B4-BE49-F238E27FC236}">
                <a16:creationId xmlns:a16="http://schemas.microsoft.com/office/drawing/2014/main" id="{2B8C37F4-4998-42AF-9446-3616647F4F6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28779" y="2358623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8C5CDF4-D015-4450-B01B-05C7B0DCAAF7}"/>
              </a:ext>
            </a:extLst>
          </p:cNvPr>
          <p:cNvSpPr/>
          <p:nvPr/>
        </p:nvSpPr>
        <p:spPr>
          <a:xfrm>
            <a:off x="7381943" y="3308695"/>
            <a:ext cx="846707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</a:t>
            </a:r>
            <a:r>
              <a:rPr lang="en-US" altLang="ko-KR" sz="800" b="1" dirty="0">
                <a:latin typeface="+mj-ea"/>
                <a:ea typeface="+mj-ea"/>
              </a:rPr>
              <a:t>555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936E740-59B2-4916-94E8-67692E937FF6}"/>
              </a:ext>
            </a:extLst>
          </p:cNvPr>
          <p:cNvSpPr/>
          <p:nvPr/>
        </p:nvSpPr>
        <p:spPr>
          <a:xfrm>
            <a:off x="7374716" y="3523609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292E53ED-3662-4C3B-AB6B-08DC533609E8}"/>
              </a:ext>
            </a:extLst>
          </p:cNvPr>
          <p:cNvGrpSpPr/>
          <p:nvPr/>
        </p:nvGrpSpPr>
        <p:grpSpPr>
          <a:xfrm>
            <a:off x="1422364" y="4275181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55" name="Border">
              <a:extLst>
                <a:ext uri="{FF2B5EF4-FFF2-40B4-BE49-F238E27FC236}">
                  <a16:creationId xmlns:a16="http://schemas.microsoft.com/office/drawing/2014/main" id="{EA7EFE79-F5E5-4087-9AE2-4D781B0BD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" name="Line 2">
              <a:extLst>
                <a:ext uri="{FF2B5EF4-FFF2-40B4-BE49-F238E27FC236}">
                  <a16:creationId xmlns:a16="http://schemas.microsoft.com/office/drawing/2014/main" id="{EF8E890A-BAE3-4784-BE87-9D19225C5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" name="Line 1">
              <a:extLst>
                <a:ext uri="{FF2B5EF4-FFF2-40B4-BE49-F238E27FC236}">
                  <a16:creationId xmlns:a16="http://schemas.microsoft.com/office/drawing/2014/main" id="{7F7717A7-9C1D-48C6-8625-40CDB848C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47730183-A289-4E4B-86E8-6812451AA244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59" name="Large Icons">
            <a:extLst>
              <a:ext uri="{FF2B5EF4-FFF2-40B4-BE49-F238E27FC236}">
                <a16:creationId xmlns:a16="http://schemas.microsoft.com/office/drawing/2014/main" id="{A4401F13-6747-4FE1-939C-76843745548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906390" y="4365582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40BC2CD5-1FB2-4301-8F5C-BE01CBE99C52}"/>
              </a:ext>
            </a:extLst>
          </p:cNvPr>
          <p:cNvSpPr/>
          <p:nvPr/>
        </p:nvSpPr>
        <p:spPr>
          <a:xfrm>
            <a:off x="1359554" y="5315654"/>
            <a:ext cx="846707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</a:t>
            </a:r>
            <a:r>
              <a:rPr lang="en-US" altLang="ko-KR" sz="800" b="1" dirty="0">
                <a:latin typeface="+mj-ea"/>
                <a:ea typeface="+mj-ea"/>
              </a:rPr>
              <a:t>111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C3D8A81-08DF-43FB-BAAE-59AB6FCDD327}"/>
              </a:ext>
            </a:extLst>
          </p:cNvPr>
          <p:cNvSpPr/>
          <p:nvPr/>
        </p:nvSpPr>
        <p:spPr>
          <a:xfrm>
            <a:off x="1352327" y="5530568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pic>
        <p:nvPicPr>
          <p:cNvPr id="62" name="그림 61">
            <a:extLst>
              <a:ext uri="{FF2B5EF4-FFF2-40B4-BE49-F238E27FC236}">
                <a16:creationId xmlns:a16="http://schemas.microsoft.com/office/drawing/2014/main" id="{0157076C-7A9A-41BB-8DCE-BC443D9A10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21979" y="5786105"/>
            <a:ext cx="691149" cy="168573"/>
          </a:xfrm>
          <a:prstGeom prst="rect">
            <a:avLst/>
          </a:prstGeom>
        </p:spPr>
      </p:pic>
      <p:grpSp>
        <p:nvGrpSpPr>
          <p:cNvPr id="63" name="그룹 62">
            <a:extLst>
              <a:ext uri="{FF2B5EF4-FFF2-40B4-BE49-F238E27FC236}">
                <a16:creationId xmlns:a16="http://schemas.microsoft.com/office/drawing/2014/main" id="{A3D41758-BC44-4D02-8F0F-A2940F83B5B2}"/>
              </a:ext>
            </a:extLst>
          </p:cNvPr>
          <p:cNvGrpSpPr/>
          <p:nvPr/>
        </p:nvGrpSpPr>
        <p:grpSpPr>
          <a:xfrm>
            <a:off x="2938409" y="4275181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64" name="Border">
              <a:extLst>
                <a:ext uri="{FF2B5EF4-FFF2-40B4-BE49-F238E27FC236}">
                  <a16:creationId xmlns:a16="http://schemas.microsoft.com/office/drawing/2014/main" id="{1734BA17-63B7-407E-BC75-8994EE35F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" name="Line 2">
              <a:extLst>
                <a:ext uri="{FF2B5EF4-FFF2-40B4-BE49-F238E27FC236}">
                  <a16:creationId xmlns:a16="http://schemas.microsoft.com/office/drawing/2014/main" id="{50850F71-2C59-4836-B543-39A216C09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6" name="Line 1">
              <a:extLst>
                <a:ext uri="{FF2B5EF4-FFF2-40B4-BE49-F238E27FC236}">
                  <a16:creationId xmlns:a16="http://schemas.microsoft.com/office/drawing/2014/main" id="{E05A5CCD-50D5-4AB5-8AC4-85E5B4D7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19983B59-A2B6-41BA-AD58-6260C47D8622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68" name="Large Icons">
            <a:extLst>
              <a:ext uri="{FF2B5EF4-FFF2-40B4-BE49-F238E27FC236}">
                <a16:creationId xmlns:a16="http://schemas.microsoft.com/office/drawing/2014/main" id="{C9212FA0-AAB2-4F32-902D-6DFD6C0DC4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422435" y="4365582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CA0C62AD-51F9-48B7-8986-56E22B6260E6}"/>
              </a:ext>
            </a:extLst>
          </p:cNvPr>
          <p:cNvSpPr/>
          <p:nvPr/>
        </p:nvSpPr>
        <p:spPr>
          <a:xfrm>
            <a:off x="2875599" y="5315654"/>
            <a:ext cx="88357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 </a:t>
            </a:r>
            <a:r>
              <a:rPr lang="en-US" altLang="ko-KR" sz="800" b="1" dirty="0">
                <a:latin typeface="+mj-ea"/>
                <a:ea typeface="+mj-ea"/>
              </a:rPr>
              <a:t>222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A8AA5906-7677-40AE-AFA8-A716315DEFFB}"/>
              </a:ext>
            </a:extLst>
          </p:cNvPr>
          <p:cNvSpPr/>
          <p:nvPr/>
        </p:nvSpPr>
        <p:spPr>
          <a:xfrm>
            <a:off x="2868372" y="5530568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0653CFB5-10EB-4CA9-B03F-B6067EBC1FD1}"/>
              </a:ext>
            </a:extLst>
          </p:cNvPr>
          <p:cNvGrpSpPr/>
          <p:nvPr/>
        </p:nvGrpSpPr>
        <p:grpSpPr>
          <a:xfrm>
            <a:off x="4454069" y="4275181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2" name="Border">
              <a:extLst>
                <a:ext uri="{FF2B5EF4-FFF2-40B4-BE49-F238E27FC236}">
                  <a16:creationId xmlns:a16="http://schemas.microsoft.com/office/drawing/2014/main" id="{E3894E07-236D-47F1-B510-5C1DE2B3B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Line 2">
              <a:extLst>
                <a:ext uri="{FF2B5EF4-FFF2-40B4-BE49-F238E27FC236}">
                  <a16:creationId xmlns:a16="http://schemas.microsoft.com/office/drawing/2014/main" id="{514113F7-D043-4337-ADC3-6A5032EB9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4" name="Line 1">
              <a:extLst>
                <a:ext uri="{FF2B5EF4-FFF2-40B4-BE49-F238E27FC236}">
                  <a16:creationId xmlns:a16="http://schemas.microsoft.com/office/drawing/2014/main" id="{D794F463-D64A-436C-89E7-7A5BA3B1A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36FA8044-0C85-4136-B318-7BABF8BE62A6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76" name="Large Icons">
            <a:extLst>
              <a:ext uri="{FF2B5EF4-FFF2-40B4-BE49-F238E27FC236}">
                <a16:creationId xmlns:a16="http://schemas.microsoft.com/office/drawing/2014/main" id="{B27FF4BB-AB6A-46D3-8866-14A8DD081FD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938095" y="4365582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887B7CFB-1804-4259-98BB-4FBDECECE8BF}"/>
              </a:ext>
            </a:extLst>
          </p:cNvPr>
          <p:cNvSpPr/>
          <p:nvPr/>
        </p:nvSpPr>
        <p:spPr>
          <a:xfrm>
            <a:off x="4391259" y="5315654"/>
            <a:ext cx="88357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 </a:t>
            </a:r>
            <a:r>
              <a:rPr lang="en-US" altLang="ko-KR" sz="800" b="1" dirty="0">
                <a:latin typeface="+mj-ea"/>
                <a:ea typeface="+mj-ea"/>
              </a:rPr>
              <a:t>333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93BE30AB-3B60-4FBE-80B3-4C1FF34E033C}"/>
              </a:ext>
            </a:extLst>
          </p:cNvPr>
          <p:cNvSpPr/>
          <p:nvPr/>
        </p:nvSpPr>
        <p:spPr>
          <a:xfrm>
            <a:off x="4384032" y="5530568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pic>
        <p:nvPicPr>
          <p:cNvPr id="79" name="그림 78">
            <a:extLst>
              <a:ext uri="{FF2B5EF4-FFF2-40B4-BE49-F238E27FC236}">
                <a16:creationId xmlns:a16="http://schemas.microsoft.com/office/drawing/2014/main" id="{3957558F-85EF-46F4-A2C6-F14A1A04DB6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53684" y="5786105"/>
            <a:ext cx="691149" cy="168573"/>
          </a:xfrm>
          <a:prstGeom prst="rect">
            <a:avLst/>
          </a:prstGeom>
        </p:spPr>
      </p:pic>
      <p:grpSp>
        <p:nvGrpSpPr>
          <p:cNvPr id="80" name="그룹 79">
            <a:extLst>
              <a:ext uri="{FF2B5EF4-FFF2-40B4-BE49-F238E27FC236}">
                <a16:creationId xmlns:a16="http://schemas.microsoft.com/office/drawing/2014/main" id="{D7570255-65A3-49D0-952A-356AEFC11A47}"/>
              </a:ext>
            </a:extLst>
          </p:cNvPr>
          <p:cNvGrpSpPr/>
          <p:nvPr/>
        </p:nvGrpSpPr>
        <p:grpSpPr>
          <a:xfrm>
            <a:off x="5975103" y="4254709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81" name="Border">
              <a:extLst>
                <a:ext uri="{FF2B5EF4-FFF2-40B4-BE49-F238E27FC236}">
                  <a16:creationId xmlns:a16="http://schemas.microsoft.com/office/drawing/2014/main" id="{04346ADD-A2C6-4DB2-B1EE-A2BFC3B8B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" name="Line 2">
              <a:extLst>
                <a:ext uri="{FF2B5EF4-FFF2-40B4-BE49-F238E27FC236}">
                  <a16:creationId xmlns:a16="http://schemas.microsoft.com/office/drawing/2014/main" id="{4B87257C-CDF9-4CE8-889A-0AFB00AF7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" name="Line 1">
              <a:extLst>
                <a:ext uri="{FF2B5EF4-FFF2-40B4-BE49-F238E27FC236}">
                  <a16:creationId xmlns:a16="http://schemas.microsoft.com/office/drawing/2014/main" id="{49ED7F11-8D5E-44EA-84CE-87DB43953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64A28805-0674-4AEE-B94C-1C7813EA1245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85" name="Large Icons">
            <a:extLst>
              <a:ext uri="{FF2B5EF4-FFF2-40B4-BE49-F238E27FC236}">
                <a16:creationId xmlns:a16="http://schemas.microsoft.com/office/drawing/2014/main" id="{63FBE1EF-B51A-4DBD-8613-6D306752871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59129" y="4345110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D81FBF3E-75F0-488F-A257-50DE6C2E25CC}"/>
              </a:ext>
            </a:extLst>
          </p:cNvPr>
          <p:cNvSpPr/>
          <p:nvPr/>
        </p:nvSpPr>
        <p:spPr>
          <a:xfrm>
            <a:off x="5912293" y="5295182"/>
            <a:ext cx="88357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 </a:t>
            </a:r>
            <a:r>
              <a:rPr lang="en-US" altLang="ko-KR" sz="800" b="1" dirty="0">
                <a:latin typeface="+mj-ea"/>
                <a:ea typeface="+mj-ea"/>
              </a:rPr>
              <a:t>444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267264A-ED06-493E-A2C8-5B9B3E820806}"/>
              </a:ext>
            </a:extLst>
          </p:cNvPr>
          <p:cNvSpPr/>
          <p:nvPr/>
        </p:nvSpPr>
        <p:spPr>
          <a:xfrm>
            <a:off x="5905066" y="5510096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pic>
        <p:nvPicPr>
          <p:cNvPr id="88" name="그림 87">
            <a:extLst>
              <a:ext uri="{FF2B5EF4-FFF2-40B4-BE49-F238E27FC236}">
                <a16:creationId xmlns:a16="http://schemas.microsoft.com/office/drawing/2014/main" id="{F0EFA4C8-8467-48EE-B82C-F6ADF7A308D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74718" y="5765633"/>
            <a:ext cx="691149" cy="168573"/>
          </a:xfrm>
          <a:prstGeom prst="rect">
            <a:avLst/>
          </a:prstGeom>
        </p:spPr>
      </p:pic>
      <p:grpSp>
        <p:nvGrpSpPr>
          <p:cNvPr id="89" name="그룹 88">
            <a:extLst>
              <a:ext uri="{FF2B5EF4-FFF2-40B4-BE49-F238E27FC236}">
                <a16:creationId xmlns:a16="http://schemas.microsoft.com/office/drawing/2014/main" id="{EAA28532-BDCF-44D2-8412-62F0375271E1}"/>
              </a:ext>
            </a:extLst>
          </p:cNvPr>
          <p:cNvGrpSpPr/>
          <p:nvPr/>
        </p:nvGrpSpPr>
        <p:grpSpPr>
          <a:xfrm>
            <a:off x="7439379" y="4254709"/>
            <a:ext cx="1285164" cy="97413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90" name="Border">
              <a:extLst>
                <a:ext uri="{FF2B5EF4-FFF2-40B4-BE49-F238E27FC236}">
                  <a16:creationId xmlns:a16="http://schemas.microsoft.com/office/drawing/2014/main" id="{3266B5AF-CF10-4188-8774-C9E3018DE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1" name="Line 2">
              <a:extLst>
                <a:ext uri="{FF2B5EF4-FFF2-40B4-BE49-F238E27FC236}">
                  <a16:creationId xmlns:a16="http://schemas.microsoft.com/office/drawing/2014/main" id="{3A402A12-46A8-46E1-B36D-8B2EB92F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Line 1">
              <a:extLst>
                <a:ext uri="{FF2B5EF4-FFF2-40B4-BE49-F238E27FC236}">
                  <a16:creationId xmlns:a16="http://schemas.microsoft.com/office/drawing/2014/main" id="{4BB1000A-4763-4912-AF3A-384A00879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C6750F29-C048-4304-B69C-DCAF6A272666}"/>
                </a:ext>
              </a:extLst>
            </p:cNvPr>
            <p:cNvSpPr txBox="1"/>
            <p:nvPr/>
          </p:nvSpPr>
          <p:spPr>
            <a:xfrm>
              <a:off x="3173700" y="2182877"/>
              <a:ext cx="1015025" cy="1414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상품이미지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94" name="Large Icons">
            <a:extLst>
              <a:ext uri="{FF2B5EF4-FFF2-40B4-BE49-F238E27FC236}">
                <a16:creationId xmlns:a16="http://schemas.microsoft.com/office/drawing/2014/main" id="{CE1EE3AD-573A-44FA-A981-6CC384EE40B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23405" y="4345110"/>
            <a:ext cx="317111" cy="270274"/>
          </a:xfrm>
          <a:custGeom>
            <a:avLst/>
            <a:gdLst>
              <a:gd name="T0" fmla="*/ 0 w 667"/>
              <a:gd name="T1" fmla="*/ 0 h 560"/>
              <a:gd name="T2" fmla="*/ 0 w 667"/>
              <a:gd name="T3" fmla="*/ 560 h 560"/>
              <a:gd name="T4" fmla="*/ 667 w 667"/>
              <a:gd name="T5" fmla="*/ 560 h 560"/>
              <a:gd name="T6" fmla="*/ 667 w 667"/>
              <a:gd name="T7" fmla="*/ 0 h 560"/>
              <a:gd name="T8" fmla="*/ 0 w 667"/>
              <a:gd name="T9" fmla="*/ 0 h 560"/>
              <a:gd name="T10" fmla="*/ 27 w 667"/>
              <a:gd name="T11" fmla="*/ 27 h 560"/>
              <a:gd name="T12" fmla="*/ 640 w 667"/>
              <a:gd name="T13" fmla="*/ 27 h 560"/>
              <a:gd name="T14" fmla="*/ 640 w 667"/>
              <a:gd name="T15" fmla="*/ 534 h 560"/>
              <a:gd name="T16" fmla="*/ 27 w 667"/>
              <a:gd name="T17" fmla="*/ 534 h 560"/>
              <a:gd name="T18" fmla="*/ 27 w 667"/>
              <a:gd name="T19" fmla="*/ 27 h 560"/>
              <a:gd name="T20" fmla="*/ 67 w 667"/>
              <a:gd name="T21" fmla="*/ 67 h 560"/>
              <a:gd name="T22" fmla="*/ 67 w 667"/>
              <a:gd name="T23" fmla="*/ 494 h 560"/>
              <a:gd name="T24" fmla="*/ 600 w 667"/>
              <a:gd name="T25" fmla="*/ 494 h 560"/>
              <a:gd name="T26" fmla="*/ 600 w 667"/>
              <a:gd name="T27" fmla="*/ 67 h 560"/>
              <a:gd name="T28" fmla="*/ 67 w 667"/>
              <a:gd name="T29" fmla="*/ 67 h 560"/>
              <a:gd name="T30" fmla="*/ 93 w 667"/>
              <a:gd name="T31" fmla="*/ 94 h 560"/>
              <a:gd name="T32" fmla="*/ 573 w 667"/>
              <a:gd name="T33" fmla="*/ 94 h 560"/>
              <a:gd name="T34" fmla="*/ 573 w 667"/>
              <a:gd name="T35" fmla="*/ 335 h 560"/>
              <a:gd name="T36" fmla="*/ 472 w 667"/>
              <a:gd name="T37" fmla="*/ 295 h 560"/>
              <a:gd name="T38" fmla="*/ 461 w 667"/>
              <a:gd name="T39" fmla="*/ 295 h 560"/>
              <a:gd name="T40" fmla="*/ 364 w 667"/>
              <a:gd name="T41" fmla="*/ 343 h 560"/>
              <a:gd name="T42" fmla="*/ 237 w 667"/>
              <a:gd name="T43" fmla="*/ 166 h 560"/>
              <a:gd name="T44" fmla="*/ 226 w 667"/>
              <a:gd name="T45" fmla="*/ 160 h 560"/>
              <a:gd name="T46" fmla="*/ 217 w 667"/>
              <a:gd name="T47" fmla="*/ 165 h 560"/>
              <a:gd name="T48" fmla="*/ 93 w 667"/>
              <a:gd name="T49" fmla="*/ 309 h 560"/>
              <a:gd name="T50" fmla="*/ 93 w 667"/>
              <a:gd name="T51" fmla="*/ 94 h 560"/>
              <a:gd name="T52" fmla="*/ 440 w 667"/>
              <a:gd name="T53" fmla="*/ 147 h 560"/>
              <a:gd name="T54" fmla="*/ 387 w 667"/>
              <a:gd name="T55" fmla="*/ 200 h 560"/>
              <a:gd name="T56" fmla="*/ 440 w 667"/>
              <a:gd name="T57" fmla="*/ 254 h 560"/>
              <a:gd name="T58" fmla="*/ 493 w 667"/>
              <a:gd name="T59" fmla="*/ 200 h 560"/>
              <a:gd name="T60" fmla="*/ 440 w 667"/>
              <a:gd name="T61" fmla="*/ 147 h 560"/>
              <a:gd name="T62" fmla="*/ 440 w 667"/>
              <a:gd name="T63" fmla="*/ 174 h 560"/>
              <a:gd name="T64" fmla="*/ 467 w 667"/>
              <a:gd name="T65" fmla="*/ 200 h 560"/>
              <a:gd name="T66" fmla="*/ 440 w 667"/>
              <a:gd name="T67" fmla="*/ 227 h 560"/>
              <a:gd name="T68" fmla="*/ 413 w 667"/>
              <a:gd name="T69" fmla="*/ 200 h 560"/>
              <a:gd name="T70" fmla="*/ 440 w 667"/>
              <a:gd name="T71" fmla="*/ 174 h 560"/>
              <a:gd name="T72" fmla="*/ 226 w 667"/>
              <a:gd name="T73" fmla="*/ 195 h 560"/>
              <a:gd name="T74" fmla="*/ 349 w 667"/>
              <a:gd name="T75" fmla="*/ 368 h 560"/>
              <a:gd name="T76" fmla="*/ 366 w 667"/>
              <a:gd name="T77" fmla="*/ 372 h 560"/>
              <a:gd name="T78" fmla="*/ 467 w 667"/>
              <a:gd name="T79" fmla="*/ 322 h 560"/>
              <a:gd name="T80" fmla="*/ 573 w 667"/>
              <a:gd name="T81" fmla="*/ 364 h 560"/>
              <a:gd name="T82" fmla="*/ 573 w 667"/>
              <a:gd name="T83" fmla="*/ 467 h 560"/>
              <a:gd name="T84" fmla="*/ 93 w 667"/>
              <a:gd name="T85" fmla="*/ 467 h 560"/>
              <a:gd name="T86" fmla="*/ 93 w 667"/>
              <a:gd name="T87" fmla="*/ 350 h 560"/>
              <a:gd name="T88" fmla="*/ 226 w 667"/>
              <a:gd name="T89" fmla="*/ 195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560">
                <a:moveTo>
                  <a:pt x="0" y="0"/>
                </a:moveTo>
                <a:lnTo>
                  <a:pt x="0" y="560"/>
                </a:lnTo>
                <a:lnTo>
                  <a:pt x="667" y="560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640" y="27"/>
                </a:lnTo>
                <a:lnTo>
                  <a:pt x="640" y="534"/>
                </a:lnTo>
                <a:lnTo>
                  <a:pt x="27" y="534"/>
                </a:lnTo>
                <a:lnTo>
                  <a:pt x="27" y="27"/>
                </a:lnTo>
                <a:close/>
                <a:moveTo>
                  <a:pt x="67" y="67"/>
                </a:moveTo>
                <a:lnTo>
                  <a:pt x="67" y="494"/>
                </a:lnTo>
                <a:lnTo>
                  <a:pt x="600" y="494"/>
                </a:lnTo>
                <a:lnTo>
                  <a:pt x="600" y="67"/>
                </a:lnTo>
                <a:lnTo>
                  <a:pt x="67" y="67"/>
                </a:lnTo>
                <a:close/>
                <a:moveTo>
                  <a:pt x="93" y="94"/>
                </a:moveTo>
                <a:lnTo>
                  <a:pt x="573" y="94"/>
                </a:lnTo>
                <a:lnTo>
                  <a:pt x="573" y="335"/>
                </a:lnTo>
                <a:lnTo>
                  <a:pt x="472" y="295"/>
                </a:lnTo>
                <a:cubicBezTo>
                  <a:pt x="468" y="293"/>
                  <a:pt x="464" y="293"/>
                  <a:pt x="461" y="295"/>
                </a:cubicBezTo>
                <a:lnTo>
                  <a:pt x="364" y="343"/>
                </a:lnTo>
                <a:lnTo>
                  <a:pt x="237" y="166"/>
                </a:lnTo>
                <a:cubicBezTo>
                  <a:pt x="235" y="162"/>
                  <a:pt x="231" y="160"/>
                  <a:pt x="226" y="160"/>
                </a:cubicBezTo>
                <a:cubicBezTo>
                  <a:pt x="222" y="161"/>
                  <a:pt x="219" y="162"/>
                  <a:pt x="217" y="165"/>
                </a:cubicBezTo>
                <a:lnTo>
                  <a:pt x="93" y="309"/>
                </a:lnTo>
                <a:lnTo>
                  <a:pt x="93" y="94"/>
                </a:lnTo>
                <a:close/>
                <a:moveTo>
                  <a:pt x="440" y="147"/>
                </a:moveTo>
                <a:cubicBezTo>
                  <a:pt x="411" y="147"/>
                  <a:pt x="387" y="171"/>
                  <a:pt x="387" y="200"/>
                </a:cubicBezTo>
                <a:cubicBezTo>
                  <a:pt x="387" y="230"/>
                  <a:pt x="411" y="254"/>
                  <a:pt x="440" y="254"/>
                </a:cubicBezTo>
                <a:cubicBezTo>
                  <a:pt x="469" y="254"/>
                  <a:pt x="493" y="230"/>
                  <a:pt x="493" y="200"/>
                </a:cubicBezTo>
                <a:cubicBezTo>
                  <a:pt x="493" y="171"/>
                  <a:pt x="469" y="147"/>
                  <a:pt x="440" y="147"/>
                </a:cubicBezTo>
                <a:close/>
                <a:moveTo>
                  <a:pt x="440" y="174"/>
                </a:moveTo>
                <a:cubicBezTo>
                  <a:pt x="455" y="174"/>
                  <a:pt x="467" y="185"/>
                  <a:pt x="467" y="200"/>
                </a:cubicBezTo>
                <a:cubicBezTo>
                  <a:pt x="467" y="215"/>
                  <a:pt x="455" y="227"/>
                  <a:pt x="440" y="227"/>
                </a:cubicBezTo>
                <a:cubicBezTo>
                  <a:pt x="425" y="227"/>
                  <a:pt x="413" y="215"/>
                  <a:pt x="413" y="200"/>
                </a:cubicBezTo>
                <a:cubicBezTo>
                  <a:pt x="413" y="185"/>
                  <a:pt x="425" y="174"/>
                  <a:pt x="440" y="174"/>
                </a:cubicBezTo>
                <a:close/>
                <a:moveTo>
                  <a:pt x="226" y="195"/>
                </a:moveTo>
                <a:lnTo>
                  <a:pt x="349" y="368"/>
                </a:lnTo>
                <a:cubicBezTo>
                  <a:pt x="353" y="373"/>
                  <a:pt x="360" y="375"/>
                  <a:pt x="366" y="372"/>
                </a:cubicBezTo>
                <a:lnTo>
                  <a:pt x="467" y="322"/>
                </a:lnTo>
                <a:lnTo>
                  <a:pt x="573" y="364"/>
                </a:lnTo>
                <a:lnTo>
                  <a:pt x="573" y="467"/>
                </a:lnTo>
                <a:lnTo>
                  <a:pt x="93" y="467"/>
                </a:lnTo>
                <a:lnTo>
                  <a:pt x="93" y="350"/>
                </a:lnTo>
                <a:lnTo>
                  <a:pt x="226" y="195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10736063-A333-4328-B4D4-7E12607BE695}"/>
              </a:ext>
            </a:extLst>
          </p:cNvPr>
          <p:cNvSpPr/>
          <p:nvPr/>
        </p:nvSpPr>
        <p:spPr>
          <a:xfrm>
            <a:off x="7376569" y="5295182"/>
            <a:ext cx="846707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+mj-ea"/>
                <a:ea typeface="+mj-ea"/>
              </a:rPr>
              <a:t>상품 제목 </a:t>
            </a:r>
            <a:r>
              <a:rPr lang="en-US" altLang="ko-KR" sz="800" b="1" dirty="0">
                <a:latin typeface="+mj-ea"/>
                <a:ea typeface="+mj-ea"/>
              </a:rPr>
              <a:t>555</a:t>
            </a:r>
            <a:endParaRPr lang="ko-KR" altLang="en-US" sz="800" b="1" dirty="0">
              <a:latin typeface="+mj-ea"/>
              <a:ea typeface="+mj-ea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B6115DFA-2701-4380-8350-6A3F7551AC33}"/>
              </a:ext>
            </a:extLst>
          </p:cNvPr>
          <p:cNvSpPr/>
          <p:nvPr/>
        </p:nvSpPr>
        <p:spPr>
          <a:xfrm>
            <a:off x="7369342" y="5510096"/>
            <a:ext cx="707245" cy="25321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ko-KR" sz="800" b="1" dirty="0">
                <a:latin typeface="+mj-ea"/>
                <a:ea typeface="+mj-ea"/>
              </a:rPr>
              <a:t>225,000 </a:t>
            </a:r>
            <a:r>
              <a:rPr lang="ko-KR" altLang="en-US" sz="800" b="1" dirty="0">
                <a:latin typeface="+mj-ea"/>
                <a:ea typeface="+mj-ea"/>
              </a:rPr>
              <a:t>원</a:t>
            </a:r>
          </a:p>
        </p:txBody>
      </p:sp>
      <p:pic>
        <p:nvPicPr>
          <p:cNvPr id="97" name="Picture 2">
            <a:extLst>
              <a:ext uri="{FF2B5EF4-FFF2-40B4-BE49-F238E27FC236}">
                <a16:creationId xmlns:a16="http://schemas.microsoft.com/office/drawing/2014/main" id="{0FD09BF3-EA2D-4A40-BE59-EB403F3560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0428" y="6328870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9937F9F5-D369-4AB0-AD4B-8A40D52ADDD1}"/>
              </a:ext>
            </a:extLst>
          </p:cNvPr>
          <p:cNvCxnSpPr/>
          <p:nvPr/>
        </p:nvCxnSpPr>
        <p:spPr>
          <a:xfrm>
            <a:off x="1421979" y="1748448"/>
            <a:ext cx="730256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79B8BD43-449E-4239-A524-5EE73EB09367}"/>
              </a:ext>
            </a:extLst>
          </p:cNvPr>
          <p:cNvSpPr/>
          <p:nvPr/>
        </p:nvSpPr>
        <p:spPr>
          <a:xfrm>
            <a:off x="5830741" y="1821880"/>
            <a:ext cx="606433" cy="192328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</a:rPr>
              <a:t>별점수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50342EB-BFC3-4CC1-86A6-6BBD7336930D}"/>
              </a:ext>
            </a:extLst>
          </p:cNvPr>
          <p:cNvSpPr/>
          <p:nvPr/>
        </p:nvSpPr>
        <p:spPr>
          <a:xfrm>
            <a:off x="6504031" y="1821880"/>
            <a:ext cx="670123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tx1">
                    <a:lumMod val="50000"/>
                    <a:lumOff val="50000"/>
                  </a:schemeClr>
                </a:solidFill>
              </a:rPr>
              <a:t>신상품순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EAC79B8-01E2-43A7-82E0-44BE56E6DEED}"/>
              </a:ext>
            </a:extLst>
          </p:cNvPr>
          <p:cNvSpPr/>
          <p:nvPr/>
        </p:nvSpPr>
        <p:spPr>
          <a:xfrm>
            <a:off x="7234187" y="1821004"/>
            <a:ext cx="724713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tx1">
                    <a:lumMod val="50000"/>
                    <a:lumOff val="50000"/>
                  </a:schemeClr>
                </a:solidFill>
              </a:rPr>
              <a:t>낮은가격순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F06CAE5-8ED6-4DAE-BE26-695724B857F3}"/>
              </a:ext>
            </a:extLst>
          </p:cNvPr>
          <p:cNvSpPr/>
          <p:nvPr/>
        </p:nvSpPr>
        <p:spPr>
          <a:xfrm>
            <a:off x="8029818" y="1821004"/>
            <a:ext cx="724713" cy="1923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높은가격순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551599C9-FA8F-4E08-A9B4-FA78817CB6BD}"/>
              </a:ext>
            </a:extLst>
          </p:cNvPr>
          <p:cNvSpPr txBox="1"/>
          <p:nvPr/>
        </p:nvSpPr>
        <p:spPr>
          <a:xfrm>
            <a:off x="1359554" y="1780828"/>
            <a:ext cx="46519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/>
              <a:t>289</a:t>
            </a:r>
            <a:r>
              <a:rPr lang="ko-KR" altLang="en-US" sz="800" b="1" dirty="0"/>
              <a:t>개</a:t>
            </a:r>
          </a:p>
        </p:txBody>
      </p:sp>
    </p:spTree>
    <p:extLst>
      <p:ext uri="{BB962C8B-B14F-4D97-AF65-F5344CB8AC3E}">
        <p14:creationId xmlns:p14="http://schemas.microsoft.com/office/powerpoint/2010/main" val="1415187584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그룹 39">
            <a:extLst>
              <a:ext uri="{FF2B5EF4-FFF2-40B4-BE49-F238E27FC236}">
                <a16:creationId xmlns:a16="http://schemas.microsoft.com/office/drawing/2014/main" id="{4BFC8410-82FB-4CD8-9686-C2BF10B2D41B}"/>
              </a:ext>
            </a:extLst>
          </p:cNvPr>
          <p:cNvGrpSpPr/>
          <p:nvPr/>
        </p:nvGrpSpPr>
        <p:grpSpPr>
          <a:xfrm>
            <a:off x="1472099" y="1212122"/>
            <a:ext cx="2798648" cy="2361452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41" name="Border">
              <a:extLst>
                <a:ext uri="{FF2B5EF4-FFF2-40B4-BE49-F238E27FC236}">
                  <a16:creationId xmlns:a16="http://schemas.microsoft.com/office/drawing/2014/main" id="{0DB86E21-70FF-41B1-90A7-01EC940C4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" name="Line 2">
              <a:extLst>
                <a:ext uri="{FF2B5EF4-FFF2-40B4-BE49-F238E27FC236}">
                  <a16:creationId xmlns:a16="http://schemas.microsoft.com/office/drawing/2014/main" id="{455EFF46-2651-45C0-BBC0-0D7E84DE1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" name="Line 1">
              <a:extLst>
                <a:ext uri="{FF2B5EF4-FFF2-40B4-BE49-F238E27FC236}">
                  <a16:creationId xmlns:a16="http://schemas.microsoft.com/office/drawing/2014/main" id="{06C6FD54-960E-4565-A5A3-39FD21204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3FFE41B-09E8-4C6F-9EF4-FFF5775FBCBA}"/>
                </a:ext>
              </a:extLst>
            </p:cNvPr>
            <p:cNvSpPr txBox="1"/>
            <p:nvPr/>
          </p:nvSpPr>
          <p:spPr>
            <a:xfrm>
              <a:off x="3381983" y="2215369"/>
              <a:ext cx="598462" cy="764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301EC102-CF1C-4A9F-9ED1-AA6107CFB2B4}"/>
              </a:ext>
            </a:extLst>
          </p:cNvPr>
          <p:cNvGrpSpPr/>
          <p:nvPr/>
        </p:nvGrpSpPr>
        <p:grpSpPr>
          <a:xfrm>
            <a:off x="1459410" y="3687394"/>
            <a:ext cx="492940" cy="406337"/>
            <a:chOff x="3092355" y="3209109"/>
            <a:chExt cx="353705" cy="305189"/>
          </a:xfrm>
        </p:grpSpPr>
        <p:sp>
          <p:nvSpPr>
            <p:cNvPr id="46" name="Border">
              <a:extLst>
                <a:ext uri="{FF2B5EF4-FFF2-40B4-BE49-F238E27FC236}">
                  <a16:creationId xmlns:a16="http://schemas.microsoft.com/office/drawing/2014/main" id="{4A793CCE-7972-42A4-B27E-4F35CB3F6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" name="Line 2">
              <a:extLst>
                <a:ext uri="{FF2B5EF4-FFF2-40B4-BE49-F238E27FC236}">
                  <a16:creationId xmlns:a16="http://schemas.microsoft.com/office/drawing/2014/main" id="{99BB66D1-4DFF-4123-8B1F-1186F0937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" name="Line 1">
              <a:extLst>
                <a:ext uri="{FF2B5EF4-FFF2-40B4-BE49-F238E27FC236}">
                  <a16:creationId xmlns:a16="http://schemas.microsoft.com/office/drawing/2014/main" id="{C94929A6-CA7A-4730-BE32-E8F0BD8E9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FEBF5467-03B2-4527-8926-47BD0A35891D}"/>
              </a:ext>
            </a:extLst>
          </p:cNvPr>
          <p:cNvGrpSpPr/>
          <p:nvPr/>
        </p:nvGrpSpPr>
        <p:grpSpPr>
          <a:xfrm>
            <a:off x="2038560" y="3687390"/>
            <a:ext cx="492940" cy="406337"/>
            <a:chOff x="3092355" y="3209109"/>
            <a:chExt cx="353705" cy="305189"/>
          </a:xfrm>
        </p:grpSpPr>
        <p:sp>
          <p:nvSpPr>
            <p:cNvPr id="50" name="Border">
              <a:extLst>
                <a:ext uri="{FF2B5EF4-FFF2-40B4-BE49-F238E27FC236}">
                  <a16:creationId xmlns:a16="http://schemas.microsoft.com/office/drawing/2014/main" id="{C9666500-AE29-4636-9A76-C3156550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1" name="Line 2">
              <a:extLst>
                <a:ext uri="{FF2B5EF4-FFF2-40B4-BE49-F238E27FC236}">
                  <a16:creationId xmlns:a16="http://schemas.microsoft.com/office/drawing/2014/main" id="{3B95DA6D-151B-4D76-BBBD-CB0D98F55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" name="Line 1">
              <a:extLst>
                <a:ext uri="{FF2B5EF4-FFF2-40B4-BE49-F238E27FC236}">
                  <a16:creationId xmlns:a16="http://schemas.microsoft.com/office/drawing/2014/main" id="{86AA4CAA-D88E-4AD2-B301-1B2FF4702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D379BDF3-73BB-43F3-ACDA-6705132B5C27}"/>
              </a:ext>
            </a:extLst>
          </p:cNvPr>
          <p:cNvGrpSpPr/>
          <p:nvPr/>
        </p:nvGrpSpPr>
        <p:grpSpPr>
          <a:xfrm>
            <a:off x="2617710" y="3687390"/>
            <a:ext cx="492940" cy="406337"/>
            <a:chOff x="3092355" y="3209109"/>
            <a:chExt cx="353705" cy="305189"/>
          </a:xfrm>
        </p:grpSpPr>
        <p:sp>
          <p:nvSpPr>
            <p:cNvPr id="54" name="Border">
              <a:extLst>
                <a:ext uri="{FF2B5EF4-FFF2-40B4-BE49-F238E27FC236}">
                  <a16:creationId xmlns:a16="http://schemas.microsoft.com/office/drawing/2014/main" id="{B6F67DF9-AB38-4AA9-9D4C-9EFA3B1AA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" name="Line 2">
              <a:extLst>
                <a:ext uri="{FF2B5EF4-FFF2-40B4-BE49-F238E27FC236}">
                  <a16:creationId xmlns:a16="http://schemas.microsoft.com/office/drawing/2014/main" id="{31857615-0024-44A6-B3C2-2D1EC755D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" name="Line 1">
              <a:extLst>
                <a:ext uri="{FF2B5EF4-FFF2-40B4-BE49-F238E27FC236}">
                  <a16:creationId xmlns:a16="http://schemas.microsoft.com/office/drawing/2014/main" id="{C7CBEC7A-F1D7-4F5E-AD48-88D7C280B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F7872390-D1BB-45A6-8E20-8F3150490765}"/>
              </a:ext>
            </a:extLst>
          </p:cNvPr>
          <p:cNvGrpSpPr/>
          <p:nvPr/>
        </p:nvGrpSpPr>
        <p:grpSpPr>
          <a:xfrm>
            <a:off x="3196860" y="3687390"/>
            <a:ext cx="492940" cy="406337"/>
            <a:chOff x="3092355" y="3209109"/>
            <a:chExt cx="353705" cy="305189"/>
          </a:xfrm>
        </p:grpSpPr>
        <p:sp>
          <p:nvSpPr>
            <p:cNvPr id="58" name="Border">
              <a:extLst>
                <a:ext uri="{FF2B5EF4-FFF2-40B4-BE49-F238E27FC236}">
                  <a16:creationId xmlns:a16="http://schemas.microsoft.com/office/drawing/2014/main" id="{B793F10A-1CEB-4825-9CEA-363515C67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" name="Line 2">
              <a:extLst>
                <a:ext uri="{FF2B5EF4-FFF2-40B4-BE49-F238E27FC236}">
                  <a16:creationId xmlns:a16="http://schemas.microsoft.com/office/drawing/2014/main" id="{C666E54A-1438-4C3E-AB18-D17420ECC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" name="Line 1">
              <a:extLst>
                <a:ext uri="{FF2B5EF4-FFF2-40B4-BE49-F238E27FC236}">
                  <a16:creationId xmlns:a16="http://schemas.microsoft.com/office/drawing/2014/main" id="{A340B857-DDF5-4394-97EF-23483004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6BC14A79-FEF5-457F-8B26-D9C316B8411F}"/>
              </a:ext>
            </a:extLst>
          </p:cNvPr>
          <p:cNvGrpSpPr/>
          <p:nvPr/>
        </p:nvGrpSpPr>
        <p:grpSpPr>
          <a:xfrm>
            <a:off x="3776010" y="3687390"/>
            <a:ext cx="492942" cy="406341"/>
            <a:chOff x="3092355" y="3209106"/>
            <a:chExt cx="353706" cy="305192"/>
          </a:xfrm>
        </p:grpSpPr>
        <p:sp>
          <p:nvSpPr>
            <p:cNvPr id="62" name="Border">
              <a:extLst>
                <a:ext uri="{FF2B5EF4-FFF2-40B4-BE49-F238E27FC236}">
                  <a16:creationId xmlns:a16="http://schemas.microsoft.com/office/drawing/2014/main" id="{3E73FAA9-8545-4516-9692-D9BD7B261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3" name="Line 2">
              <a:extLst>
                <a:ext uri="{FF2B5EF4-FFF2-40B4-BE49-F238E27FC236}">
                  <a16:creationId xmlns:a16="http://schemas.microsoft.com/office/drawing/2014/main" id="{E9ED29F1-DD34-4EB6-95C9-29FC84C9B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" name="Line 1">
              <a:extLst>
                <a:ext uri="{FF2B5EF4-FFF2-40B4-BE49-F238E27FC236}">
                  <a16:creationId xmlns:a16="http://schemas.microsoft.com/office/drawing/2014/main" id="{1AAD02BF-5218-4880-9FD9-F5AF790E8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6" y="3209106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DBE9873F-4532-4C95-B50E-D3FBC32BC0F5}"/>
              </a:ext>
            </a:extLst>
          </p:cNvPr>
          <p:cNvSpPr txBox="1"/>
          <p:nvPr/>
        </p:nvSpPr>
        <p:spPr>
          <a:xfrm>
            <a:off x="4319751" y="1146630"/>
            <a:ext cx="3948564" cy="7148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대분류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1200" b="1" dirty="0"/>
              <a:t>상품명</a:t>
            </a:r>
            <a:r>
              <a:rPr lang="en-US" altLang="ko-KR" sz="1200" b="1" dirty="0"/>
              <a:t>23232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상품코드 </a:t>
            </a:r>
            <a:r>
              <a:rPr lang="en-US" altLang="ko-KR" sz="800" dirty="0"/>
              <a:t>:  a200392   </a:t>
            </a:r>
            <a:endParaRPr lang="ko-KR" altLang="en-US" sz="800" dirty="0"/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C42EB0D-585E-4D39-8403-D693FAEA2C64}"/>
              </a:ext>
            </a:extLst>
          </p:cNvPr>
          <p:cNvSpPr/>
          <p:nvPr/>
        </p:nvSpPr>
        <p:spPr>
          <a:xfrm>
            <a:off x="1472099" y="4688875"/>
            <a:ext cx="1215128" cy="281224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상세 정보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83D8CB6-48CD-46C1-A898-59DFA194076D}"/>
              </a:ext>
            </a:extLst>
          </p:cNvPr>
          <p:cNvSpPr/>
          <p:nvPr/>
        </p:nvSpPr>
        <p:spPr>
          <a:xfrm>
            <a:off x="2687227" y="4688875"/>
            <a:ext cx="1215128" cy="2812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판매 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3BEA149-0CAF-485D-A3BC-D4470B7CF4A3}"/>
              </a:ext>
            </a:extLst>
          </p:cNvPr>
          <p:cNvSpPr/>
          <p:nvPr/>
        </p:nvSpPr>
        <p:spPr>
          <a:xfrm>
            <a:off x="1472099" y="4970098"/>
            <a:ext cx="6796216" cy="378494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</p:txBody>
      </p:sp>
      <p:pic>
        <p:nvPicPr>
          <p:cNvPr id="74" name="그림 73">
            <a:extLst>
              <a:ext uri="{FF2B5EF4-FFF2-40B4-BE49-F238E27FC236}">
                <a16:creationId xmlns:a16="http://schemas.microsoft.com/office/drawing/2014/main" id="{8422E5FC-F582-4924-96FB-F476393C51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68241" y="1896461"/>
            <a:ext cx="3946343" cy="1682825"/>
          </a:xfrm>
          <a:prstGeom prst="rect">
            <a:avLst/>
          </a:prstGeom>
        </p:spPr>
      </p:pic>
      <p:pic>
        <p:nvPicPr>
          <p:cNvPr id="76" name="그림 75">
            <a:extLst>
              <a:ext uri="{FF2B5EF4-FFF2-40B4-BE49-F238E27FC236}">
                <a16:creationId xmlns:a16="http://schemas.microsoft.com/office/drawing/2014/main" id="{8CB1D365-6675-4434-B7D2-D34CB2C224D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05042" y="3634110"/>
            <a:ext cx="3163273" cy="603519"/>
          </a:xfrm>
          <a:prstGeom prst="rect">
            <a:avLst/>
          </a:prstGeom>
        </p:spPr>
      </p:pic>
      <p:sp>
        <p:nvSpPr>
          <p:cNvPr id="78" name="직사각형 77">
            <a:extLst>
              <a:ext uri="{FF2B5EF4-FFF2-40B4-BE49-F238E27FC236}">
                <a16:creationId xmlns:a16="http://schemas.microsoft.com/office/drawing/2014/main" id="{F2AC7F7B-DF2C-457F-9BCD-8E044C7FF8EC}"/>
              </a:ext>
            </a:extLst>
          </p:cNvPr>
          <p:cNvSpPr/>
          <p:nvPr/>
        </p:nvSpPr>
        <p:spPr>
          <a:xfrm>
            <a:off x="3902355" y="4689956"/>
            <a:ext cx="1215128" cy="2812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상품 </a:t>
            </a:r>
            <a:r>
              <a:rPr lang="en-US" altLang="ko-KR" sz="800" dirty="0">
                <a:solidFill>
                  <a:schemeClr val="tx1"/>
                </a:solidFill>
              </a:rPr>
              <a:t>Q&amp;A</a:t>
            </a:r>
          </a:p>
        </p:txBody>
      </p:sp>
      <p:grpSp>
        <p:nvGrpSpPr>
          <p:cNvPr id="79" name="그룹 78">
            <a:extLst>
              <a:ext uri="{FF2B5EF4-FFF2-40B4-BE49-F238E27FC236}">
                <a16:creationId xmlns:a16="http://schemas.microsoft.com/office/drawing/2014/main" id="{B776C5E2-53E5-487E-BB44-80485E3D2AAC}"/>
              </a:ext>
            </a:extLst>
          </p:cNvPr>
          <p:cNvGrpSpPr/>
          <p:nvPr/>
        </p:nvGrpSpPr>
        <p:grpSpPr>
          <a:xfrm>
            <a:off x="1569593" y="5090360"/>
            <a:ext cx="6619066" cy="3664679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80" name="Border">
              <a:extLst>
                <a:ext uri="{FF2B5EF4-FFF2-40B4-BE49-F238E27FC236}">
                  <a16:creationId xmlns:a16="http://schemas.microsoft.com/office/drawing/2014/main" id="{6425E52D-5961-49A2-AB9C-BEB81CCA8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1" name="Line 2">
              <a:extLst>
                <a:ext uri="{FF2B5EF4-FFF2-40B4-BE49-F238E27FC236}">
                  <a16:creationId xmlns:a16="http://schemas.microsoft.com/office/drawing/2014/main" id="{031BCD41-005C-4006-8E14-966EDB779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" name="Line 1">
              <a:extLst>
                <a:ext uri="{FF2B5EF4-FFF2-40B4-BE49-F238E27FC236}">
                  <a16:creationId xmlns:a16="http://schemas.microsoft.com/office/drawing/2014/main" id="{5BC17AAE-529D-4B05-99F4-3B2060DB1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1B3D911E-228B-45B1-98EB-48E439A7D6B0}"/>
                </a:ext>
              </a:extLst>
            </p:cNvPr>
            <p:cNvSpPr txBox="1"/>
            <p:nvPr/>
          </p:nvSpPr>
          <p:spPr>
            <a:xfrm>
              <a:off x="3573178" y="2234805"/>
              <a:ext cx="183997" cy="3760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743C2909-DBB5-4870-9F1D-C41CA55FF007}"/>
              </a:ext>
            </a:extLst>
          </p:cNvPr>
          <p:cNvSpPr/>
          <p:nvPr/>
        </p:nvSpPr>
        <p:spPr>
          <a:xfrm>
            <a:off x="41175" y="8162072"/>
            <a:ext cx="10024049" cy="603519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BC3213B2-BC1D-43ED-A120-A8F1E95F3695}"/>
              </a:ext>
            </a:extLst>
          </p:cNvPr>
          <p:cNvGrpSpPr/>
          <p:nvPr/>
        </p:nvGrpSpPr>
        <p:grpSpPr>
          <a:xfrm>
            <a:off x="1459410" y="8294554"/>
            <a:ext cx="2414206" cy="338554"/>
            <a:chOff x="1237833" y="3417650"/>
            <a:chExt cx="1708480" cy="338554"/>
          </a:xfrm>
        </p:grpSpPr>
        <p:grpSp>
          <p:nvGrpSpPr>
            <p:cNvPr id="100" name="그룹 99">
              <a:extLst>
                <a:ext uri="{FF2B5EF4-FFF2-40B4-BE49-F238E27FC236}">
                  <a16:creationId xmlns:a16="http://schemas.microsoft.com/office/drawing/2014/main" id="{CD42BFA7-6979-45E8-B4BF-62E6714D792F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102" name="Border">
                <a:extLst>
                  <a:ext uri="{FF2B5EF4-FFF2-40B4-BE49-F238E27FC236}">
                    <a16:creationId xmlns:a16="http://schemas.microsoft.com/office/drawing/2014/main" id="{45807206-01B8-4DEE-B049-9C3E98FF7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3" name="Line 2">
                <a:extLst>
                  <a:ext uri="{FF2B5EF4-FFF2-40B4-BE49-F238E27FC236}">
                    <a16:creationId xmlns:a16="http://schemas.microsoft.com/office/drawing/2014/main" id="{8B2CF80B-E2B1-44E2-AD1C-C62EE6AEB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4" name="Line 1">
                <a:extLst>
                  <a:ext uri="{FF2B5EF4-FFF2-40B4-BE49-F238E27FC236}">
                    <a16:creationId xmlns:a16="http://schemas.microsoft.com/office/drawing/2014/main" id="{A9F36FAC-1633-4D08-89C9-571FAC7DA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BEFECC33-1585-4D9B-BE24-79F47448D4DF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101" name="직사각형 100">
              <a:extLst>
                <a:ext uri="{FF2B5EF4-FFF2-40B4-BE49-F238E27FC236}">
                  <a16:creationId xmlns:a16="http://schemas.microsoft.com/office/drawing/2014/main" id="{E69E4568-0304-4A4C-9DE0-5E1EDE23C502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br>
                <a:rPr lang="en-US" altLang="ko-KR" sz="800" b="1" dirty="0"/>
              </a:b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a200392</a:t>
              </a:r>
            </a:p>
          </p:txBody>
        </p:sp>
      </p:grpSp>
      <p:sp>
        <p:nvSpPr>
          <p:cNvPr id="87" name="사각형: 둥근 위쪽 모서리 86">
            <a:extLst>
              <a:ext uri="{FF2B5EF4-FFF2-40B4-BE49-F238E27FC236}">
                <a16:creationId xmlns:a16="http://schemas.microsoft.com/office/drawing/2014/main" id="{3007731A-7539-45E6-B068-B040410BA9AA}"/>
              </a:ext>
            </a:extLst>
          </p:cNvPr>
          <p:cNvSpPr/>
          <p:nvPr/>
        </p:nvSpPr>
        <p:spPr>
          <a:xfrm>
            <a:off x="6864456" y="7829229"/>
            <a:ext cx="1549021" cy="326325"/>
          </a:xfrm>
          <a:prstGeom prst="round2SameRect">
            <a:avLst>
              <a:gd name="adj1" fmla="val 33634"/>
              <a:gd name="adj2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7F29C23C-5A62-43E0-9F71-3D2B46ACE6B6}"/>
              </a:ext>
            </a:extLst>
          </p:cNvPr>
          <p:cNvSpPr/>
          <p:nvPr/>
        </p:nvSpPr>
        <p:spPr>
          <a:xfrm>
            <a:off x="6880124" y="8067763"/>
            <a:ext cx="1527276" cy="1449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0" name="직선 연결선 89">
            <a:extLst>
              <a:ext uri="{FF2B5EF4-FFF2-40B4-BE49-F238E27FC236}">
                <a16:creationId xmlns:a16="http://schemas.microsoft.com/office/drawing/2014/main" id="{FC8FFE55-8EB7-4C88-9580-A7F0EA00DD31}"/>
              </a:ext>
            </a:extLst>
          </p:cNvPr>
          <p:cNvCxnSpPr>
            <a:cxnSpLocks/>
          </p:cNvCxnSpPr>
          <p:nvPr/>
        </p:nvCxnSpPr>
        <p:spPr>
          <a:xfrm flipH="1">
            <a:off x="41176" y="8153244"/>
            <a:ext cx="682328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D135DCA9-D7BE-405F-A89C-75A59F1C8DD6}"/>
              </a:ext>
            </a:extLst>
          </p:cNvPr>
          <p:cNvCxnSpPr>
            <a:cxnSpLocks/>
          </p:cNvCxnSpPr>
          <p:nvPr/>
        </p:nvCxnSpPr>
        <p:spPr>
          <a:xfrm flipH="1" flipV="1">
            <a:off x="8413477" y="8149778"/>
            <a:ext cx="1651748" cy="12295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1807C21B-ED1F-4CC9-890C-8EEB9EA76473}"/>
              </a:ext>
            </a:extLst>
          </p:cNvPr>
          <p:cNvSpPr txBox="1"/>
          <p:nvPr/>
        </p:nvSpPr>
        <p:spPr>
          <a:xfrm>
            <a:off x="7075607" y="7885545"/>
            <a:ext cx="115288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구매옵션선택    ▲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A46467F9-1CD3-4CA0-B6B8-EA382A9E66F8}"/>
              </a:ext>
            </a:extLst>
          </p:cNvPr>
          <p:cNvSpPr txBox="1"/>
          <p:nvPr/>
        </p:nvSpPr>
        <p:spPr>
          <a:xfrm>
            <a:off x="4254982" y="8302366"/>
            <a:ext cx="17363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총 상품금액   </a:t>
            </a:r>
            <a:r>
              <a:rPr lang="en-US" altLang="ko-KR" sz="1600" b="1" dirty="0">
                <a:solidFill>
                  <a:srgbClr val="FF0000"/>
                </a:solidFill>
              </a:rPr>
              <a:t>300</a:t>
            </a:r>
            <a:r>
              <a:rPr lang="en-US" altLang="ko-KR" sz="1200" b="1" dirty="0">
                <a:solidFill>
                  <a:srgbClr val="FF0000"/>
                </a:solidFill>
              </a:rPr>
              <a:t> </a:t>
            </a:r>
            <a:r>
              <a:rPr lang="ko-KR" altLang="en-US" sz="1200" b="1" dirty="0">
                <a:solidFill>
                  <a:srgbClr val="FF0000"/>
                </a:solidFill>
              </a:rPr>
              <a:t>원</a:t>
            </a: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E4F04043-558A-4856-86A6-AF71CAF85382}"/>
              </a:ext>
            </a:extLst>
          </p:cNvPr>
          <p:cNvSpPr/>
          <p:nvPr/>
        </p:nvSpPr>
        <p:spPr>
          <a:xfrm>
            <a:off x="6087851" y="8325098"/>
            <a:ext cx="1132764" cy="27746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장바구니</a:t>
            </a: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58F85249-D3FC-443E-998D-CEB3F08BA8E3}"/>
              </a:ext>
            </a:extLst>
          </p:cNvPr>
          <p:cNvSpPr/>
          <p:nvPr/>
        </p:nvSpPr>
        <p:spPr>
          <a:xfrm>
            <a:off x="7293059" y="8319823"/>
            <a:ext cx="1132764" cy="277466"/>
          </a:xfrm>
          <a:prstGeom prst="roundRect">
            <a:avLst>
              <a:gd name="adj" fmla="val 50000"/>
            </a:avLst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구매하기</a:t>
            </a:r>
          </a:p>
        </p:txBody>
      </p:sp>
    </p:spTree>
    <p:extLst>
      <p:ext uri="{BB962C8B-B14F-4D97-AF65-F5344CB8AC3E}">
        <p14:creationId xmlns:p14="http://schemas.microsoft.com/office/powerpoint/2010/main" val="149230495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ADF58020-8EC3-493D-92B9-396E6491DCE6}"/>
              </a:ext>
            </a:extLst>
          </p:cNvPr>
          <p:cNvGrpSpPr/>
          <p:nvPr/>
        </p:nvGrpSpPr>
        <p:grpSpPr>
          <a:xfrm>
            <a:off x="1472099" y="1212122"/>
            <a:ext cx="2798648" cy="2361452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3" name="Border">
              <a:extLst>
                <a:ext uri="{FF2B5EF4-FFF2-40B4-BE49-F238E27FC236}">
                  <a16:creationId xmlns:a16="http://schemas.microsoft.com/office/drawing/2014/main" id="{92E3219B-A1B5-47C5-82C1-BD02D1C67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" name="Line 2">
              <a:extLst>
                <a:ext uri="{FF2B5EF4-FFF2-40B4-BE49-F238E27FC236}">
                  <a16:creationId xmlns:a16="http://schemas.microsoft.com/office/drawing/2014/main" id="{4AFA698B-354E-44F0-8DED-11AD4F4B2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" name="Line 1">
              <a:extLst>
                <a:ext uri="{FF2B5EF4-FFF2-40B4-BE49-F238E27FC236}">
                  <a16:creationId xmlns:a16="http://schemas.microsoft.com/office/drawing/2014/main" id="{310A2800-576B-49D4-B791-331AE9552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DDD7152F-B20E-43D4-99B7-0ABA3BBAACBE}"/>
                </a:ext>
              </a:extLst>
            </p:cNvPr>
            <p:cNvSpPr txBox="1"/>
            <p:nvPr/>
          </p:nvSpPr>
          <p:spPr>
            <a:xfrm>
              <a:off x="3381983" y="2215369"/>
              <a:ext cx="598462" cy="764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7283941F-D1EC-404A-817A-BB1C9E7CF9D7}"/>
              </a:ext>
            </a:extLst>
          </p:cNvPr>
          <p:cNvGrpSpPr/>
          <p:nvPr/>
        </p:nvGrpSpPr>
        <p:grpSpPr>
          <a:xfrm>
            <a:off x="1459410" y="3687394"/>
            <a:ext cx="492940" cy="406337"/>
            <a:chOff x="3092355" y="3209109"/>
            <a:chExt cx="353705" cy="305189"/>
          </a:xfrm>
        </p:grpSpPr>
        <p:sp>
          <p:nvSpPr>
            <p:cNvPr id="8" name="Border">
              <a:extLst>
                <a:ext uri="{FF2B5EF4-FFF2-40B4-BE49-F238E27FC236}">
                  <a16:creationId xmlns:a16="http://schemas.microsoft.com/office/drawing/2014/main" id="{C7EFF9AF-7D31-416C-8709-FBFE60621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2">
              <a:extLst>
                <a:ext uri="{FF2B5EF4-FFF2-40B4-BE49-F238E27FC236}">
                  <a16:creationId xmlns:a16="http://schemas.microsoft.com/office/drawing/2014/main" id="{714A8F22-6504-4C70-A5BE-0305B42B3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Line 1">
              <a:extLst>
                <a:ext uri="{FF2B5EF4-FFF2-40B4-BE49-F238E27FC236}">
                  <a16:creationId xmlns:a16="http://schemas.microsoft.com/office/drawing/2014/main" id="{38C993B5-797D-4752-9D61-A7FBF2A1F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35F2CDA7-284F-4A8D-A3B1-152F24F887F5}"/>
              </a:ext>
            </a:extLst>
          </p:cNvPr>
          <p:cNvGrpSpPr/>
          <p:nvPr/>
        </p:nvGrpSpPr>
        <p:grpSpPr>
          <a:xfrm>
            <a:off x="2038560" y="3687390"/>
            <a:ext cx="492940" cy="406337"/>
            <a:chOff x="3092355" y="3209109"/>
            <a:chExt cx="353705" cy="305189"/>
          </a:xfrm>
        </p:grpSpPr>
        <p:sp>
          <p:nvSpPr>
            <p:cNvPr id="12" name="Border">
              <a:extLst>
                <a:ext uri="{FF2B5EF4-FFF2-40B4-BE49-F238E27FC236}">
                  <a16:creationId xmlns:a16="http://schemas.microsoft.com/office/drawing/2014/main" id="{62EADD08-30E9-47F3-801F-DF50BE935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" name="Line 2">
              <a:extLst>
                <a:ext uri="{FF2B5EF4-FFF2-40B4-BE49-F238E27FC236}">
                  <a16:creationId xmlns:a16="http://schemas.microsoft.com/office/drawing/2014/main" id="{F90DB3F8-CA77-456D-B603-88D6A5521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Line 1">
              <a:extLst>
                <a:ext uri="{FF2B5EF4-FFF2-40B4-BE49-F238E27FC236}">
                  <a16:creationId xmlns:a16="http://schemas.microsoft.com/office/drawing/2014/main" id="{255366D9-2C7E-4D03-B7CE-F96BE0BD4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A576E876-2E07-4010-B2F8-A7428B26259A}"/>
              </a:ext>
            </a:extLst>
          </p:cNvPr>
          <p:cNvGrpSpPr/>
          <p:nvPr/>
        </p:nvGrpSpPr>
        <p:grpSpPr>
          <a:xfrm>
            <a:off x="2617710" y="3687390"/>
            <a:ext cx="492940" cy="406337"/>
            <a:chOff x="3092355" y="3209109"/>
            <a:chExt cx="353705" cy="305189"/>
          </a:xfrm>
        </p:grpSpPr>
        <p:sp>
          <p:nvSpPr>
            <p:cNvPr id="16" name="Border">
              <a:extLst>
                <a:ext uri="{FF2B5EF4-FFF2-40B4-BE49-F238E27FC236}">
                  <a16:creationId xmlns:a16="http://schemas.microsoft.com/office/drawing/2014/main" id="{E41FA13A-4623-4A15-966A-9CD05C8DE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" name="Line 2">
              <a:extLst>
                <a:ext uri="{FF2B5EF4-FFF2-40B4-BE49-F238E27FC236}">
                  <a16:creationId xmlns:a16="http://schemas.microsoft.com/office/drawing/2014/main" id="{B03876AD-80FB-401E-BF2D-DED14593A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Line 1">
              <a:extLst>
                <a:ext uri="{FF2B5EF4-FFF2-40B4-BE49-F238E27FC236}">
                  <a16:creationId xmlns:a16="http://schemas.microsoft.com/office/drawing/2014/main" id="{0314D4F1-6369-4E54-BCEA-878C35C97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161F21E8-1AA7-466D-A092-B1CFF9CE768F}"/>
              </a:ext>
            </a:extLst>
          </p:cNvPr>
          <p:cNvGrpSpPr/>
          <p:nvPr/>
        </p:nvGrpSpPr>
        <p:grpSpPr>
          <a:xfrm>
            <a:off x="3196860" y="3687390"/>
            <a:ext cx="492940" cy="406337"/>
            <a:chOff x="3092355" y="3209109"/>
            <a:chExt cx="353705" cy="305189"/>
          </a:xfrm>
        </p:grpSpPr>
        <p:sp>
          <p:nvSpPr>
            <p:cNvPr id="20" name="Border">
              <a:extLst>
                <a:ext uri="{FF2B5EF4-FFF2-40B4-BE49-F238E27FC236}">
                  <a16:creationId xmlns:a16="http://schemas.microsoft.com/office/drawing/2014/main" id="{E727AE83-8C1A-40EB-B2AB-3E322AD9B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Line 2">
              <a:extLst>
                <a:ext uri="{FF2B5EF4-FFF2-40B4-BE49-F238E27FC236}">
                  <a16:creationId xmlns:a16="http://schemas.microsoft.com/office/drawing/2014/main" id="{7F326CB7-F9F8-4AD6-BAB6-591659E40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Line 1">
              <a:extLst>
                <a:ext uri="{FF2B5EF4-FFF2-40B4-BE49-F238E27FC236}">
                  <a16:creationId xmlns:a16="http://schemas.microsoft.com/office/drawing/2014/main" id="{9877D2C3-A5C5-4F80-BD0D-1603714AD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7FB7C9DD-F7E9-448B-BDA2-51B07E58C051}"/>
              </a:ext>
            </a:extLst>
          </p:cNvPr>
          <p:cNvGrpSpPr/>
          <p:nvPr/>
        </p:nvGrpSpPr>
        <p:grpSpPr>
          <a:xfrm>
            <a:off x="3776010" y="3687390"/>
            <a:ext cx="492942" cy="406341"/>
            <a:chOff x="3092355" y="3209106"/>
            <a:chExt cx="353706" cy="305192"/>
          </a:xfrm>
        </p:grpSpPr>
        <p:sp>
          <p:nvSpPr>
            <p:cNvPr id="24" name="Border">
              <a:extLst>
                <a:ext uri="{FF2B5EF4-FFF2-40B4-BE49-F238E27FC236}">
                  <a16:creationId xmlns:a16="http://schemas.microsoft.com/office/drawing/2014/main" id="{02EF3B2F-D62A-4C6A-A497-77DF35433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" name="Line 2">
              <a:extLst>
                <a:ext uri="{FF2B5EF4-FFF2-40B4-BE49-F238E27FC236}">
                  <a16:creationId xmlns:a16="http://schemas.microsoft.com/office/drawing/2014/main" id="{43A79A33-05A7-4C69-BD0F-776201D0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Line 1">
              <a:extLst>
                <a:ext uri="{FF2B5EF4-FFF2-40B4-BE49-F238E27FC236}">
                  <a16:creationId xmlns:a16="http://schemas.microsoft.com/office/drawing/2014/main" id="{90BA8AF5-6E9A-4E15-AF09-B8F20EB7F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6" y="3209106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54DEA3EC-6A5B-4BE1-AD2F-1CAA7A23CAD2}"/>
              </a:ext>
            </a:extLst>
          </p:cNvPr>
          <p:cNvSpPr txBox="1"/>
          <p:nvPr/>
        </p:nvSpPr>
        <p:spPr>
          <a:xfrm>
            <a:off x="4319751" y="1146630"/>
            <a:ext cx="3948564" cy="7148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대분류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1200" b="1" dirty="0"/>
              <a:t>상품명</a:t>
            </a:r>
            <a:r>
              <a:rPr lang="en-US" altLang="ko-KR" sz="1200" b="1" dirty="0"/>
              <a:t>23232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상품코드 </a:t>
            </a:r>
            <a:r>
              <a:rPr lang="en-US" altLang="ko-KR" sz="800" dirty="0"/>
              <a:t>:  a200392   </a:t>
            </a:r>
            <a:endParaRPr lang="ko-KR" altLang="en-US" sz="800" dirty="0"/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E064AFCB-B30A-433A-8515-6E657BBB97FF}"/>
              </a:ext>
            </a:extLst>
          </p:cNvPr>
          <p:cNvSpPr/>
          <p:nvPr/>
        </p:nvSpPr>
        <p:spPr>
          <a:xfrm>
            <a:off x="1472099" y="4970098"/>
            <a:ext cx="6796216" cy="378494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</p:txBody>
      </p:sp>
      <p:pic>
        <p:nvPicPr>
          <p:cNvPr id="31" name="그림 30">
            <a:extLst>
              <a:ext uri="{FF2B5EF4-FFF2-40B4-BE49-F238E27FC236}">
                <a16:creationId xmlns:a16="http://schemas.microsoft.com/office/drawing/2014/main" id="{B8443A42-9AE5-4C38-B819-7919F0E98B9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68241" y="1896461"/>
            <a:ext cx="3946343" cy="1682825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73A9F404-5200-45C7-83D8-8F4AF050384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05042" y="3634110"/>
            <a:ext cx="3163273" cy="603519"/>
          </a:xfrm>
          <a:prstGeom prst="rect">
            <a:avLst/>
          </a:prstGeom>
        </p:spPr>
      </p:pic>
      <p:grpSp>
        <p:nvGrpSpPr>
          <p:cNvPr id="34" name="그룹 33">
            <a:extLst>
              <a:ext uri="{FF2B5EF4-FFF2-40B4-BE49-F238E27FC236}">
                <a16:creationId xmlns:a16="http://schemas.microsoft.com/office/drawing/2014/main" id="{A9BC8936-1EE4-4C4F-88D7-CC3EFDF165B4}"/>
              </a:ext>
            </a:extLst>
          </p:cNvPr>
          <p:cNvGrpSpPr/>
          <p:nvPr/>
        </p:nvGrpSpPr>
        <p:grpSpPr>
          <a:xfrm>
            <a:off x="1569593" y="5090360"/>
            <a:ext cx="6619066" cy="3664679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35" name="Border">
              <a:extLst>
                <a:ext uri="{FF2B5EF4-FFF2-40B4-BE49-F238E27FC236}">
                  <a16:creationId xmlns:a16="http://schemas.microsoft.com/office/drawing/2014/main" id="{4490B8F0-142C-4C8F-A8A7-6F239459D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" name="Line 2">
              <a:extLst>
                <a:ext uri="{FF2B5EF4-FFF2-40B4-BE49-F238E27FC236}">
                  <a16:creationId xmlns:a16="http://schemas.microsoft.com/office/drawing/2014/main" id="{8E3421C9-052B-4308-B491-609DF3BB3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" name="Line 1">
              <a:extLst>
                <a:ext uri="{FF2B5EF4-FFF2-40B4-BE49-F238E27FC236}">
                  <a16:creationId xmlns:a16="http://schemas.microsoft.com/office/drawing/2014/main" id="{6F865708-0A77-46C4-9221-19BAE3FF8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BD97139D-2B2C-4EED-9D52-0BA312AAB299}"/>
                </a:ext>
              </a:extLst>
            </p:cNvPr>
            <p:cNvSpPr txBox="1"/>
            <p:nvPr/>
          </p:nvSpPr>
          <p:spPr>
            <a:xfrm>
              <a:off x="3573178" y="2234805"/>
              <a:ext cx="183997" cy="3760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65208D71-08AC-4BB2-8597-FD6142BD1539}"/>
              </a:ext>
            </a:extLst>
          </p:cNvPr>
          <p:cNvSpPr/>
          <p:nvPr/>
        </p:nvSpPr>
        <p:spPr>
          <a:xfrm>
            <a:off x="41175" y="8162072"/>
            <a:ext cx="10024049" cy="603519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1FE19B50-2832-42DF-827C-CC2A37EC3281}"/>
              </a:ext>
            </a:extLst>
          </p:cNvPr>
          <p:cNvGrpSpPr/>
          <p:nvPr/>
        </p:nvGrpSpPr>
        <p:grpSpPr>
          <a:xfrm>
            <a:off x="1459410" y="8294554"/>
            <a:ext cx="2414206" cy="338554"/>
            <a:chOff x="1237833" y="3417650"/>
            <a:chExt cx="1708480" cy="338554"/>
          </a:xfrm>
        </p:grpSpPr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0D2EE97E-C261-497E-A61D-26780B0D035B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43" name="Border">
                <a:extLst>
                  <a:ext uri="{FF2B5EF4-FFF2-40B4-BE49-F238E27FC236}">
                    <a16:creationId xmlns:a16="http://schemas.microsoft.com/office/drawing/2014/main" id="{6C4A7B08-7EFC-43AD-A37F-397203A45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" name="Line 2">
                <a:extLst>
                  <a:ext uri="{FF2B5EF4-FFF2-40B4-BE49-F238E27FC236}">
                    <a16:creationId xmlns:a16="http://schemas.microsoft.com/office/drawing/2014/main" id="{62061E35-8696-4AE0-9836-AF23AFD4C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" name="Line 1">
                <a:extLst>
                  <a:ext uri="{FF2B5EF4-FFF2-40B4-BE49-F238E27FC236}">
                    <a16:creationId xmlns:a16="http://schemas.microsoft.com/office/drawing/2014/main" id="{6D1FBC24-FC1C-4999-83E5-F8DBC4E9A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6E0BA921-C042-4106-89C8-CA1CCF4869C7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1239F85E-3C5E-44DE-B1FF-131960B0B00C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br>
                <a:rPr lang="en-US" altLang="ko-KR" sz="800" b="1" dirty="0"/>
              </a:b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a200392</a:t>
              </a:r>
            </a:p>
          </p:txBody>
        </p:sp>
      </p:grpSp>
      <p:sp>
        <p:nvSpPr>
          <p:cNvPr id="47" name="사각형: 둥근 위쪽 모서리 46">
            <a:extLst>
              <a:ext uri="{FF2B5EF4-FFF2-40B4-BE49-F238E27FC236}">
                <a16:creationId xmlns:a16="http://schemas.microsoft.com/office/drawing/2014/main" id="{D7530F06-8626-4163-A0B4-848BF56944FF}"/>
              </a:ext>
            </a:extLst>
          </p:cNvPr>
          <p:cNvSpPr/>
          <p:nvPr/>
        </p:nvSpPr>
        <p:spPr>
          <a:xfrm>
            <a:off x="6864456" y="7829229"/>
            <a:ext cx="1549021" cy="326325"/>
          </a:xfrm>
          <a:prstGeom prst="round2SameRect">
            <a:avLst>
              <a:gd name="adj1" fmla="val 33634"/>
              <a:gd name="adj2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6FBA5FDC-324F-4CAA-AC3C-EFA14ACA7F65}"/>
              </a:ext>
            </a:extLst>
          </p:cNvPr>
          <p:cNvSpPr/>
          <p:nvPr/>
        </p:nvSpPr>
        <p:spPr>
          <a:xfrm>
            <a:off x="6880124" y="8067763"/>
            <a:ext cx="1527276" cy="1449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BD3AA267-16FE-40E8-88CE-FEF8678F51F7}"/>
              </a:ext>
            </a:extLst>
          </p:cNvPr>
          <p:cNvCxnSpPr>
            <a:cxnSpLocks/>
          </p:cNvCxnSpPr>
          <p:nvPr/>
        </p:nvCxnSpPr>
        <p:spPr>
          <a:xfrm flipH="1">
            <a:off x="41176" y="8153244"/>
            <a:ext cx="682328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6CAE445-969B-4AE8-9B06-0034591458F2}"/>
              </a:ext>
            </a:extLst>
          </p:cNvPr>
          <p:cNvCxnSpPr>
            <a:cxnSpLocks/>
          </p:cNvCxnSpPr>
          <p:nvPr/>
        </p:nvCxnSpPr>
        <p:spPr>
          <a:xfrm flipH="1" flipV="1">
            <a:off x="8413477" y="8149778"/>
            <a:ext cx="1651748" cy="12295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4880A105-03AD-432A-B75F-9E5D8819741E}"/>
              </a:ext>
            </a:extLst>
          </p:cNvPr>
          <p:cNvSpPr txBox="1"/>
          <p:nvPr/>
        </p:nvSpPr>
        <p:spPr>
          <a:xfrm>
            <a:off x="7075607" y="7885545"/>
            <a:ext cx="115288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구매옵션선택    ▲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19D95667-F440-4C6C-BFA8-E22281A6101E}"/>
              </a:ext>
            </a:extLst>
          </p:cNvPr>
          <p:cNvSpPr txBox="1"/>
          <p:nvPr/>
        </p:nvSpPr>
        <p:spPr>
          <a:xfrm>
            <a:off x="4254982" y="8302366"/>
            <a:ext cx="17363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총 상품금액   </a:t>
            </a:r>
            <a:r>
              <a:rPr lang="en-US" altLang="ko-KR" sz="1600" b="1" dirty="0">
                <a:solidFill>
                  <a:srgbClr val="FF0000"/>
                </a:solidFill>
              </a:rPr>
              <a:t>300</a:t>
            </a:r>
            <a:r>
              <a:rPr lang="en-US" altLang="ko-KR" sz="1200" b="1" dirty="0">
                <a:solidFill>
                  <a:srgbClr val="FF0000"/>
                </a:solidFill>
              </a:rPr>
              <a:t> </a:t>
            </a:r>
            <a:r>
              <a:rPr lang="ko-KR" altLang="en-US" sz="1200" b="1" dirty="0">
                <a:solidFill>
                  <a:srgbClr val="FF0000"/>
                </a:solidFill>
              </a:rPr>
              <a:t>원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7EA37777-FB72-42BB-AE7B-1186655317FE}"/>
              </a:ext>
            </a:extLst>
          </p:cNvPr>
          <p:cNvSpPr/>
          <p:nvPr/>
        </p:nvSpPr>
        <p:spPr>
          <a:xfrm>
            <a:off x="6087851" y="8325098"/>
            <a:ext cx="1132764" cy="27746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장바구니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2DDB680D-49EC-4E8D-981B-AACB884F6637}"/>
              </a:ext>
            </a:extLst>
          </p:cNvPr>
          <p:cNvSpPr/>
          <p:nvPr/>
        </p:nvSpPr>
        <p:spPr>
          <a:xfrm>
            <a:off x="7293059" y="8319823"/>
            <a:ext cx="1132764" cy="277466"/>
          </a:xfrm>
          <a:prstGeom prst="roundRect">
            <a:avLst>
              <a:gd name="adj" fmla="val 50000"/>
            </a:avLst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구매하기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1971C851-8B3F-4220-BE92-8480755B9F85}"/>
              </a:ext>
            </a:extLst>
          </p:cNvPr>
          <p:cNvSpPr/>
          <p:nvPr/>
        </p:nvSpPr>
        <p:spPr>
          <a:xfrm>
            <a:off x="-1938867" y="4530698"/>
            <a:ext cx="11023600" cy="3061516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5713544-A9E2-47EC-BC7C-0868098E8B14}"/>
              </a:ext>
            </a:extLst>
          </p:cNvPr>
          <p:cNvSpPr/>
          <p:nvPr/>
        </p:nvSpPr>
        <p:spPr>
          <a:xfrm>
            <a:off x="-1406539" y="5180084"/>
            <a:ext cx="10024049" cy="603519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162CE5CB-8EE0-4B4B-94A7-6C76585856B1}"/>
              </a:ext>
            </a:extLst>
          </p:cNvPr>
          <p:cNvGrpSpPr/>
          <p:nvPr/>
        </p:nvGrpSpPr>
        <p:grpSpPr>
          <a:xfrm>
            <a:off x="11696" y="5312566"/>
            <a:ext cx="2414206" cy="338554"/>
            <a:chOff x="1237833" y="3417650"/>
            <a:chExt cx="1708480" cy="338554"/>
          </a:xfrm>
        </p:grpSpPr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999898AE-E5F0-4509-9708-918BF37B5BD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60" name="Border">
                <a:extLst>
                  <a:ext uri="{FF2B5EF4-FFF2-40B4-BE49-F238E27FC236}">
                    <a16:creationId xmlns:a16="http://schemas.microsoft.com/office/drawing/2014/main" id="{A778F7E1-18D8-4A5E-8907-A7B21729D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" name="Line 2">
                <a:extLst>
                  <a:ext uri="{FF2B5EF4-FFF2-40B4-BE49-F238E27FC236}">
                    <a16:creationId xmlns:a16="http://schemas.microsoft.com/office/drawing/2014/main" id="{1B63F725-6D08-4812-8CF1-46A71702B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2" name="Line 1">
                <a:extLst>
                  <a:ext uri="{FF2B5EF4-FFF2-40B4-BE49-F238E27FC236}">
                    <a16:creationId xmlns:a16="http://schemas.microsoft.com/office/drawing/2014/main" id="{B3E86ED6-53D0-4956-809B-2FBA90B94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7842E0C-4D66-4518-8361-7A39BD03FD3C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C73ED13C-89F6-4FE0-BF18-C859D5E037EC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br>
                <a:rPr lang="en-US" altLang="ko-KR" sz="800" b="1" dirty="0"/>
              </a:b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a200392</a:t>
              </a:r>
            </a:p>
          </p:txBody>
        </p:sp>
      </p:grpSp>
      <p:sp>
        <p:nvSpPr>
          <p:cNvPr id="64" name="사각형: 둥근 위쪽 모서리 63">
            <a:extLst>
              <a:ext uri="{FF2B5EF4-FFF2-40B4-BE49-F238E27FC236}">
                <a16:creationId xmlns:a16="http://schemas.microsoft.com/office/drawing/2014/main" id="{0C5558C7-7373-4661-9AC3-DCA7A3C5EF68}"/>
              </a:ext>
            </a:extLst>
          </p:cNvPr>
          <p:cNvSpPr/>
          <p:nvPr/>
        </p:nvSpPr>
        <p:spPr>
          <a:xfrm>
            <a:off x="5416742" y="4847241"/>
            <a:ext cx="1549021" cy="326325"/>
          </a:xfrm>
          <a:prstGeom prst="round2SameRect">
            <a:avLst>
              <a:gd name="adj1" fmla="val 33634"/>
              <a:gd name="adj2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AE8E8D5F-9F9C-45D3-B8F0-8CD1209F951A}"/>
              </a:ext>
            </a:extLst>
          </p:cNvPr>
          <p:cNvSpPr/>
          <p:nvPr/>
        </p:nvSpPr>
        <p:spPr>
          <a:xfrm>
            <a:off x="5432410" y="5085775"/>
            <a:ext cx="1527276" cy="1449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F18588C5-C38A-48D4-B980-9404B09ACA78}"/>
              </a:ext>
            </a:extLst>
          </p:cNvPr>
          <p:cNvCxnSpPr>
            <a:cxnSpLocks/>
          </p:cNvCxnSpPr>
          <p:nvPr/>
        </p:nvCxnSpPr>
        <p:spPr>
          <a:xfrm flipH="1">
            <a:off x="-1406538" y="5171256"/>
            <a:ext cx="682328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66238A58-9836-49D8-9943-73A3494F155C}"/>
              </a:ext>
            </a:extLst>
          </p:cNvPr>
          <p:cNvCxnSpPr>
            <a:cxnSpLocks/>
          </p:cNvCxnSpPr>
          <p:nvPr/>
        </p:nvCxnSpPr>
        <p:spPr>
          <a:xfrm flipH="1" flipV="1">
            <a:off x="6965763" y="5167790"/>
            <a:ext cx="1651748" cy="12295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extBox 67">
            <a:extLst>
              <a:ext uri="{FF2B5EF4-FFF2-40B4-BE49-F238E27FC236}">
                <a16:creationId xmlns:a16="http://schemas.microsoft.com/office/drawing/2014/main" id="{706160AC-4F60-4359-B1C8-2FFA777943F0}"/>
              </a:ext>
            </a:extLst>
          </p:cNvPr>
          <p:cNvSpPr txBox="1"/>
          <p:nvPr/>
        </p:nvSpPr>
        <p:spPr>
          <a:xfrm>
            <a:off x="5627893" y="4903557"/>
            <a:ext cx="115288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구매옵션선택    ▼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7DABB3D-577E-482E-9E9B-74DAD39BB736}"/>
              </a:ext>
            </a:extLst>
          </p:cNvPr>
          <p:cNvSpPr txBox="1"/>
          <p:nvPr/>
        </p:nvSpPr>
        <p:spPr>
          <a:xfrm>
            <a:off x="2807268" y="5320378"/>
            <a:ext cx="17363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총 상품금액   </a:t>
            </a:r>
            <a:r>
              <a:rPr lang="en-US" altLang="ko-KR" sz="1600" b="1" dirty="0">
                <a:solidFill>
                  <a:srgbClr val="FF0000"/>
                </a:solidFill>
              </a:rPr>
              <a:t>300</a:t>
            </a:r>
            <a:r>
              <a:rPr lang="en-US" altLang="ko-KR" sz="1200" b="1" dirty="0">
                <a:solidFill>
                  <a:srgbClr val="FF0000"/>
                </a:solidFill>
              </a:rPr>
              <a:t> </a:t>
            </a:r>
            <a:r>
              <a:rPr lang="ko-KR" altLang="en-US" sz="1200" b="1" dirty="0">
                <a:solidFill>
                  <a:srgbClr val="FF0000"/>
                </a:solidFill>
              </a:rPr>
              <a:t>원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07A01786-72EE-4418-990B-5BE88400C059}"/>
              </a:ext>
            </a:extLst>
          </p:cNvPr>
          <p:cNvSpPr/>
          <p:nvPr/>
        </p:nvSpPr>
        <p:spPr>
          <a:xfrm>
            <a:off x="4640137" y="5343110"/>
            <a:ext cx="1132764" cy="27746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장바구니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F202DB32-E674-4B0F-8568-D02E3AB592F7}"/>
              </a:ext>
            </a:extLst>
          </p:cNvPr>
          <p:cNvSpPr/>
          <p:nvPr/>
        </p:nvSpPr>
        <p:spPr>
          <a:xfrm>
            <a:off x="5845345" y="5337835"/>
            <a:ext cx="1132764" cy="277466"/>
          </a:xfrm>
          <a:prstGeom prst="roundRect">
            <a:avLst>
              <a:gd name="adj" fmla="val 50000"/>
            </a:avLst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구매하기</a:t>
            </a:r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D19432AF-8D6F-43F0-A2A1-EFEEB28B1812}"/>
              </a:ext>
            </a:extLst>
          </p:cNvPr>
          <p:cNvCxnSpPr>
            <a:cxnSpLocks/>
          </p:cNvCxnSpPr>
          <p:nvPr/>
        </p:nvCxnSpPr>
        <p:spPr>
          <a:xfrm>
            <a:off x="-1406539" y="5180084"/>
            <a:ext cx="0" cy="187058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F4EFC60A-0E52-4425-B4A7-24C3AF8EBE11}"/>
              </a:ext>
            </a:extLst>
          </p:cNvPr>
          <p:cNvCxnSpPr>
            <a:cxnSpLocks/>
          </p:cNvCxnSpPr>
          <p:nvPr/>
        </p:nvCxnSpPr>
        <p:spPr>
          <a:xfrm>
            <a:off x="8617510" y="5180084"/>
            <a:ext cx="0" cy="187058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FAA365B0-AC54-4ECB-8E92-6C1DE0EE5B68}"/>
              </a:ext>
            </a:extLst>
          </p:cNvPr>
          <p:cNvCxnSpPr>
            <a:cxnSpLocks/>
          </p:cNvCxnSpPr>
          <p:nvPr/>
        </p:nvCxnSpPr>
        <p:spPr>
          <a:xfrm>
            <a:off x="-1406539" y="5800537"/>
            <a:ext cx="10024049" cy="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TextBox 79">
            <a:extLst>
              <a:ext uri="{FF2B5EF4-FFF2-40B4-BE49-F238E27FC236}">
                <a16:creationId xmlns:a16="http://schemas.microsoft.com/office/drawing/2014/main" id="{A427C801-0597-4ABE-9B82-428225E583ED}"/>
              </a:ext>
            </a:extLst>
          </p:cNvPr>
          <p:cNvSpPr txBox="1"/>
          <p:nvPr/>
        </p:nvSpPr>
        <p:spPr>
          <a:xfrm>
            <a:off x="-4159" y="5939163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/>
              <a:t>옵션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4EB7E696-8C95-46EC-A9B6-D557676F5BD6}"/>
              </a:ext>
            </a:extLst>
          </p:cNvPr>
          <p:cNvSpPr/>
          <p:nvPr/>
        </p:nvSpPr>
        <p:spPr>
          <a:xfrm>
            <a:off x="600621" y="5955600"/>
            <a:ext cx="1825281" cy="262877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선택 </a:t>
            </a:r>
            <a:r>
              <a:rPr lang="en-US" altLang="ko-KR" sz="800" dirty="0">
                <a:solidFill>
                  <a:schemeClr val="tx1"/>
                </a:solidFill>
              </a:rPr>
              <a:t>-                               </a:t>
            </a:r>
            <a:r>
              <a:rPr lang="ko-KR" altLang="en-US" sz="1000" b="1" dirty="0">
                <a:solidFill>
                  <a:schemeClr val="tx1"/>
                </a:solidFill>
              </a:rPr>
              <a:t>∨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825AAA15-5735-4741-A210-869D56578596}"/>
              </a:ext>
            </a:extLst>
          </p:cNvPr>
          <p:cNvSpPr txBox="1"/>
          <p:nvPr/>
        </p:nvSpPr>
        <p:spPr>
          <a:xfrm>
            <a:off x="2807268" y="5939163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/>
              <a:t>선택상품</a:t>
            </a:r>
          </a:p>
        </p:txBody>
      </p:sp>
      <p:pic>
        <p:nvPicPr>
          <p:cNvPr id="84" name="그림 83">
            <a:extLst>
              <a:ext uri="{FF2B5EF4-FFF2-40B4-BE49-F238E27FC236}">
                <a16:creationId xmlns:a16="http://schemas.microsoft.com/office/drawing/2014/main" id="{C87E19F3-632E-411F-9BE2-A916B880DD7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0855" y="5955600"/>
            <a:ext cx="4038498" cy="1030370"/>
          </a:xfrm>
          <a:prstGeom prst="rect">
            <a:avLst/>
          </a:prstGeom>
        </p:spPr>
      </p:pic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00D6B190-FC43-4C8F-AF67-7DE4C5E34937}"/>
              </a:ext>
            </a:extLst>
          </p:cNvPr>
          <p:cNvCxnSpPr>
            <a:cxnSpLocks/>
          </p:cNvCxnSpPr>
          <p:nvPr/>
        </p:nvCxnSpPr>
        <p:spPr>
          <a:xfrm>
            <a:off x="-1701800" y="7050669"/>
            <a:ext cx="10617200" cy="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타원 89">
            <a:extLst>
              <a:ext uri="{FF2B5EF4-FFF2-40B4-BE49-F238E27FC236}">
                <a16:creationId xmlns:a16="http://schemas.microsoft.com/office/drawing/2014/main" id="{6B2924EE-EF68-4C06-A506-29A1587E7B92}"/>
              </a:ext>
            </a:extLst>
          </p:cNvPr>
          <p:cNvSpPr/>
          <p:nvPr/>
        </p:nvSpPr>
        <p:spPr>
          <a:xfrm>
            <a:off x="6688480" y="7789906"/>
            <a:ext cx="1929030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8C93FD4D-763E-4CF4-A70E-8FD2BFE8B16C}"/>
              </a:ext>
            </a:extLst>
          </p:cNvPr>
          <p:cNvSpPr txBox="1"/>
          <p:nvPr/>
        </p:nvSpPr>
        <p:spPr>
          <a:xfrm>
            <a:off x="8367232" y="7747570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cxnSp>
        <p:nvCxnSpPr>
          <p:cNvPr id="92" name="직선 화살표 연결선 91">
            <a:extLst>
              <a:ext uri="{FF2B5EF4-FFF2-40B4-BE49-F238E27FC236}">
                <a16:creationId xmlns:a16="http://schemas.microsoft.com/office/drawing/2014/main" id="{49A8B90A-2872-464C-8A62-24DC86C1CB2C}"/>
              </a:ext>
            </a:extLst>
          </p:cNvPr>
          <p:cNvCxnSpPr>
            <a:cxnSpLocks/>
            <a:stCxn id="90" idx="0"/>
          </p:cNvCxnSpPr>
          <p:nvPr/>
        </p:nvCxnSpPr>
        <p:spPr>
          <a:xfrm flipH="1" flipV="1">
            <a:off x="6326889" y="5056392"/>
            <a:ext cx="1326106" cy="2733514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직선 화살표 연결선 97">
            <a:extLst>
              <a:ext uri="{FF2B5EF4-FFF2-40B4-BE49-F238E27FC236}">
                <a16:creationId xmlns:a16="http://schemas.microsoft.com/office/drawing/2014/main" id="{D3380102-8379-48D1-8371-1AE7830E1AB1}"/>
              </a:ext>
            </a:extLst>
          </p:cNvPr>
          <p:cNvCxnSpPr/>
          <p:nvPr/>
        </p:nvCxnSpPr>
        <p:spPr>
          <a:xfrm>
            <a:off x="7992533" y="5800537"/>
            <a:ext cx="0" cy="1250132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TextBox 98">
            <a:extLst>
              <a:ext uri="{FF2B5EF4-FFF2-40B4-BE49-F238E27FC236}">
                <a16:creationId xmlns:a16="http://schemas.microsoft.com/office/drawing/2014/main" id="{CA3F5C53-F614-4A57-BF7A-E3272350C969}"/>
              </a:ext>
            </a:extLst>
          </p:cNvPr>
          <p:cNvSpPr txBox="1"/>
          <p:nvPr/>
        </p:nvSpPr>
        <p:spPr>
          <a:xfrm>
            <a:off x="7902523" y="6299330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375504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409483EF-69A0-41EF-9E55-FFD6E210753C}"/>
              </a:ext>
            </a:extLst>
          </p:cNvPr>
          <p:cNvGrpSpPr/>
          <p:nvPr/>
        </p:nvGrpSpPr>
        <p:grpSpPr>
          <a:xfrm>
            <a:off x="1472099" y="1212122"/>
            <a:ext cx="2798648" cy="2361452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3" name="Border">
              <a:extLst>
                <a:ext uri="{FF2B5EF4-FFF2-40B4-BE49-F238E27FC236}">
                  <a16:creationId xmlns:a16="http://schemas.microsoft.com/office/drawing/2014/main" id="{62B16980-99BD-488C-9BA1-4B397EC76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" name="Line 2">
              <a:extLst>
                <a:ext uri="{FF2B5EF4-FFF2-40B4-BE49-F238E27FC236}">
                  <a16:creationId xmlns:a16="http://schemas.microsoft.com/office/drawing/2014/main" id="{BD74DDDF-6A82-4335-A73C-EFE57B7A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" name="Line 1">
              <a:extLst>
                <a:ext uri="{FF2B5EF4-FFF2-40B4-BE49-F238E27FC236}">
                  <a16:creationId xmlns:a16="http://schemas.microsoft.com/office/drawing/2014/main" id="{90B991CC-522B-47BA-BC88-03C959E04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23A24FD-B9B3-4313-A8DC-296E80CB3EFA}"/>
                </a:ext>
              </a:extLst>
            </p:cNvPr>
            <p:cNvSpPr txBox="1"/>
            <p:nvPr/>
          </p:nvSpPr>
          <p:spPr>
            <a:xfrm>
              <a:off x="3381983" y="2215369"/>
              <a:ext cx="598462" cy="764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113194F1-4EE6-48D7-A326-875BF0B8118A}"/>
              </a:ext>
            </a:extLst>
          </p:cNvPr>
          <p:cNvGrpSpPr/>
          <p:nvPr/>
        </p:nvGrpSpPr>
        <p:grpSpPr>
          <a:xfrm>
            <a:off x="1459410" y="3687394"/>
            <a:ext cx="492940" cy="406337"/>
            <a:chOff x="3092355" y="3209109"/>
            <a:chExt cx="353705" cy="305189"/>
          </a:xfrm>
        </p:grpSpPr>
        <p:sp>
          <p:nvSpPr>
            <p:cNvPr id="8" name="Border">
              <a:extLst>
                <a:ext uri="{FF2B5EF4-FFF2-40B4-BE49-F238E27FC236}">
                  <a16:creationId xmlns:a16="http://schemas.microsoft.com/office/drawing/2014/main" id="{99D263E5-4A75-4737-B9CF-C69579EAF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2">
              <a:extLst>
                <a:ext uri="{FF2B5EF4-FFF2-40B4-BE49-F238E27FC236}">
                  <a16:creationId xmlns:a16="http://schemas.microsoft.com/office/drawing/2014/main" id="{65B9EE9D-7406-4C03-BCE8-B3D1FC2DC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Line 1">
              <a:extLst>
                <a:ext uri="{FF2B5EF4-FFF2-40B4-BE49-F238E27FC236}">
                  <a16:creationId xmlns:a16="http://schemas.microsoft.com/office/drawing/2014/main" id="{4EE5EF20-4D02-41D3-AA72-F88F35673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2C913B71-81B9-4AF8-B33E-6EA5086259EC}"/>
              </a:ext>
            </a:extLst>
          </p:cNvPr>
          <p:cNvGrpSpPr/>
          <p:nvPr/>
        </p:nvGrpSpPr>
        <p:grpSpPr>
          <a:xfrm>
            <a:off x="2038560" y="3687390"/>
            <a:ext cx="492940" cy="406337"/>
            <a:chOff x="3092355" y="3209109"/>
            <a:chExt cx="353705" cy="305189"/>
          </a:xfrm>
        </p:grpSpPr>
        <p:sp>
          <p:nvSpPr>
            <p:cNvPr id="12" name="Border">
              <a:extLst>
                <a:ext uri="{FF2B5EF4-FFF2-40B4-BE49-F238E27FC236}">
                  <a16:creationId xmlns:a16="http://schemas.microsoft.com/office/drawing/2014/main" id="{653BEF19-C616-4EE1-98B0-5B430F5CB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" name="Line 2">
              <a:extLst>
                <a:ext uri="{FF2B5EF4-FFF2-40B4-BE49-F238E27FC236}">
                  <a16:creationId xmlns:a16="http://schemas.microsoft.com/office/drawing/2014/main" id="{5B6B73B9-C4C9-47FD-86FB-B8CA156B1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Line 1">
              <a:extLst>
                <a:ext uri="{FF2B5EF4-FFF2-40B4-BE49-F238E27FC236}">
                  <a16:creationId xmlns:a16="http://schemas.microsoft.com/office/drawing/2014/main" id="{8A138067-08AC-45A4-9985-55727D7DC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9FBF6C03-DDB7-43F8-80D7-BD20BB68790D}"/>
              </a:ext>
            </a:extLst>
          </p:cNvPr>
          <p:cNvGrpSpPr/>
          <p:nvPr/>
        </p:nvGrpSpPr>
        <p:grpSpPr>
          <a:xfrm>
            <a:off x="2617710" y="3687390"/>
            <a:ext cx="492940" cy="406337"/>
            <a:chOff x="3092355" y="3209109"/>
            <a:chExt cx="353705" cy="305189"/>
          </a:xfrm>
        </p:grpSpPr>
        <p:sp>
          <p:nvSpPr>
            <p:cNvPr id="16" name="Border">
              <a:extLst>
                <a:ext uri="{FF2B5EF4-FFF2-40B4-BE49-F238E27FC236}">
                  <a16:creationId xmlns:a16="http://schemas.microsoft.com/office/drawing/2014/main" id="{986A8C73-C7B6-4367-B3DD-B72586C0E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" name="Line 2">
              <a:extLst>
                <a:ext uri="{FF2B5EF4-FFF2-40B4-BE49-F238E27FC236}">
                  <a16:creationId xmlns:a16="http://schemas.microsoft.com/office/drawing/2014/main" id="{84E02755-2EF0-413C-B3F6-70EBEDC2E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Line 1">
              <a:extLst>
                <a:ext uri="{FF2B5EF4-FFF2-40B4-BE49-F238E27FC236}">
                  <a16:creationId xmlns:a16="http://schemas.microsoft.com/office/drawing/2014/main" id="{826F5E02-97CD-4F63-A5B8-FE88C0B7E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508B538C-77C0-4B90-9DCF-D95B798C7731}"/>
              </a:ext>
            </a:extLst>
          </p:cNvPr>
          <p:cNvGrpSpPr/>
          <p:nvPr/>
        </p:nvGrpSpPr>
        <p:grpSpPr>
          <a:xfrm>
            <a:off x="3196860" y="3687390"/>
            <a:ext cx="492940" cy="406337"/>
            <a:chOff x="3092355" y="3209109"/>
            <a:chExt cx="353705" cy="305189"/>
          </a:xfrm>
        </p:grpSpPr>
        <p:sp>
          <p:nvSpPr>
            <p:cNvPr id="20" name="Border">
              <a:extLst>
                <a:ext uri="{FF2B5EF4-FFF2-40B4-BE49-F238E27FC236}">
                  <a16:creationId xmlns:a16="http://schemas.microsoft.com/office/drawing/2014/main" id="{C4E6EB43-123D-4A79-88A5-CF1AFFCF5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Line 2">
              <a:extLst>
                <a:ext uri="{FF2B5EF4-FFF2-40B4-BE49-F238E27FC236}">
                  <a16:creationId xmlns:a16="http://schemas.microsoft.com/office/drawing/2014/main" id="{92BCCDC7-67BA-4E80-9164-06AA76E9E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Line 1">
              <a:extLst>
                <a:ext uri="{FF2B5EF4-FFF2-40B4-BE49-F238E27FC236}">
                  <a16:creationId xmlns:a16="http://schemas.microsoft.com/office/drawing/2014/main" id="{3FD34D9B-A102-4EE6-95EC-6992451A6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56994A32-3A05-4C89-AC7B-94121A4D313A}"/>
              </a:ext>
            </a:extLst>
          </p:cNvPr>
          <p:cNvGrpSpPr/>
          <p:nvPr/>
        </p:nvGrpSpPr>
        <p:grpSpPr>
          <a:xfrm>
            <a:off x="3776010" y="3687390"/>
            <a:ext cx="492942" cy="406341"/>
            <a:chOff x="3092355" y="3209106"/>
            <a:chExt cx="353706" cy="305192"/>
          </a:xfrm>
        </p:grpSpPr>
        <p:sp>
          <p:nvSpPr>
            <p:cNvPr id="24" name="Border">
              <a:extLst>
                <a:ext uri="{FF2B5EF4-FFF2-40B4-BE49-F238E27FC236}">
                  <a16:creationId xmlns:a16="http://schemas.microsoft.com/office/drawing/2014/main" id="{3BAF545A-04D4-4F13-933F-327883C67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" name="Line 2">
              <a:extLst>
                <a:ext uri="{FF2B5EF4-FFF2-40B4-BE49-F238E27FC236}">
                  <a16:creationId xmlns:a16="http://schemas.microsoft.com/office/drawing/2014/main" id="{D5128C3E-6556-472A-9A2E-628E71F7F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Line 1">
              <a:extLst>
                <a:ext uri="{FF2B5EF4-FFF2-40B4-BE49-F238E27FC236}">
                  <a16:creationId xmlns:a16="http://schemas.microsoft.com/office/drawing/2014/main" id="{F25D765D-193C-403A-BFD4-30D104785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6" y="3209106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C1891546-AD28-469B-915D-099CBE467271}"/>
              </a:ext>
            </a:extLst>
          </p:cNvPr>
          <p:cNvSpPr txBox="1"/>
          <p:nvPr/>
        </p:nvSpPr>
        <p:spPr>
          <a:xfrm>
            <a:off x="4319751" y="1146630"/>
            <a:ext cx="3948564" cy="7148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대분류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1200" b="1" dirty="0"/>
              <a:t>상품명</a:t>
            </a:r>
            <a:r>
              <a:rPr lang="en-US" altLang="ko-KR" sz="1200" b="1" dirty="0"/>
              <a:t>23232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상품코드 </a:t>
            </a:r>
            <a:r>
              <a:rPr lang="en-US" altLang="ko-KR" sz="800" dirty="0"/>
              <a:t>:  a200392   </a:t>
            </a:r>
            <a:endParaRPr lang="ko-KR" altLang="en-US" sz="800" dirty="0"/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6FE6A27-7067-4170-9603-DA3BF546D202}"/>
              </a:ext>
            </a:extLst>
          </p:cNvPr>
          <p:cNvSpPr/>
          <p:nvPr/>
        </p:nvSpPr>
        <p:spPr>
          <a:xfrm>
            <a:off x="1472099" y="4688875"/>
            <a:ext cx="1215128" cy="2812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 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B75E13AE-0060-47A7-8B04-E3C2329C307F}"/>
              </a:ext>
            </a:extLst>
          </p:cNvPr>
          <p:cNvSpPr/>
          <p:nvPr/>
        </p:nvSpPr>
        <p:spPr>
          <a:xfrm>
            <a:off x="2687227" y="4688875"/>
            <a:ext cx="1215128" cy="281224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판매 정보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2FD7B591-5970-4A0E-8119-2BFAFB6A4528}"/>
              </a:ext>
            </a:extLst>
          </p:cNvPr>
          <p:cNvSpPr/>
          <p:nvPr/>
        </p:nvSpPr>
        <p:spPr>
          <a:xfrm>
            <a:off x="1472099" y="4970098"/>
            <a:ext cx="6796216" cy="378494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</p:txBody>
      </p:sp>
      <p:pic>
        <p:nvPicPr>
          <p:cNvPr id="31" name="그림 30">
            <a:extLst>
              <a:ext uri="{FF2B5EF4-FFF2-40B4-BE49-F238E27FC236}">
                <a16:creationId xmlns:a16="http://schemas.microsoft.com/office/drawing/2014/main" id="{895E4741-8B40-4164-8E20-F908F0F8E8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68241" y="1896461"/>
            <a:ext cx="3946343" cy="1682825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91B217EB-FD3B-4C55-9995-5E5AE981E5F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05042" y="3634110"/>
            <a:ext cx="3163273" cy="603519"/>
          </a:xfrm>
          <a:prstGeom prst="rect">
            <a:avLst/>
          </a:prstGeom>
        </p:spPr>
      </p:pic>
      <p:sp>
        <p:nvSpPr>
          <p:cNvPr id="33" name="직사각형 32">
            <a:extLst>
              <a:ext uri="{FF2B5EF4-FFF2-40B4-BE49-F238E27FC236}">
                <a16:creationId xmlns:a16="http://schemas.microsoft.com/office/drawing/2014/main" id="{2360C180-74BC-45C8-B4DE-245E7610299B}"/>
              </a:ext>
            </a:extLst>
          </p:cNvPr>
          <p:cNvSpPr/>
          <p:nvPr/>
        </p:nvSpPr>
        <p:spPr>
          <a:xfrm>
            <a:off x="3902355" y="4689956"/>
            <a:ext cx="1215128" cy="2812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상품 </a:t>
            </a:r>
            <a:r>
              <a:rPr lang="en-US" altLang="ko-KR" sz="800" dirty="0">
                <a:solidFill>
                  <a:schemeClr val="tx1"/>
                </a:solidFill>
              </a:rPr>
              <a:t>Q&amp;A</a:t>
            </a:r>
          </a:p>
        </p:txBody>
      </p:sp>
      <p:pic>
        <p:nvPicPr>
          <p:cNvPr id="58" name="그림 57">
            <a:extLst>
              <a:ext uri="{FF2B5EF4-FFF2-40B4-BE49-F238E27FC236}">
                <a16:creationId xmlns:a16="http://schemas.microsoft.com/office/drawing/2014/main" id="{E460B269-6772-43F1-9442-47D6FE2E1E7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4866" y="5258052"/>
            <a:ext cx="6262291" cy="2726890"/>
          </a:xfrm>
          <a:prstGeom prst="rect">
            <a:avLst/>
          </a:prstGeom>
        </p:spPr>
      </p:pic>
      <p:sp>
        <p:nvSpPr>
          <p:cNvPr id="39" name="직사각형 38">
            <a:extLst>
              <a:ext uri="{FF2B5EF4-FFF2-40B4-BE49-F238E27FC236}">
                <a16:creationId xmlns:a16="http://schemas.microsoft.com/office/drawing/2014/main" id="{EBBB512B-4646-4A96-963C-C851C3470781}"/>
              </a:ext>
            </a:extLst>
          </p:cNvPr>
          <p:cNvSpPr/>
          <p:nvPr/>
        </p:nvSpPr>
        <p:spPr>
          <a:xfrm>
            <a:off x="41175" y="8162072"/>
            <a:ext cx="10024049" cy="603519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4651B913-03E8-4580-B7DF-6FD62D545B32}"/>
              </a:ext>
            </a:extLst>
          </p:cNvPr>
          <p:cNvGrpSpPr/>
          <p:nvPr/>
        </p:nvGrpSpPr>
        <p:grpSpPr>
          <a:xfrm>
            <a:off x="1459410" y="8294554"/>
            <a:ext cx="2414206" cy="338554"/>
            <a:chOff x="1237833" y="3417650"/>
            <a:chExt cx="1708480" cy="338554"/>
          </a:xfrm>
        </p:grpSpPr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B913D6E4-1E56-4FB8-B667-357670A9AA58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43" name="Border">
                <a:extLst>
                  <a:ext uri="{FF2B5EF4-FFF2-40B4-BE49-F238E27FC236}">
                    <a16:creationId xmlns:a16="http://schemas.microsoft.com/office/drawing/2014/main" id="{278FE812-1AC4-4F2E-A392-E5579BDEB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" name="Line 2">
                <a:extLst>
                  <a:ext uri="{FF2B5EF4-FFF2-40B4-BE49-F238E27FC236}">
                    <a16:creationId xmlns:a16="http://schemas.microsoft.com/office/drawing/2014/main" id="{B3A6D931-40E4-46FF-81E7-2DC2A95CF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" name="Line 1">
                <a:extLst>
                  <a:ext uri="{FF2B5EF4-FFF2-40B4-BE49-F238E27FC236}">
                    <a16:creationId xmlns:a16="http://schemas.microsoft.com/office/drawing/2014/main" id="{12ABF6DB-4417-4F4C-966B-9E6A54CFD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709BB784-6D93-4111-80B5-5506F1B1B55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5A49665D-2D36-4D20-872E-C11DB58DF45B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br>
                <a:rPr lang="en-US" altLang="ko-KR" sz="800" b="1" dirty="0"/>
              </a:b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a200392</a:t>
              </a:r>
            </a:p>
          </p:txBody>
        </p:sp>
      </p:grpSp>
      <p:sp>
        <p:nvSpPr>
          <p:cNvPr id="47" name="사각형: 둥근 위쪽 모서리 46">
            <a:extLst>
              <a:ext uri="{FF2B5EF4-FFF2-40B4-BE49-F238E27FC236}">
                <a16:creationId xmlns:a16="http://schemas.microsoft.com/office/drawing/2014/main" id="{F45C6ED9-BC12-4A95-9D6D-1D8531ADB9BA}"/>
              </a:ext>
            </a:extLst>
          </p:cNvPr>
          <p:cNvSpPr/>
          <p:nvPr/>
        </p:nvSpPr>
        <p:spPr>
          <a:xfrm>
            <a:off x="6864456" y="7829229"/>
            <a:ext cx="1549021" cy="326325"/>
          </a:xfrm>
          <a:prstGeom prst="round2SameRect">
            <a:avLst>
              <a:gd name="adj1" fmla="val 33634"/>
              <a:gd name="adj2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21CF835D-535C-441B-98CB-5343ACF75401}"/>
              </a:ext>
            </a:extLst>
          </p:cNvPr>
          <p:cNvSpPr/>
          <p:nvPr/>
        </p:nvSpPr>
        <p:spPr>
          <a:xfrm>
            <a:off x="6880124" y="8067763"/>
            <a:ext cx="1527276" cy="1449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26E5A052-7E26-456B-BD0B-92E89BD353AA}"/>
              </a:ext>
            </a:extLst>
          </p:cNvPr>
          <p:cNvCxnSpPr>
            <a:cxnSpLocks/>
          </p:cNvCxnSpPr>
          <p:nvPr/>
        </p:nvCxnSpPr>
        <p:spPr>
          <a:xfrm flipH="1">
            <a:off x="41176" y="8153244"/>
            <a:ext cx="682328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6A7CFCE7-00CE-47FA-8B2B-9ADA9FD16DD0}"/>
              </a:ext>
            </a:extLst>
          </p:cNvPr>
          <p:cNvCxnSpPr>
            <a:cxnSpLocks/>
          </p:cNvCxnSpPr>
          <p:nvPr/>
        </p:nvCxnSpPr>
        <p:spPr>
          <a:xfrm flipH="1" flipV="1">
            <a:off x="8413477" y="8149778"/>
            <a:ext cx="1651748" cy="12295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592F003E-761A-42CB-BA85-05E8F1766E73}"/>
              </a:ext>
            </a:extLst>
          </p:cNvPr>
          <p:cNvSpPr txBox="1"/>
          <p:nvPr/>
        </p:nvSpPr>
        <p:spPr>
          <a:xfrm>
            <a:off x="7075607" y="7885545"/>
            <a:ext cx="115288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구매옵션선택    ▲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63F4C2FA-DCD8-4851-AD86-BA37D0B68587}"/>
              </a:ext>
            </a:extLst>
          </p:cNvPr>
          <p:cNvSpPr txBox="1"/>
          <p:nvPr/>
        </p:nvSpPr>
        <p:spPr>
          <a:xfrm>
            <a:off x="4254982" y="8302366"/>
            <a:ext cx="17363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총 상품금액   </a:t>
            </a:r>
            <a:r>
              <a:rPr lang="en-US" altLang="ko-KR" sz="1600" b="1" dirty="0">
                <a:solidFill>
                  <a:srgbClr val="FF0000"/>
                </a:solidFill>
              </a:rPr>
              <a:t>300</a:t>
            </a:r>
            <a:r>
              <a:rPr lang="en-US" altLang="ko-KR" sz="1200" b="1" dirty="0">
                <a:solidFill>
                  <a:srgbClr val="FF0000"/>
                </a:solidFill>
              </a:rPr>
              <a:t> </a:t>
            </a:r>
            <a:r>
              <a:rPr lang="ko-KR" altLang="en-US" sz="1200" b="1" dirty="0">
                <a:solidFill>
                  <a:srgbClr val="FF0000"/>
                </a:solidFill>
              </a:rPr>
              <a:t>원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9B09A83A-1F11-406C-881C-1531708A622D}"/>
              </a:ext>
            </a:extLst>
          </p:cNvPr>
          <p:cNvSpPr/>
          <p:nvPr/>
        </p:nvSpPr>
        <p:spPr>
          <a:xfrm>
            <a:off x="6087851" y="8325098"/>
            <a:ext cx="1132764" cy="27746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장바구니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222DE7D4-51AA-451B-AC4A-FA174EE034F8}"/>
              </a:ext>
            </a:extLst>
          </p:cNvPr>
          <p:cNvSpPr/>
          <p:nvPr/>
        </p:nvSpPr>
        <p:spPr>
          <a:xfrm>
            <a:off x="7293059" y="8319823"/>
            <a:ext cx="1132764" cy="277466"/>
          </a:xfrm>
          <a:prstGeom prst="roundRect">
            <a:avLst>
              <a:gd name="adj" fmla="val 50000"/>
            </a:avLst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구매하기</a:t>
            </a:r>
          </a:p>
        </p:txBody>
      </p:sp>
    </p:spTree>
    <p:extLst>
      <p:ext uri="{BB962C8B-B14F-4D97-AF65-F5344CB8AC3E}">
        <p14:creationId xmlns:p14="http://schemas.microsoft.com/office/powerpoint/2010/main" val="68305121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F2F2DF35-101C-4653-8FDC-B9F0689EFE66}"/>
              </a:ext>
            </a:extLst>
          </p:cNvPr>
          <p:cNvGrpSpPr/>
          <p:nvPr/>
        </p:nvGrpSpPr>
        <p:grpSpPr>
          <a:xfrm>
            <a:off x="1472099" y="1212122"/>
            <a:ext cx="2798648" cy="2361452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3" name="Border">
              <a:extLst>
                <a:ext uri="{FF2B5EF4-FFF2-40B4-BE49-F238E27FC236}">
                  <a16:creationId xmlns:a16="http://schemas.microsoft.com/office/drawing/2014/main" id="{0E0164D1-071C-436B-980A-10D434B12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" name="Line 2">
              <a:extLst>
                <a:ext uri="{FF2B5EF4-FFF2-40B4-BE49-F238E27FC236}">
                  <a16:creationId xmlns:a16="http://schemas.microsoft.com/office/drawing/2014/main" id="{A61132C3-1B89-45AD-9DA9-E42C07848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" name="Line 1">
              <a:extLst>
                <a:ext uri="{FF2B5EF4-FFF2-40B4-BE49-F238E27FC236}">
                  <a16:creationId xmlns:a16="http://schemas.microsoft.com/office/drawing/2014/main" id="{9425697D-5823-4292-BB4B-E669C407A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E19CD3FE-87B2-40B8-B715-EF8D79EF6937}"/>
                </a:ext>
              </a:extLst>
            </p:cNvPr>
            <p:cNvSpPr txBox="1"/>
            <p:nvPr/>
          </p:nvSpPr>
          <p:spPr>
            <a:xfrm>
              <a:off x="3381983" y="2215369"/>
              <a:ext cx="598462" cy="764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14EE5F47-380E-413E-B995-2EEBB644FC87}"/>
              </a:ext>
            </a:extLst>
          </p:cNvPr>
          <p:cNvGrpSpPr/>
          <p:nvPr/>
        </p:nvGrpSpPr>
        <p:grpSpPr>
          <a:xfrm>
            <a:off x="1459410" y="3687394"/>
            <a:ext cx="492940" cy="406337"/>
            <a:chOff x="3092355" y="3209109"/>
            <a:chExt cx="353705" cy="305189"/>
          </a:xfrm>
        </p:grpSpPr>
        <p:sp>
          <p:nvSpPr>
            <p:cNvPr id="8" name="Border">
              <a:extLst>
                <a:ext uri="{FF2B5EF4-FFF2-40B4-BE49-F238E27FC236}">
                  <a16:creationId xmlns:a16="http://schemas.microsoft.com/office/drawing/2014/main" id="{AA3CFC73-A0D3-471F-A3A8-ADA4AE5F2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2">
              <a:extLst>
                <a:ext uri="{FF2B5EF4-FFF2-40B4-BE49-F238E27FC236}">
                  <a16:creationId xmlns:a16="http://schemas.microsoft.com/office/drawing/2014/main" id="{35DBA322-0394-40F8-B1FB-AA0BB055D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Line 1">
              <a:extLst>
                <a:ext uri="{FF2B5EF4-FFF2-40B4-BE49-F238E27FC236}">
                  <a16:creationId xmlns:a16="http://schemas.microsoft.com/office/drawing/2014/main" id="{AA58DC23-F2C8-4960-A429-7031EC9D5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17721251-02D6-41F0-872D-AA7B7BFC06A9}"/>
              </a:ext>
            </a:extLst>
          </p:cNvPr>
          <p:cNvGrpSpPr/>
          <p:nvPr/>
        </p:nvGrpSpPr>
        <p:grpSpPr>
          <a:xfrm>
            <a:off x="2038560" y="3687390"/>
            <a:ext cx="492940" cy="406337"/>
            <a:chOff x="3092355" y="3209109"/>
            <a:chExt cx="353705" cy="305189"/>
          </a:xfrm>
        </p:grpSpPr>
        <p:sp>
          <p:nvSpPr>
            <p:cNvPr id="12" name="Border">
              <a:extLst>
                <a:ext uri="{FF2B5EF4-FFF2-40B4-BE49-F238E27FC236}">
                  <a16:creationId xmlns:a16="http://schemas.microsoft.com/office/drawing/2014/main" id="{9B5B54BD-BE71-45F3-8B16-9533286A5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" name="Line 2">
              <a:extLst>
                <a:ext uri="{FF2B5EF4-FFF2-40B4-BE49-F238E27FC236}">
                  <a16:creationId xmlns:a16="http://schemas.microsoft.com/office/drawing/2014/main" id="{60B8FFDB-1D73-4C80-8A97-D8810F6A1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Line 1">
              <a:extLst>
                <a:ext uri="{FF2B5EF4-FFF2-40B4-BE49-F238E27FC236}">
                  <a16:creationId xmlns:a16="http://schemas.microsoft.com/office/drawing/2014/main" id="{EDBC649E-A302-41BD-998F-EB2BD206C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808B2778-067F-43D5-8731-0495ED8D68F6}"/>
              </a:ext>
            </a:extLst>
          </p:cNvPr>
          <p:cNvGrpSpPr/>
          <p:nvPr/>
        </p:nvGrpSpPr>
        <p:grpSpPr>
          <a:xfrm>
            <a:off x="2617710" y="3687390"/>
            <a:ext cx="492940" cy="406337"/>
            <a:chOff x="3092355" y="3209109"/>
            <a:chExt cx="353705" cy="305189"/>
          </a:xfrm>
        </p:grpSpPr>
        <p:sp>
          <p:nvSpPr>
            <p:cNvPr id="16" name="Border">
              <a:extLst>
                <a:ext uri="{FF2B5EF4-FFF2-40B4-BE49-F238E27FC236}">
                  <a16:creationId xmlns:a16="http://schemas.microsoft.com/office/drawing/2014/main" id="{6525980A-C4B3-4087-9251-9EF3715E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" name="Line 2">
              <a:extLst>
                <a:ext uri="{FF2B5EF4-FFF2-40B4-BE49-F238E27FC236}">
                  <a16:creationId xmlns:a16="http://schemas.microsoft.com/office/drawing/2014/main" id="{2D403CDE-7ADA-41A1-AD7C-B7B513C3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Line 1">
              <a:extLst>
                <a:ext uri="{FF2B5EF4-FFF2-40B4-BE49-F238E27FC236}">
                  <a16:creationId xmlns:a16="http://schemas.microsoft.com/office/drawing/2014/main" id="{AD2288C3-CE01-4DFB-93F2-ABA8118DE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4F7C83B1-1891-4D89-A1D5-590178E3E7A0}"/>
              </a:ext>
            </a:extLst>
          </p:cNvPr>
          <p:cNvGrpSpPr/>
          <p:nvPr/>
        </p:nvGrpSpPr>
        <p:grpSpPr>
          <a:xfrm>
            <a:off x="3196860" y="3687390"/>
            <a:ext cx="492940" cy="406337"/>
            <a:chOff x="3092355" y="3209109"/>
            <a:chExt cx="353705" cy="305189"/>
          </a:xfrm>
        </p:grpSpPr>
        <p:sp>
          <p:nvSpPr>
            <p:cNvPr id="20" name="Border">
              <a:extLst>
                <a:ext uri="{FF2B5EF4-FFF2-40B4-BE49-F238E27FC236}">
                  <a16:creationId xmlns:a16="http://schemas.microsoft.com/office/drawing/2014/main" id="{2C586625-BC5F-450B-9AA7-160CA70C2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Line 2">
              <a:extLst>
                <a:ext uri="{FF2B5EF4-FFF2-40B4-BE49-F238E27FC236}">
                  <a16:creationId xmlns:a16="http://schemas.microsoft.com/office/drawing/2014/main" id="{E0E2D1FA-FF35-41E7-BAF6-5BAE392EE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Line 1">
              <a:extLst>
                <a:ext uri="{FF2B5EF4-FFF2-40B4-BE49-F238E27FC236}">
                  <a16:creationId xmlns:a16="http://schemas.microsoft.com/office/drawing/2014/main" id="{17B05720-EF6E-4B57-8DBF-1AC398F72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95115DD2-241D-4AFF-B06F-DAB2CF466093}"/>
              </a:ext>
            </a:extLst>
          </p:cNvPr>
          <p:cNvGrpSpPr/>
          <p:nvPr/>
        </p:nvGrpSpPr>
        <p:grpSpPr>
          <a:xfrm>
            <a:off x="3776010" y="3687390"/>
            <a:ext cx="492942" cy="406341"/>
            <a:chOff x="3092355" y="3209106"/>
            <a:chExt cx="353706" cy="305192"/>
          </a:xfrm>
        </p:grpSpPr>
        <p:sp>
          <p:nvSpPr>
            <p:cNvPr id="24" name="Border">
              <a:extLst>
                <a:ext uri="{FF2B5EF4-FFF2-40B4-BE49-F238E27FC236}">
                  <a16:creationId xmlns:a16="http://schemas.microsoft.com/office/drawing/2014/main" id="{B7DF3A6D-6A66-474E-B30E-29045FCF9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" name="Line 2">
              <a:extLst>
                <a:ext uri="{FF2B5EF4-FFF2-40B4-BE49-F238E27FC236}">
                  <a16:creationId xmlns:a16="http://schemas.microsoft.com/office/drawing/2014/main" id="{734528C9-A613-4F42-9B14-C6C5F9363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Line 1">
              <a:extLst>
                <a:ext uri="{FF2B5EF4-FFF2-40B4-BE49-F238E27FC236}">
                  <a16:creationId xmlns:a16="http://schemas.microsoft.com/office/drawing/2014/main" id="{2D8110A6-D75F-4851-B38A-29D2628A0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6" y="3209106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88B89CB0-3129-4E3D-876A-8A50C11FBBA3}"/>
              </a:ext>
            </a:extLst>
          </p:cNvPr>
          <p:cNvSpPr txBox="1"/>
          <p:nvPr/>
        </p:nvSpPr>
        <p:spPr>
          <a:xfrm>
            <a:off x="4319751" y="1146630"/>
            <a:ext cx="3948564" cy="7148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대분류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1200" b="1" dirty="0"/>
              <a:t>상품명</a:t>
            </a:r>
            <a:r>
              <a:rPr lang="en-US" altLang="ko-KR" sz="1200" b="1" dirty="0"/>
              <a:t>23232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상품코드 </a:t>
            </a:r>
            <a:r>
              <a:rPr lang="en-US" altLang="ko-KR" sz="800" dirty="0"/>
              <a:t>:  a200392   </a:t>
            </a:r>
            <a:endParaRPr lang="ko-KR" altLang="en-US" sz="800" dirty="0"/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DDADB75-653F-44A3-9676-A84D4B8FD569}"/>
              </a:ext>
            </a:extLst>
          </p:cNvPr>
          <p:cNvSpPr/>
          <p:nvPr/>
        </p:nvSpPr>
        <p:spPr>
          <a:xfrm>
            <a:off x="1472099" y="4688875"/>
            <a:ext cx="1215128" cy="2812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 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0E85D9CF-3B41-4F20-B675-AD58FEE6B780}"/>
              </a:ext>
            </a:extLst>
          </p:cNvPr>
          <p:cNvSpPr/>
          <p:nvPr/>
        </p:nvSpPr>
        <p:spPr>
          <a:xfrm>
            <a:off x="2687227" y="4688875"/>
            <a:ext cx="1215128" cy="2812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판매 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B8F0BF89-7A19-4183-B727-969C715EB4BD}"/>
              </a:ext>
            </a:extLst>
          </p:cNvPr>
          <p:cNvSpPr/>
          <p:nvPr/>
        </p:nvSpPr>
        <p:spPr>
          <a:xfrm>
            <a:off x="1472099" y="4970098"/>
            <a:ext cx="6796216" cy="378494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</p:txBody>
      </p:sp>
      <p:pic>
        <p:nvPicPr>
          <p:cNvPr id="31" name="그림 30">
            <a:extLst>
              <a:ext uri="{FF2B5EF4-FFF2-40B4-BE49-F238E27FC236}">
                <a16:creationId xmlns:a16="http://schemas.microsoft.com/office/drawing/2014/main" id="{2F033323-BE98-4FB3-9FD6-4097F6FAC8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68241" y="1896461"/>
            <a:ext cx="3946343" cy="1682825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5B41292C-A4F5-4929-BB38-0184C27DD5D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05042" y="3634110"/>
            <a:ext cx="3163273" cy="603519"/>
          </a:xfrm>
          <a:prstGeom prst="rect">
            <a:avLst/>
          </a:prstGeom>
        </p:spPr>
      </p:pic>
      <p:sp>
        <p:nvSpPr>
          <p:cNvPr id="33" name="직사각형 32">
            <a:extLst>
              <a:ext uri="{FF2B5EF4-FFF2-40B4-BE49-F238E27FC236}">
                <a16:creationId xmlns:a16="http://schemas.microsoft.com/office/drawing/2014/main" id="{0F71690A-7989-4E54-8223-9D6039CE57B0}"/>
              </a:ext>
            </a:extLst>
          </p:cNvPr>
          <p:cNvSpPr/>
          <p:nvPr/>
        </p:nvSpPr>
        <p:spPr>
          <a:xfrm>
            <a:off x="3902355" y="4689956"/>
            <a:ext cx="1215128" cy="281224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상품 </a:t>
            </a:r>
            <a:r>
              <a:rPr lang="en-US" altLang="ko-KR" sz="800" dirty="0">
                <a:solidFill>
                  <a:schemeClr val="bg1"/>
                </a:solidFill>
              </a:rPr>
              <a:t>Q&amp;A</a:t>
            </a:r>
          </a:p>
        </p:txBody>
      </p:sp>
      <p:pic>
        <p:nvPicPr>
          <p:cNvPr id="52" name="그림 51">
            <a:extLst>
              <a:ext uri="{FF2B5EF4-FFF2-40B4-BE49-F238E27FC236}">
                <a16:creationId xmlns:a16="http://schemas.microsoft.com/office/drawing/2014/main" id="{38B4AD2F-AB93-4373-BE26-04D583F4A6F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11848" y="5141951"/>
            <a:ext cx="6331485" cy="3475868"/>
          </a:xfrm>
          <a:prstGeom prst="rect">
            <a:avLst/>
          </a:prstGeom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121AA270-F9AF-472E-8DD9-3D3D2BCD055D}"/>
              </a:ext>
            </a:extLst>
          </p:cNvPr>
          <p:cNvSpPr/>
          <p:nvPr/>
        </p:nvSpPr>
        <p:spPr>
          <a:xfrm>
            <a:off x="41175" y="8162072"/>
            <a:ext cx="10024049" cy="603519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545E4939-2C2E-4FD0-91EC-BCD9960E5D81}"/>
              </a:ext>
            </a:extLst>
          </p:cNvPr>
          <p:cNvGrpSpPr/>
          <p:nvPr/>
        </p:nvGrpSpPr>
        <p:grpSpPr>
          <a:xfrm>
            <a:off x="1459410" y="8294554"/>
            <a:ext cx="2414206" cy="338554"/>
            <a:chOff x="1237833" y="3417650"/>
            <a:chExt cx="1708480" cy="338554"/>
          </a:xfrm>
        </p:grpSpPr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F8A4E140-B2BA-49F9-B5F7-BB85E03F55F8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39" name="Border">
                <a:extLst>
                  <a:ext uri="{FF2B5EF4-FFF2-40B4-BE49-F238E27FC236}">
                    <a16:creationId xmlns:a16="http://schemas.microsoft.com/office/drawing/2014/main" id="{26E9FC13-B402-4A29-818D-C2D799252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Line 2">
                <a:extLst>
                  <a:ext uri="{FF2B5EF4-FFF2-40B4-BE49-F238E27FC236}">
                    <a16:creationId xmlns:a16="http://schemas.microsoft.com/office/drawing/2014/main" id="{823060D5-05F6-498B-BA7C-BDBAF7C7B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" name="Line 1">
                <a:extLst>
                  <a:ext uri="{FF2B5EF4-FFF2-40B4-BE49-F238E27FC236}">
                    <a16:creationId xmlns:a16="http://schemas.microsoft.com/office/drawing/2014/main" id="{369EE785-F170-4014-AEC1-472483C85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37C41AA-1E75-4597-93B8-A46F0E047BDE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75873079-69FD-42B7-8583-14313BD70049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br>
                <a:rPr lang="en-US" altLang="ko-KR" sz="800" b="1" dirty="0"/>
              </a:b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a200392</a:t>
              </a:r>
            </a:p>
          </p:txBody>
        </p:sp>
      </p:grpSp>
      <p:sp>
        <p:nvSpPr>
          <p:cNvPr id="43" name="사각형: 둥근 위쪽 모서리 42">
            <a:extLst>
              <a:ext uri="{FF2B5EF4-FFF2-40B4-BE49-F238E27FC236}">
                <a16:creationId xmlns:a16="http://schemas.microsoft.com/office/drawing/2014/main" id="{53250F96-076B-40D5-80FB-A38DC110D44C}"/>
              </a:ext>
            </a:extLst>
          </p:cNvPr>
          <p:cNvSpPr/>
          <p:nvPr/>
        </p:nvSpPr>
        <p:spPr>
          <a:xfrm>
            <a:off x="6864456" y="7829229"/>
            <a:ext cx="1549021" cy="326325"/>
          </a:xfrm>
          <a:prstGeom prst="round2SameRect">
            <a:avLst>
              <a:gd name="adj1" fmla="val 33634"/>
              <a:gd name="adj2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0CEA666-89A1-4F82-8A82-7F9E0A48DC9D}"/>
              </a:ext>
            </a:extLst>
          </p:cNvPr>
          <p:cNvSpPr/>
          <p:nvPr/>
        </p:nvSpPr>
        <p:spPr>
          <a:xfrm>
            <a:off x="6880124" y="8067763"/>
            <a:ext cx="1527276" cy="1449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892083B1-E8EC-4FF4-9311-EABBD4AA48DF}"/>
              </a:ext>
            </a:extLst>
          </p:cNvPr>
          <p:cNvCxnSpPr>
            <a:cxnSpLocks/>
          </p:cNvCxnSpPr>
          <p:nvPr/>
        </p:nvCxnSpPr>
        <p:spPr>
          <a:xfrm flipH="1">
            <a:off x="41176" y="8153244"/>
            <a:ext cx="682328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60298AA7-EFCD-4793-8E19-14EF17998E3A}"/>
              </a:ext>
            </a:extLst>
          </p:cNvPr>
          <p:cNvCxnSpPr>
            <a:cxnSpLocks/>
          </p:cNvCxnSpPr>
          <p:nvPr/>
        </p:nvCxnSpPr>
        <p:spPr>
          <a:xfrm flipH="1" flipV="1">
            <a:off x="8413477" y="8149778"/>
            <a:ext cx="1651748" cy="12295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AEAF180F-6664-42A8-B564-D3EAB796CA77}"/>
              </a:ext>
            </a:extLst>
          </p:cNvPr>
          <p:cNvSpPr txBox="1"/>
          <p:nvPr/>
        </p:nvSpPr>
        <p:spPr>
          <a:xfrm>
            <a:off x="7075607" y="7885545"/>
            <a:ext cx="115288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구매옵션선택    ▲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44684AA5-6A26-41E9-A64C-23389B6BF341}"/>
              </a:ext>
            </a:extLst>
          </p:cNvPr>
          <p:cNvSpPr txBox="1"/>
          <p:nvPr/>
        </p:nvSpPr>
        <p:spPr>
          <a:xfrm>
            <a:off x="4254982" y="8302366"/>
            <a:ext cx="17363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총 상품금액   </a:t>
            </a:r>
            <a:r>
              <a:rPr lang="en-US" altLang="ko-KR" sz="1600" b="1" dirty="0">
                <a:solidFill>
                  <a:srgbClr val="FF0000"/>
                </a:solidFill>
              </a:rPr>
              <a:t>300</a:t>
            </a:r>
            <a:r>
              <a:rPr lang="en-US" altLang="ko-KR" sz="1200" b="1" dirty="0">
                <a:solidFill>
                  <a:srgbClr val="FF0000"/>
                </a:solidFill>
              </a:rPr>
              <a:t> </a:t>
            </a:r>
            <a:r>
              <a:rPr lang="ko-KR" altLang="en-US" sz="1200" b="1" dirty="0">
                <a:solidFill>
                  <a:srgbClr val="FF0000"/>
                </a:solidFill>
              </a:rPr>
              <a:t>원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73A4F27C-F5CC-4F74-BDFF-3971C239E9DB}"/>
              </a:ext>
            </a:extLst>
          </p:cNvPr>
          <p:cNvSpPr/>
          <p:nvPr/>
        </p:nvSpPr>
        <p:spPr>
          <a:xfrm>
            <a:off x="6087851" y="8325098"/>
            <a:ext cx="1132764" cy="27746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장바구니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1C0A5464-982E-4957-9D6F-66B30D2D0E99}"/>
              </a:ext>
            </a:extLst>
          </p:cNvPr>
          <p:cNvSpPr/>
          <p:nvPr/>
        </p:nvSpPr>
        <p:spPr>
          <a:xfrm>
            <a:off x="7293059" y="8319823"/>
            <a:ext cx="1132764" cy="277466"/>
          </a:xfrm>
          <a:prstGeom prst="roundRect">
            <a:avLst>
              <a:gd name="adj" fmla="val 50000"/>
            </a:avLst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구매하기</a:t>
            </a:r>
          </a:p>
        </p:txBody>
      </p:sp>
    </p:spTree>
    <p:extLst>
      <p:ext uri="{BB962C8B-B14F-4D97-AF65-F5344CB8AC3E}">
        <p14:creationId xmlns:p14="http://schemas.microsoft.com/office/powerpoint/2010/main" val="3770840089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E37E4D8A-5B67-467C-9B1F-C72877F811F3}"/>
              </a:ext>
            </a:extLst>
          </p:cNvPr>
          <p:cNvGrpSpPr/>
          <p:nvPr/>
        </p:nvGrpSpPr>
        <p:grpSpPr>
          <a:xfrm>
            <a:off x="1472099" y="1212122"/>
            <a:ext cx="2798648" cy="2361452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3" name="Border">
              <a:extLst>
                <a:ext uri="{FF2B5EF4-FFF2-40B4-BE49-F238E27FC236}">
                  <a16:creationId xmlns:a16="http://schemas.microsoft.com/office/drawing/2014/main" id="{49EACB58-AACC-464C-BCF6-AEEC5DA33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" name="Line 2">
              <a:extLst>
                <a:ext uri="{FF2B5EF4-FFF2-40B4-BE49-F238E27FC236}">
                  <a16:creationId xmlns:a16="http://schemas.microsoft.com/office/drawing/2014/main" id="{ADD38540-4F98-46EF-8D94-5D5688926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" name="Line 1">
              <a:extLst>
                <a:ext uri="{FF2B5EF4-FFF2-40B4-BE49-F238E27FC236}">
                  <a16:creationId xmlns:a16="http://schemas.microsoft.com/office/drawing/2014/main" id="{7C46F932-2EF0-49BD-B0C4-D377D8EE7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727C634-6B90-45F9-B5AF-FB3E3E5B2364}"/>
                </a:ext>
              </a:extLst>
            </p:cNvPr>
            <p:cNvSpPr txBox="1"/>
            <p:nvPr/>
          </p:nvSpPr>
          <p:spPr>
            <a:xfrm>
              <a:off x="3381983" y="2215369"/>
              <a:ext cx="598462" cy="764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3D920992-1064-4AEF-811A-CDDF392ADCC6}"/>
              </a:ext>
            </a:extLst>
          </p:cNvPr>
          <p:cNvGrpSpPr/>
          <p:nvPr/>
        </p:nvGrpSpPr>
        <p:grpSpPr>
          <a:xfrm>
            <a:off x="1518170" y="3923966"/>
            <a:ext cx="492940" cy="406337"/>
            <a:chOff x="3092355" y="3209109"/>
            <a:chExt cx="353705" cy="305189"/>
          </a:xfrm>
        </p:grpSpPr>
        <p:sp>
          <p:nvSpPr>
            <p:cNvPr id="8" name="Border">
              <a:extLst>
                <a:ext uri="{FF2B5EF4-FFF2-40B4-BE49-F238E27FC236}">
                  <a16:creationId xmlns:a16="http://schemas.microsoft.com/office/drawing/2014/main" id="{0830BFC6-EBC0-4B65-B840-B28D42138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2">
              <a:extLst>
                <a:ext uri="{FF2B5EF4-FFF2-40B4-BE49-F238E27FC236}">
                  <a16:creationId xmlns:a16="http://schemas.microsoft.com/office/drawing/2014/main" id="{589FEAB2-2F57-4702-8123-7F2DD2011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Line 1">
              <a:extLst>
                <a:ext uri="{FF2B5EF4-FFF2-40B4-BE49-F238E27FC236}">
                  <a16:creationId xmlns:a16="http://schemas.microsoft.com/office/drawing/2014/main" id="{72E30EBD-911F-4434-91B7-923AD8B48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86F2B932-F3DB-45DA-AF34-461B97DF86DF}"/>
              </a:ext>
            </a:extLst>
          </p:cNvPr>
          <p:cNvGrpSpPr/>
          <p:nvPr/>
        </p:nvGrpSpPr>
        <p:grpSpPr>
          <a:xfrm>
            <a:off x="2097320" y="3923962"/>
            <a:ext cx="492940" cy="406337"/>
            <a:chOff x="3092355" y="3209109"/>
            <a:chExt cx="353705" cy="305189"/>
          </a:xfrm>
        </p:grpSpPr>
        <p:sp>
          <p:nvSpPr>
            <p:cNvPr id="12" name="Border">
              <a:extLst>
                <a:ext uri="{FF2B5EF4-FFF2-40B4-BE49-F238E27FC236}">
                  <a16:creationId xmlns:a16="http://schemas.microsoft.com/office/drawing/2014/main" id="{A85CA64A-3119-4083-8D75-176A06E80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" name="Line 2">
              <a:extLst>
                <a:ext uri="{FF2B5EF4-FFF2-40B4-BE49-F238E27FC236}">
                  <a16:creationId xmlns:a16="http://schemas.microsoft.com/office/drawing/2014/main" id="{58D6BDDF-8844-41F4-AF55-330EC638A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" name="Line 1">
              <a:extLst>
                <a:ext uri="{FF2B5EF4-FFF2-40B4-BE49-F238E27FC236}">
                  <a16:creationId xmlns:a16="http://schemas.microsoft.com/office/drawing/2014/main" id="{8C808077-F432-46C9-9C8B-78E63587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AC59FFD2-E073-480B-961E-D050E6185A3A}"/>
              </a:ext>
            </a:extLst>
          </p:cNvPr>
          <p:cNvGrpSpPr/>
          <p:nvPr/>
        </p:nvGrpSpPr>
        <p:grpSpPr>
          <a:xfrm>
            <a:off x="2676470" y="3923962"/>
            <a:ext cx="492940" cy="406337"/>
            <a:chOff x="3092355" y="3209109"/>
            <a:chExt cx="353705" cy="305189"/>
          </a:xfrm>
        </p:grpSpPr>
        <p:sp>
          <p:nvSpPr>
            <p:cNvPr id="16" name="Border">
              <a:extLst>
                <a:ext uri="{FF2B5EF4-FFF2-40B4-BE49-F238E27FC236}">
                  <a16:creationId xmlns:a16="http://schemas.microsoft.com/office/drawing/2014/main" id="{B88F39D3-79B1-41C9-84FF-181F0406B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" name="Line 2">
              <a:extLst>
                <a:ext uri="{FF2B5EF4-FFF2-40B4-BE49-F238E27FC236}">
                  <a16:creationId xmlns:a16="http://schemas.microsoft.com/office/drawing/2014/main" id="{E83544F0-E832-4E13-A7FD-29C0F20FD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Line 1">
              <a:extLst>
                <a:ext uri="{FF2B5EF4-FFF2-40B4-BE49-F238E27FC236}">
                  <a16:creationId xmlns:a16="http://schemas.microsoft.com/office/drawing/2014/main" id="{2B5E94AD-A98A-4E1F-9489-488A31F6D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97728C48-28BC-4D71-8FB4-260C7995A82D}"/>
              </a:ext>
            </a:extLst>
          </p:cNvPr>
          <p:cNvGrpSpPr/>
          <p:nvPr/>
        </p:nvGrpSpPr>
        <p:grpSpPr>
          <a:xfrm>
            <a:off x="3255620" y="3923962"/>
            <a:ext cx="492940" cy="406337"/>
            <a:chOff x="3092355" y="3209109"/>
            <a:chExt cx="353705" cy="305189"/>
          </a:xfrm>
        </p:grpSpPr>
        <p:sp>
          <p:nvSpPr>
            <p:cNvPr id="20" name="Border">
              <a:extLst>
                <a:ext uri="{FF2B5EF4-FFF2-40B4-BE49-F238E27FC236}">
                  <a16:creationId xmlns:a16="http://schemas.microsoft.com/office/drawing/2014/main" id="{7B9A72BF-A93A-45BD-AEBD-CC079FF1B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Line 2">
              <a:extLst>
                <a:ext uri="{FF2B5EF4-FFF2-40B4-BE49-F238E27FC236}">
                  <a16:creationId xmlns:a16="http://schemas.microsoft.com/office/drawing/2014/main" id="{BB4349A0-5FF8-4799-A480-47070611C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Line 1">
              <a:extLst>
                <a:ext uri="{FF2B5EF4-FFF2-40B4-BE49-F238E27FC236}">
                  <a16:creationId xmlns:a16="http://schemas.microsoft.com/office/drawing/2014/main" id="{0AD04FCE-7669-494E-898F-5CAE2CB62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C5D32003-FDA2-4AFD-B041-D69C7684DECC}"/>
              </a:ext>
            </a:extLst>
          </p:cNvPr>
          <p:cNvGrpSpPr/>
          <p:nvPr/>
        </p:nvGrpSpPr>
        <p:grpSpPr>
          <a:xfrm>
            <a:off x="3776010" y="3687390"/>
            <a:ext cx="492942" cy="406341"/>
            <a:chOff x="3092355" y="3209106"/>
            <a:chExt cx="353706" cy="305192"/>
          </a:xfrm>
        </p:grpSpPr>
        <p:sp>
          <p:nvSpPr>
            <p:cNvPr id="24" name="Border">
              <a:extLst>
                <a:ext uri="{FF2B5EF4-FFF2-40B4-BE49-F238E27FC236}">
                  <a16:creationId xmlns:a16="http://schemas.microsoft.com/office/drawing/2014/main" id="{5B197E01-F658-4ED0-B2D0-14FF6F6F8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" name="Line 2">
              <a:extLst>
                <a:ext uri="{FF2B5EF4-FFF2-40B4-BE49-F238E27FC236}">
                  <a16:creationId xmlns:a16="http://schemas.microsoft.com/office/drawing/2014/main" id="{BA0384E6-5CC9-4224-B5B5-8A14718B1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Line 1">
              <a:extLst>
                <a:ext uri="{FF2B5EF4-FFF2-40B4-BE49-F238E27FC236}">
                  <a16:creationId xmlns:a16="http://schemas.microsoft.com/office/drawing/2014/main" id="{DA8CEF23-98DD-4887-BBAC-6D43C91A1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6" y="3209106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3BE43A68-49E8-40C8-8B48-DF6C06656D9C}"/>
              </a:ext>
            </a:extLst>
          </p:cNvPr>
          <p:cNvSpPr txBox="1"/>
          <p:nvPr/>
        </p:nvSpPr>
        <p:spPr>
          <a:xfrm>
            <a:off x="4319751" y="1146630"/>
            <a:ext cx="3948564" cy="7148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대분류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1200" b="1" dirty="0"/>
              <a:t>상품명</a:t>
            </a:r>
            <a:r>
              <a:rPr lang="en-US" altLang="ko-KR" sz="1200" b="1" dirty="0"/>
              <a:t>23232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상품코드 </a:t>
            </a:r>
            <a:r>
              <a:rPr lang="en-US" altLang="ko-KR" sz="800" dirty="0"/>
              <a:t>:  a200392   </a:t>
            </a:r>
            <a:endParaRPr lang="ko-KR" altLang="en-US" sz="800" dirty="0"/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51F698B-4B4F-40F1-A2CC-ADA27A645956}"/>
              </a:ext>
            </a:extLst>
          </p:cNvPr>
          <p:cNvSpPr/>
          <p:nvPr/>
        </p:nvSpPr>
        <p:spPr>
          <a:xfrm>
            <a:off x="1523164" y="3812522"/>
            <a:ext cx="1215128" cy="2812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 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5E93598-6DC8-453D-B999-F9289CA8A148}"/>
              </a:ext>
            </a:extLst>
          </p:cNvPr>
          <p:cNvSpPr/>
          <p:nvPr/>
        </p:nvSpPr>
        <p:spPr>
          <a:xfrm>
            <a:off x="2687227" y="4688875"/>
            <a:ext cx="1215128" cy="2812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판매 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2FCFFC3-CC8C-4F27-B797-BDB759129590}"/>
              </a:ext>
            </a:extLst>
          </p:cNvPr>
          <p:cNvSpPr/>
          <p:nvPr/>
        </p:nvSpPr>
        <p:spPr>
          <a:xfrm>
            <a:off x="1472099" y="4970098"/>
            <a:ext cx="6796216" cy="378494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</p:txBody>
      </p:sp>
      <p:pic>
        <p:nvPicPr>
          <p:cNvPr id="31" name="그림 30">
            <a:extLst>
              <a:ext uri="{FF2B5EF4-FFF2-40B4-BE49-F238E27FC236}">
                <a16:creationId xmlns:a16="http://schemas.microsoft.com/office/drawing/2014/main" id="{E0B761FA-23D0-4DCE-B300-7B10D3734A6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68241" y="1896461"/>
            <a:ext cx="3946343" cy="1682825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9FD9E6DE-8E91-4BC6-90EC-DBBB0290F46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05042" y="3634110"/>
            <a:ext cx="3163273" cy="603519"/>
          </a:xfrm>
          <a:prstGeom prst="rect">
            <a:avLst/>
          </a:prstGeom>
        </p:spPr>
      </p:pic>
      <p:sp>
        <p:nvSpPr>
          <p:cNvPr id="33" name="직사각형 32">
            <a:extLst>
              <a:ext uri="{FF2B5EF4-FFF2-40B4-BE49-F238E27FC236}">
                <a16:creationId xmlns:a16="http://schemas.microsoft.com/office/drawing/2014/main" id="{B73C32CA-957A-40BA-BA90-6B89A30C0C3B}"/>
              </a:ext>
            </a:extLst>
          </p:cNvPr>
          <p:cNvSpPr/>
          <p:nvPr/>
        </p:nvSpPr>
        <p:spPr>
          <a:xfrm>
            <a:off x="3902355" y="4689956"/>
            <a:ext cx="1215128" cy="281224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상품 </a:t>
            </a:r>
            <a:r>
              <a:rPr lang="en-US" altLang="ko-KR" sz="800" dirty="0">
                <a:solidFill>
                  <a:schemeClr val="bg1"/>
                </a:solidFill>
              </a:rPr>
              <a:t>Q&amp;A</a:t>
            </a:r>
          </a:p>
        </p:txBody>
      </p:sp>
      <p:pic>
        <p:nvPicPr>
          <p:cNvPr id="34" name="그림 33">
            <a:extLst>
              <a:ext uri="{FF2B5EF4-FFF2-40B4-BE49-F238E27FC236}">
                <a16:creationId xmlns:a16="http://schemas.microsoft.com/office/drawing/2014/main" id="{4E294F2F-B48A-46CD-A4AA-C27C60FE6CC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11848" y="5141951"/>
            <a:ext cx="6331485" cy="3475868"/>
          </a:xfrm>
          <a:prstGeom prst="rect">
            <a:avLst/>
          </a:prstGeom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37D3C803-865F-4908-8F08-AA3225790155}"/>
              </a:ext>
            </a:extLst>
          </p:cNvPr>
          <p:cNvSpPr/>
          <p:nvPr/>
        </p:nvSpPr>
        <p:spPr>
          <a:xfrm>
            <a:off x="41175" y="8162072"/>
            <a:ext cx="10024049" cy="603519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D213FE01-EA3C-4C49-9FB5-A8D57D2F2F51}"/>
              </a:ext>
            </a:extLst>
          </p:cNvPr>
          <p:cNvGrpSpPr/>
          <p:nvPr/>
        </p:nvGrpSpPr>
        <p:grpSpPr>
          <a:xfrm>
            <a:off x="1451715" y="7181629"/>
            <a:ext cx="2414206" cy="338554"/>
            <a:chOff x="1237833" y="3417650"/>
            <a:chExt cx="1708480" cy="338554"/>
          </a:xfrm>
        </p:grpSpPr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D17947B9-63B3-4716-A25E-7694A5E4E041}"/>
                </a:ext>
              </a:extLst>
            </p:cNvPr>
            <p:cNvGrpSpPr/>
            <p:nvPr/>
          </p:nvGrpSpPr>
          <p:grpSpPr>
            <a:xfrm>
              <a:off x="1237833" y="3462866"/>
              <a:ext cx="378630" cy="248122"/>
              <a:chOff x="2681976" y="1955121"/>
              <a:chExt cx="1993118" cy="596970"/>
            </a:xfrm>
          </p:grpSpPr>
          <p:sp>
            <p:nvSpPr>
              <p:cNvPr id="39" name="Border">
                <a:extLst>
                  <a:ext uri="{FF2B5EF4-FFF2-40B4-BE49-F238E27FC236}">
                    <a16:creationId xmlns:a16="http://schemas.microsoft.com/office/drawing/2014/main" id="{662C0EF5-7314-4F2E-9BE4-4E9E41474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Line 2">
                <a:extLst>
                  <a:ext uri="{FF2B5EF4-FFF2-40B4-BE49-F238E27FC236}">
                    <a16:creationId xmlns:a16="http://schemas.microsoft.com/office/drawing/2014/main" id="{70F2C235-485D-4078-9F96-47E8826EB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" name="Line 1">
                <a:extLst>
                  <a:ext uri="{FF2B5EF4-FFF2-40B4-BE49-F238E27FC236}">
                    <a16:creationId xmlns:a16="http://schemas.microsoft.com/office/drawing/2014/main" id="{144CE9F6-4487-4E0C-85B7-A914A5722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45EE01F-EEC3-4F1E-A2D5-42C2FC1E15D8}"/>
                  </a:ext>
                </a:extLst>
              </p:cNvPr>
              <p:cNvSpPr txBox="1"/>
              <p:nvPr/>
            </p:nvSpPr>
            <p:spPr>
              <a:xfrm>
                <a:off x="2681976" y="2012505"/>
                <a:ext cx="1993118" cy="51834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75000"/>
                      </a:schemeClr>
                    </a:solidFill>
                  </a:rPr>
                  <a:t>IMG</a:t>
                </a:r>
                <a:endParaRPr lang="ko-KR" altLang="en-US" sz="800" dirty="0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16C5C6D6-537F-4899-BD10-79A7E38856E9}"/>
                </a:ext>
              </a:extLst>
            </p:cNvPr>
            <p:cNvSpPr/>
            <p:nvPr/>
          </p:nvSpPr>
          <p:spPr>
            <a:xfrm>
              <a:off x="1604380" y="3417650"/>
              <a:ext cx="1341933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ko-KR" altLang="en-US" sz="800" b="1" dirty="0"/>
                <a:t>상품명</a:t>
              </a:r>
              <a:r>
                <a:rPr lang="en-US" altLang="ko-KR" sz="800" b="1" dirty="0"/>
                <a:t>23232</a:t>
              </a:r>
              <a:br>
                <a:rPr lang="en-US" altLang="ko-KR" sz="800" b="1" dirty="0"/>
              </a:b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a200392</a:t>
              </a:r>
            </a:p>
          </p:txBody>
        </p:sp>
      </p:grpSp>
      <p:sp>
        <p:nvSpPr>
          <p:cNvPr id="43" name="사각형: 둥근 위쪽 모서리 42">
            <a:extLst>
              <a:ext uri="{FF2B5EF4-FFF2-40B4-BE49-F238E27FC236}">
                <a16:creationId xmlns:a16="http://schemas.microsoft.com/office/drawing/2014/main" id="{61EAD0C2-A15B-40B4-BB55-B3BCFF960CE4}"/>
              </a:ext>
            </a:extLst>
          </p:cNvPr>
          <p:cNvSpPr/>
          <p:nvPr/>
        </p:nvSpPr>
        <p:spPr>
          <a:xfrm>
            <a:off x="6864456" y="7829229"/>
            <a:ext cx="1549021" cy="326325"/>
          </a:xfrm>
          <a:prstGeom prst="round2SameRect">
            <a:avLst>
              <a:gd name="adj1" fmla="val 33634"/>
              <a:gd name="adj2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E643444-EB4A-44EE-A096-6986B9108CE4}"/>
              </a:ext>
            </a:extLst>
          </p:cNvPr>
          <p:cNvSpPr/>
          <p:nvPr/>
        </p:nvSpPr>
        <p:spPr>
          <a:xfrm>
            <a:off x="6880124" y="8067763"/>
            <a:ext cx="1527276" cy="1449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E1869855-C208-49FF-8D55-6C3831B0DE5F}"/>
              </a:ext>
            </a:extLst>
          </p:cNvPr>
          <p:cNvCxnSpPr>
            <a:cxnSpLocks/>
          </p:cNvCxnSpPr>
          <p:nvPr/>
        </p:nvCxnSpPr>
        <p:spPr>
          <a:xfrm flipH="1">
            <a:off x="41176" y="8153244"/>
            <a:ext cx="682328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0B30411E-D2D0-4311-A56B-A3D8509A3EA8}"/>
              </a:ext>
            </a:extLst>
          </p:cNvPr>
          <p:cNvCxnSpPr>
            <a:cxnSpLocks/>
          </p:cNvCxnSpPr>
          <p:nvPr/>
        </p:nvCxnSpPr>
        <p:spPr>
          <a:xfrm flipH="1" flipV="1">
            <a:off x="8413477" y="8149778"/>
            <a:ext cx="1651748" cy="12295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442821EB-0195-4C32-84B3-DB611EFDF78C}"/>
              </a:ext>
            </a:extLst>
          </p:cNvPr>
          <p:cNvSpPr txBox="1"/>
          <p:nvPr/>
        </p:nvSpPr>
        <p:spPr>
          <a:xfrm>
            <a:off x="7075607" y="7885545"/>
            <a:ext cx="115288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구매옵션선택    ▲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930C039F-CF14-48FE-8606-19D338CFC0A3}"/>
              </a:ext>
            </a:extLst>
          </p:cNvPr>
          <p:cNvSpPr txBox="1"/>
          <p:nvPr/>
        </p:nvSpPr>
        <p:spPr>
          <a:xfrm>
            <a:off x="4254982" y="8302366"/>
            <a:ext cx="17363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총 상품금액   </a:t>
            </a:r>
            <a:r>
              <a:rPr lang="en-US" altLang="ko-KR" sz="1600" b="1" dirty="0">
                <a:solidFill>
                  <a:srgbClr val="FF0000"/>
                </a:solidFill>
              </a:rPr>
              <a:t>300</a:t>
            </a:r>
            <a:r>
              <a:rPr lang="en-US" altLang="ko-KR" sz="1200" b="1" dirty="0">
                <a:solidFill>
                  <a:srgbClr val="FF0000"/>
                </a:solidFill>
              </a:rPr>
              <a:t> </a:t>
            </a:r>
            <a:r>
              <a:rPr lang="ko-KR" altLang="en-US" sz="1200" b="1" dirty="0">
                <a:solidFill>
                  <a:srgbClr val="FF0000"/>
                </a:solidFill>
              </a:rPr>
              <a:t>원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42035848-5027-4EAF-A9F2-E6E689FDDED0}"/>
              </a:ext>
            </a:extLst>
          </p:cNvPr>
          <p:cNvSpPr/>
          <p:nvPr/>
        </p:nvSpPr>
        <p:spPr>
          <a:xfrm>
            <a:off x="6087851" y="8325098"/>
            <a:ext cx="1132764" cy="27746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장바구니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1DE9C942-73DE-486A-BE86-1C05CDDC745A}"/>
              </a:ext>
            </a:extLst>
          </p:cNvPr>
          <p:cNvSpPr/>
          <p:nvPr/>
        </p:nvSpPr>
        <p:spPr>
          <a:xfrm>
            <a:off x="7293059" y="8319823"/>
            <a:ext cx="1132764" cy="277466"/>
          </a:xfrm>
          <a:prstGeom prst="roundRect">
            <a:avLst>
              <a:gd name="adj" fmla="val 50000"/>
            </a:avLst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구매하기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DBE66496-1018-4F80-A6F5-59A3656ED183}"/>
              </a:ext>
            </a:extLst>
          </p:cNvPr>
          <p:cNvSpPr/>
          <p:nvPr/>
        </p:nvSpPr>
        <p:spPr>
          <a:xfrm>
            <a:off x="-177986" y="3517428"/>
            <a:ext cx="3935785" cy="4398412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805AEBE-4B8E-4E84-9105-A96E1C9C2B96}"/>
              </a:ext>
            </a:extLst>
          </p:cNvPr>
          <p:cNvGrpSpPr/>
          <p:nvPr/>
        </p:nvGrpSpPr>
        <p:grpSpPr>
          <a:xfrm>
            <a:off x="38740" y="4075189"/>
            <a:ext cx="517956" cy="248122"/>
            <a:chOff x="2681976" y="1955121"/>
            <a:chExt cx="1929510" cy="596970"/>
          </a:xfrm>
        </p:grpSpPr>
        <p:sp>
          <p:nvSpPr>
            <p:cNvPr id="54" name="Border">
              <a:extLst>
                <a:ext uri="{FF2B5EF4-FFF2-40B4-BE49-F238E27FC236}">
                  <a16:creationId xmlns:a16="http://schemas.microsoft.com/office/drawing/2014/main" id="{161EF066-865D-40C5-8D6F-0EE124D90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" name="Line 2">
              <a:extLst>
                <a:ext uri="{FF2B5EF4-FFF2-40B4-BE49-F238E27FC236}">
                  <a16:creationId xmlns:a16="http://schemas.microsoft.com/office/drawing/2014/main" id="{A60224E4-7B9B-4FEA-B0C0-1CAD93BEE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" name="Line 1">
              <a:extLst>
                <a:ext uri="{FF2B5EF4-FFF2-40B4-BE49-F238E27FC236}">
                  <a16:creationId xmlns:a16="http://schemas.microsoft.com/office/drawing/2014/main" id="{9FFA6BF6-C9E9-4AE8-85D2-50F0C9BBB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1A4E4077-F490-4AEF-9A5F-56487C132669}"/>
                </a:ext>
              </a:extLst>
            </p:cNvPr>
            <p:cNvSpPr txBox="1"/>
            <p:nvPr/>
          </p:nvSpPr>
          <p:spPr>
            <a:xfrm>
              <a:off x="2681976" y="2012505"/>
              <a:ext cx="1929510" cy="51834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>
                      <a:lumMod val="75000"/>
                    </a:schemeClr>
                  </a:solidFill>
                </a:rPr>
                <a:t>IMG</a:t>
              </a:r>
              <a:endParaRPr lang="ko-KR" alt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41056D5F-CF9A-42EC-9727-DC35C1880560}"/>
              </a:ext>
            </a:extLst>
          </p:cNvPr>
          <p:cNvSpPr/>
          <p:nvPr/>
        </p:nvSpPr>
        <p:spPr>
          <a:xfrm>
            <a:off x="556695" y="3987823"/>
            <a:ext cx="3093515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8BC1EB66-86C8-4019-81E5-76F6D43425EE}"/>
              </a:ext>
            </a:extLst>
          </p:cNvPr>
          <p:cNvSpPr txBox="1"/>
          <p:nvPr/>
        </p:nvSpPr>
        <p:spPr>
          <a:xfrm>
            <a:off x="-57417" y="3616460"/>
            <a:ext cx="10727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상품 문의하기</a:t>
            </a:r>
            <a:endParaRPr lang="ko-KR" altLang="en-US" sz="900" dirty="0"/>
          </a:p>
        </p:txBody>
      </p:sp>
      <p:graphicFrame>
        <p:nvGraphicFramePr>
          <p:cNvPr id="60" name="표 17">
            <a:extLst>
              <a:ext uri="{FF2B5EF4-FFF2-40B4-BE49-F238E27FC236}">
                <a16:creationId xmlns:a16="http://schemas.microsoft.com/office/drawing/2014/main" id="{977D4AB4-2616-4C52-971F-24F3495C11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6203656"/>
              </p:ext>
            </p:extLst>
          </p:nvPr>
        </p:nvGraphicFramePr>
        <p:xfrm>
          <a:off x="82182" y="5067148"/>
          <a:ext cx="3472494" cy="19741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1645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750849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18833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질문 제목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  <a:tr h="176078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질문 내용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306764"/>
                  </a:ext>
                </a:extLst>
              </a:tr>
            </a:tbl>
          </a:graphicData>
        </a:graphic>
      </p:graphicFrame>
      <p:sp>
        <p:nvSpPr>
          <p:cNvPr id="61" name="TextBox 60">
            <a:extLst>
              <a:ext uri="{FF2B5EF4-FFF2-40B4-BE49-F238E27FC236}">
                <a16:creationId xmlns:a16="http://schemas.microsoft.com/office/drawing/2014/main" id="{37A5A3B3-26B0-4F94-B63D-30FDB5564E98}"/>
              </a:ext>
            </a:extLst>
          </p:cNvPr>
          <p:cNvSpPr txBox="1"/>
          <p:nvPr/>
        </p:nvSpPr>
        <p:spPr>
          <a:xfrm>
            <a:off x="-24636" y="4548816"/>
            <a:ext cx="84189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문의내용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900" dirty="0"/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0E41EEA-D7D4-4DFC-8CA9-6A61C10EE862}"/>
              </a:ext>
            </a:extLst>
          </p:cNvPr>
          <p:cNvSpPr/>
          <p:nvPr/>
        </p:nvSpPr>
        <p:spPr>
          <a:xfrm>
            <a:off x="843242" y="7271185"/>
            <a:ext cx="891615" cy="21336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문의하기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65" name="Image">
            <a:extLst>
              <a:ext uri="{FF2B5EF4-FFF2-40B4-BE49-F238E27FC236}">
                <a16:creationId xmlns:a16="http://schemas.microsoft.com/office/drawing/2014/main" id="{644177D8-CF27-46E5-8BC2-9DA7CAA67402}"/>
              </a:ext>
            </a:extLst>
          </p:cNvPr>
          <p:cNvGrpSpPr>
            <a:grpSpLocks/>
          </p:cNvGrpSpPr>
          <p:nvPr/>
        </p:nvGrpSpPr>
        <p:grpSpPr bwMode="auto">
          <a:xfrm>
            <a:off x="3445494" y="3637495"/>
            <a:ext cx="204716" cy="209797"/>
            <a:chOff x="508000" y="1397000"/>
            <a:chExt cx="1008112" cy="1008112"/>
          </a:xfrm>
        </p:grpSpPr>
        <p:sp>
          <p:nvSpPr>
            <p:cNvPr id="66" name="Border">
              <a:extLst>
                <a:ext uri="{FF2B5EF4-FFF2-40B4-BE49-F238E27FC236}">
                  <a16:creationId xmlns:a16="http://schemas.microsoft.com/office/drawing/2014/main" id="{CE4BAABD-EB2C-4DB3-B62C-8AFB57236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7" name="Line 2">
              <a:extLst>
                <a:ext uri="{FF2B5EF4-FFF2-40B4-BE49-F238E27FC236}">
                  <a16:creationId xmlns:a16="http://schemas.microsoft.com/office/drawing/2014/main" id="{6778C73D-42E3-412E-AC59-CBEF3A5F7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" name="Line 1">
              <a:extLst>
                <a:ext uri="{FF2B5EF4-FFF2-40B4-BE49-F238E27FC236}">
                  <a16:creationId xmlns:a16="http://schemas.microsoft.com/office/drawing/2014/main" id="{74A10D4F-F563-44A2-B103-396E74A7F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9" name="타원 68">
            <a:extLst>
              <a:ext uri="{FF2B5EF4-FFF2-40B4-BE49-F238E27FC236}">
                <a16:creationId xmlns:a16="http://schemas.microsoft.com/office/drawing/2014/main" id="{9586E712-4702-407B-80F4-00A45EFD2643}"/>
              </a:ext>
            </a:extLst>
          </p:cNvPr>
          <p:cNvSpPr/>
          <p:nvPr/>
        </p:nvSpPr>
        <p:spPr>
          <a:xfrm>
            <a:off x="4317772" y="5727013"/>
            <a:ext cx="1394959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6EC2E68F-4491-40B3-B725-D4DE2D8F3DFC}"/>
              </a:ext>
            </a:extLst>
          </p:cNvPr>
          <p:cNvSpPr txBox="1"/>
          <p:nvPr/>
        </p:nvSpPr>
        <p:spPr>
          <a:xfrm>
            <a:off x="4962596" y="6104361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94AC71FC-1000-4B74-B977-C9BF104BDC85}"/>
              </a:ext>
            </a:extLst>
          </p:cNvPr>
          <p:cNvCxnSpPr>
            <a:cxnSpLocks/>
            <a:stCxn id="69" idx="2"/>
            <a:endCxn id="52" idx="3"/>
          </p:cNvCxnSpPr>
          <p:nvPr/>
        </p:nvCxnSpPr>
        <p:spPr>
          <a:xfrm flipH="1" flipV="1">
            <a:off x="3757799" y="5716634"/>
            <a:ext cx="559973" cy="232191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D19F1ED-C829-413C-8DE9-6D5D0593BC41}"/>
              </a:ext>
            </a:extLst>
          </p:cNvPr>
          <p:cNvSpPr/>
          <p:nvPr/>
        </p:nvSpPr>
        <p:spPr>
          <a:xfrm>
            <a:off x="1841666" y="7271185"/>
            <a:ext cx="891615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48D31C20-6A5D-4DF1-A31A-B6267F1A5F7F}"/>
              </a:ext>
            </a:extLst>
          </p:cNvPr>
          <p:cNvSpPr/>
          <p:nvPr/>
        </p:nvSpPr>
        <p:spPr>
          <a:xfrm>
            <a:off x="843242" y="5096911"/>
            <a:ext cx="2603896" cy="145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>
                <a:solidFill>
                  <a:schemeClr val="tx1">
                    <a:lumMod val="50000"/>
                    <a:lumOff val="50000"/>
                  </a:schemeClr>
                </a:solidFill>
              </a:rPr>
              <a:t>질문 제목입니다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13044D4C-1B1C-4776-AF0B-C7F45FF94F4D}"/>
              </a:ext>
            </a:extLst>
          </p:cNvPr>
          <p:cNvSpPr/>
          <p:nvPr/>
        </p:nvSpPr>
        <p:spPr>
          <a:xfrm>
            <a:off x="843242" y="5317195"/>
            <a:ext cx="2603896" cy="157433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내용입니다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9F382F72-3FB6-41E3-AFCB-351DFD4BDB99}"/>
              </a:ext>
            </a:extLst>
          </p:cNvPr>
          <p:cNvSpPr txBox="1"/>
          <p:nvPr/>
        </p:nvSpPr>
        <p:spPr>
          <a:xfrm>
            <a:off x="24154" y="4808331"/>
            <a:ext cx="339868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판매자에게 상품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배송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교환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반품 등 궁금한 내용을 문의하세요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126952094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C577227B-310C-4DDB-9011-AACE130CE7EF}"/>
              </a:ext>
            </a:extLst>
          </p:cNvPr>
          <p:cNvGrpSpPr/>
          <p:nvPr/>
        </p:nvGrpSpPr>
        <p:grpSpPr>
          <a:xfrm>
            <a:off x="1472099" y="1212122"/>
            <a:ext cx="2798648" cy="2361452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3" name="Border">
              <a:extLst>
                <a:ext uri="{FF2B5EF4-FFF2-40B4-BE49-F238E27FC236}">
                  <a16:creationId xmlns:a16="http://schemas.microsoft.com/office/drawing/2014/main" id="{42598CA8-C130-4C08-B10C-DE2AB9709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" name="Line 2">
              <a:extLst>
                <a:ext uri="{FF2B5EF4-FFF2-40B4-BE49-F238E27FC236}">
                  <a16:creationId xmlns:a16="http://schemas.microsoft.com/office/drawing/2014/main" id="{4F1B9C78-18DE-4273-95B2-AA13FD0A8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" name="Line 1">
              <a:extLst>
                <a:ext uri="{FF2B5EF4-FFF2-40B4-BE49-F238E27FC236}">
                  <a16:creationId xmlns:a16="http://schemas.microsoft.com/office/drawing/2014/main" id="{1DD5F323-0414-4FF5-BD4B-2F3A4FBA0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B6A86194-C5C3-415C-B7C5-D97E90A32255}"/>
                </a:ext>
              </a:extLst>
            </p:cNvPr>
            <p:cNvSpPr txBox="1"/>
            <p:nvPr/>
          </p:nvSpPr>
          <p:spPr>
            <a:xfrm>
              <a:off x="3381983" y="2215369"/>
              <a:ext cx="598462" cy="764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Contents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AC5E0F3D-B5DF-4947-BC1E-2C9228DB2411}"/>
              </a:ext>
            </a:extLst>
          </p:cNvPr>
          <p:cNvGrpSpPr/>
          <p:nvPr/>
        </p:nvGrpSpPr>
        <p:grpSpPr>
          <a:xfrm>
            <a:off x="3776010" y="3687390"/>
            <a:ext cx="492942" cy="406341"/>
            <a:chOff x="3092355" y="3209106"/>
            <a:chExt cx="353706" cy="305192"/>
          </a:xfrm>
        </p:grpSpPr>
        <p:sp>
          <p:nvSpPr>
            <p:cNvPr id="24" name="Border">
              <a:extLst>
                <a:ext uri="{FF2B5EF4-FFF2-40B4-BE49-F238E27FC236}">
                  <a16:creationId xmlns:a16="http://schemas.microsoft.com/office/drawing/2014/main" id="{255E7840-EF94-476C-B1E7-72F91A0D0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" name="Line 2">
              <a:extLst>
                <a:ext uri="{FF2B5EF4-FFF2-40B4-BE49-F238E27FC236}">
                  <a16:creationId xmlns:a16="http://schemas.microsoft.com/office/drawing/2014/main" id="{E7597D64-7B89-4F7B-A761-8470A00A0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Line 1">
              <a:extLst>
                <a:ext uri="{FF2B5EF4-FFF2-40B4-BE49-F238E27FC236}">
                  <a16:creationId xmlns:a16="http://schemas.microsoft.com/office/drawing/2014/main" id="{E0B440B1-2528-4A7F-BE80-AC3747311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6" y="3209106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02A153E0-A67D-4717-BD0E-F002270066F3}"/>
              </a:ext>
            </a:extLst>
          </p:cNvPr>
          <p:cNvSpPr txBox="1"/>
          <p:nvPr/>
        </p:nvSpPr>
        <p:spPr>
          <a:xfrm>
            <a:off x="4319751" y="1146630"/>
            <a:ext cx="3948564" cy="7148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대분류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1200" b="1" dirty="0"/>
              <a:t>상품명</a:t>
            </a:r>
            <a:r>
              <a:rPr lang="en-US" altLang="ko-KR" sz="1200" b="1" dirty="0"/>
              <a:t>23232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상품코드 </a:t>
            </a:r>
            <a:r>
              <a:rPr lang="en-US" altLang="ko-KR" sz="800" dirty="0"/>
              <a:t>:  a200392   </a:t>
            </a:r>
            <a:endParaRPr lang="ko-KR" altLang="en-US" sz="800" dirty="0"/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5769D415-579D-4F2E-8252-4C1E144B01EE}"/>
              </a:ext>
            </a:extLst>
          </p:cNvPr>
          <p:cNvSpPr/>
          <p:nvPr/>
        </p:nvSpPr>
        <p:spPr>
          <a:xfrm>
            <a:off x="2687227" y="4688875"/>
            <a:ext cx="1215128" cy="2812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판매 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4B00A32-8936-4CDF-9D4A-A5BB942A16A1}"/>
              </a:ext>
            </a:extLst>
          </p:cNvPr>
          <p:cNvSpPr/>
          <p:nvPr/>
        </p:nvSpPr>
        <p:spPr>
          <a:xfrm>
            <a:off x="1472099" y="4970098"/>
            <a:ext cx="6796216" cy="378494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</p:txBody>
      </p:sp>
      <p:pic>
        <p:nvPicPr>
          <p:cNvPr id="31" name="그림 30">
            <a:extLst>
              <a:ext uri="{FF2B5EF4-FFF2-40B4-BE49-F238E27FC236}">
                <a16:creationId xmlns:a16="http://schemas.microsoft.com/office/drawing/2014/main" id="{852E4582-E16D-4B91-9A5F-DC0E6AC4C85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68241" y="1896461"/>
            <a:ext cx="3946343" cy="1682825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D07D1E44-8A6A-4997-BF4D-1D576C37907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05042" y="3634110"/>
            <a:ext cx="3163273" cy="603519"/>
          </a:xfrm>
          <a:prstGeom prst="rect">
            <a:avLst/>
          </a:prstGeom>
        </p:spPr>
      </p:pic>
      <p:sp>
        <p:nvSpPr>
          <p:cNvPr id="33" name="직사각형 32">
            <a:extLst>
              <a:ext uri="{FF2B5EF4-FFF2-40B4-BE49-F238E27FC236}">
                <a16:creationId xmlns:a16="http://schemas.microsoft.com/office/drawing/2014/main" id="{F4E58DAA-68AB-40F7-AA87-F7289F903AC2}"/>
              </a:ext>
            </a:extLst>
          </p:cNvPr>
          <p:cNvSpPr/>
          <p:nvPr/>
        </p:nvSpPr>
        <p:spPr>
          <a:xfrm>
            <a:off x="3902355" y="4689956"/>
            <a:ext cx="1215128" cy="281224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상품 </a:t>
            </a:r>
            <a:r>
              <a:rPr lang="en-US" altLang="ko-KR" sz="800" dirty="0">
                <a:solidFill>
                  <a:schemeClr val="bg1"/>
                </a:solidFill>
              </a:rPr>
              <a:t>Q&amp;A</a:t>
            </a:r>
          </a:p>
        </p:txBody>
      </p:sp>
      <p:pic>
        <p:nvPicPr>
          <p:cNvPr id="34" name="그림 33">
            <a:extLst>
              <a:ext uri="{FF2B5EF4-FFF2-40B4-BE49-F238E27FC236}">
                <a16:creationId xmlns:a16="http://schemas.microsoft.com/office/drawing/2014/main" id="{A9556BD7-3898-4CC4-A874-4B66C1C5AC0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11848" y="5141951"/>
            <a:ext cx="6331485" cy="3475868"/>
          </a:xfrm>
          <a:prstGeom prst="rect">
            <a:avLst/>
          </a:prstGeom>
        </p:spPr>
      </p:pic>
      <p:graphicFrame>
        <p:nvGraphicFramePr>
          <p:cNvPr id="73" name="표 73">
            <a:extLst>
              <a:ext uri="{FF2B5EF4-FFF2-40B4-BE49-F238E27FC236}">
                <a16:creationId xmlns:a16="http://schemas.microsoft.com/office/drawing/2014/main" id="{080637CF-BD02-461F-83C3-900FEADCC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666590"/>
              </p:ext>
            </p:extLst>
          </p:nvPr>
        </p:nvGraphicFramePr>
        <p:xfrm>
          <a:off x="1727517" y="6538316"/>
          <a:ext cx="6331484" cy="19202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1752">
                  <a:extLst>
                    <a:ext uri="{9D8B030D-6E8A-4147-A177-3AD203B41FA5}">
                      <a16:colId xmlns:a16="http://schemas.microsoft.com/office/drawing/2014/main" val="3876795214"/>
                    </a:ext>
                  </a:extLst>
                </a:gridCol>
                <a:gridCol w="4301067">
                  <a:extLst>
                    <a:ext uri="{9D8B030D-6E8A-4147-A177-3AD203B41FA5}">
                      <a16:colId xmlns:a16="http://schemas.microsoft.com/office/drawing/2014/main" val="1961209142"/>
                    </a:ext>
                  </a:extLst>
                </a:gridCol>
                <a:gridCol w="821266">
                  <a:extLst>
                    <a:ext uri="{9D8B030D-6E8A-4147-A177-3AD203B41FA5}">
                      <a16:colId xmlns:a16="http://schemas.microsoft.com/office/drawing/2014/main" val="3584091893"/>
                    </a:ext>
                  </a:extLst>
                </a:gridCol>
                <a:gridCol w="787399">
                  <a:extLst>
                    <a:ext uri="{9D8B030D-6E8A-4147-A177-3AD203B41FA5}">
                      <a16:colId xmlns:a16="http://schemas.microsoft.com/office/drawing/2014/main" val="1693441544"/>
                    </a:ext>
                  </a:extLst>
                </a:gridCol>
              </a:tblGrid>
              <a:tr h="2058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No</a:t>
                      </a:r>
                      <a:endParaRPr lang="ko-KR" altLang="en-US" sz="800" b="1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질문제목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질문자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질문날짜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8841651"/>
                  </a:ext>
                </a:extLst>
              </a:tr>
              <a:tr h="2058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4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상품배송 관련하여 </a:t>
                      </a:r>
                      <a:r>
                        <a:rPr lang="ko-KR" altLang="en-US" sz="800" dirty="0" err="1"/>
                        <a:t>질문드립니다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kkseidkt02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2024.10.11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5985306"/>
                  </a:ext>
                </a:extLst>
              </a:tr>
              <a:tr h="205876">
                <a:tc gridSpan="4">
                  <a:txBody>
                    <a:bodyPr/>
                    <a:lstStyle/>
                    <a:p>
                      <a:pPr algn="l" latinLnBrk="1"/>
                      <a:endParaRPr lang="en-US" altLang="ko-KR" sz="800" dirty="0"/>
                    </a:p>
                    <a:p>
                      <a:pPr algn="l" latinLnBrk="1"/>
                      <a:r>
                        <a:rPr lang="en-US" altLang="ko-KR" sz="800" dirty="0"/>
                        <a:t>     </a:t>
                      </a:r>
                      <a:r>
                        <a:rPr lang="ko-KR" altLang="en-US" sz="800" dirty="0"/>
                        <a:t>질문내용 입니다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/>
                        <a:t>질문내용 입니다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/>
                        <a:t>질문내용 입니다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/>
                        <a:t>질문내용 입니다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/>
                        <a:t>질문내용 입니다</a:t>
                      </a:r>
                      <a:r>
                        <a:rPr lang="en-US" altLang="ko-KR" sz="800" dirty="0"/>
                        <a:t>. </a:t>
                      </a:r>
                    </a:p>
                    <a:p>
                      <a:pPr algn="l" latinLnBrk="1"/>
                      <a:r>
                        <a:rPr lang="en-US" altLang="ko-KR" sz="800" dirty="0"/>
                        <a:t>     </a:t>
                      </a:r>
                      <a:r>
                        <a:rPr lang="ko-KR" altLang="en-US" sz="800" dirty="0"/>
                        <a:t>질문내용 입니다</a:t>
                      </a:r>
                      <a:r>
                        <a:rPr lang="en-US" altLang="ko-KR" sz="800" dirty="0"/>
                        <a:t>. </a:t>
                      </a:r>
                    </a:p>
                    <a:p>
                      <a:pPr algn="l" latinLnBrk="1"/>
                      <a:endParaRPr lang="en-US" altLang="ko-KR" sz="800" dirty="0"/>
                    </a:p>
                    <a:p>
                      <a:pPr algn="l" latinLnBrk="1"/>
                      <a:endParaRPr lang="en-US" altLang="ko-KR" sz="800" dirty="0"/>
                    </a:p>
                    <a:p>
                      <a:pPr algn="l" latinLnBrk="1"/>
                      <a:endParaRPr lang="en-US" altLang="ko-KR" sz="800" dirty="0"/>
                    </a:p>
                    <a:p>
                      <a:pPr algn="l" latinLnBrk="1"/>
                      <a:endParaRPr lang="en-US" altLang="ko-KR" sz="800" dirty="0"/>
                    </a:p>
                    <a:p>
                      <a:pPr algn="l"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3839680"/>
                  </a:ext>
                </a:extLst>
              </a:tr>
              <a:tr h="2058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3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질문입니다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/>
                        <a:t>질문입니다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/>
                        <a:t>질문입니다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/>
                        <a:t>질문입니다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/>
                        <a:t>질문입니다</a:t>
                      </a:r>
                      <a:r>
                        <a:rPr lang="en-US" altLang="ko-KR" sz="800" dirty="0"/>
                        <a:t>. 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err="1"/>
                        <a:t>qqqq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2024.10.11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638730"/>
                  </a:ext>
                </a:extLst>
              </a:tr>
              <a:tr h="2058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질문입니다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/>
                        <a:t>질문입니다</a:t>
                      </a:r>
                      <a:r>
                        <a:rPr lang="en-US" altLang="ko-KR" sz="800" dirty="0"/>
                        <a:t>. 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err="1"/>
                        <a:t>tqqwa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2024.10.11</a:t>
                      </a:r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2907732"/>
                  </a:ext>
                </a:extLst>
              </a:tr>
            </a:tbl>
          </a:graphicData>
        </a:graphic>
      </p:graphicFrame>
      <p:sp>
        <p:nvSpPr>
          <p:cNvPr id="74" name="직사각형 73">
            <a:extLst>
              <a:ext uri="{FF2B5EF4-FFF2-40B4-BE49-F238E27FC236}">
                <a16:creationId xmlns:a16="http://schemas.microsoft.com/office/drawing/2014/main" id="{D38C0951-64D9-4E3A-ACB4-FE403F9FBEFA}"/>
              </a:ext>
            </a:extLst>
          </p:cNvPr>
          <p:cNvSpPr/>
          <p:nvPr/>
        </p:nvSpPr>
        <p:spPr>
          <a:xfrm>
            <a:off x="1472099" y="4688875"/>
            <a:ext cx="1215128" cy="2812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 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95C8CA6C-4D18-413D-BBCF-E7F3330D0D03}"/>
              </a:ext>
            </a:extLst>
          </p:cNvPr>
          <p:cNvGrpSpPr/>
          <p:nvPr/>
        </p:nvGrpSpPr>
        <p:grpSpPr>
          <a:xfrm>
            <a:off x="1459410" y="3687394"/>
            <a:ext cx="492940" cy="406337"/>
            <a:chOff x="3092355" y="3209109"/>
            <a:chExt cx="353705" cy="305189"/>
          </a:xfrm>
        </p:grpSpPr>
        <p:sp>
          <p:nvSpPr>
            <p:cNvPr id="76" name="Border">
              <a:extLst>
                <a:ext uri="{FF2B5EF4-FFF2-40B4-BE49-F238E27FC236}">
                  <a16:creationId xmlns:a16="http://schemas.microsoft.com/office/drawing/2014/main" id="{585D5AD8-4533-4699-95F2-AD60A6368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Line 2">
              <a:extLst>
                <a:ext uri="{FF2B5EF4-FFF2-40B4-BE49-F238E27FC236}">
                  <a16:creationId xmlns:a16="http://schemas.microsoft.com/office/drawing/2014/main" id="{31E58E7C-6046-4A6D-97A1-4111B7949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" name="Line 1">
              <a:extLst>
                <a:ext uri="{FF2B5EF4-FFF2-40B4-BE49-F238E27FC236}">
                  <a16:creationId xmlns:a16="http://schemas.microsoft.com/office/drawing/2014/main" id="{7864DE8B-86C8-4A5B-84F1-81DB2F3E5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9" name="그룹 78">
            <a:extLst>
              <a:ext uri="{FF2B5EF4-FFF2-40B4-BE49-F238E27FC236}">
                <a16:creationId xmlns:a16="http://schemas.microsoft.com/office/drawing/2014/main" id="{3B16E79D-BA98-48AC-89CC-72E8181C6E43}"/>
              </a:ext>
            </a:extLst>
          </p:cNvPr>
          <p:cNvGrpSpPr/>
          <p:nvPr/>
        </p:nvGrpSpPr>
        <p:grpSpPr>
          <a:xfrm>
            <a:off x="2038560" y="3687390"/>
            <a:ext cx="492940" cy="406337"/>
            <a:chOff x="3092355" y="3209109"/>
            <a:chExt cx="353705" cy="305189"/>
          </a:xfrm>
        </p:grpSpPr>
        <p:sp>
          <p:nvSpPr>
            <p:cNvPr id="80" name="Border">
              <a:extLst>
                <a:ext uri="{FF2B5EF4-FFF2-40B4-BE49-F238E27FC236}">
                  <a16:creationId xmlns:a16="http://schemas.microsoft.com/office/drawing/2014/main" id="{F1F89221-110A-473C-9E70-07B978545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1" name="Line 2">
              <a:extLst>
                <a:ext uri="{FF2B5EF4-FFF2-40B4-BE49-F238E27FC236}">
                  <a16:creationId xmlns:a16="http://schemas.microsoft.com/office/drawing/2014/main" id="{3E330D04-656B-4882-9FF1-8D12499E9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" name="Line 1">
              <a:extLst>
                <a:ext uri="{FF2B5EF4-FFF2-40B4-BE49-F238E27FC236}">
                  <a16:creationId xmlns:a16="http://schemas.microsoft.com/office/drawing/2014/main" id="{2C07A20D-0EB7-4BB9-9AC0-B326ED9AA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7F3E35A0-6377-4B49-899F-F7A4AECA2601}"/>
              </a:ext>
            </a:extLst>
          </p:cNvPr>
          <p:cNvGrpSpPr/>
          <p:nvPr/>
        </p:nvGrpSpPr>
        <p:grpSpPr>
          <a:xfrm>
            <a:off x="2617710" y="3687390"/>
            <a:ext cx="492940" cy="406337"/>
            <a:chOff x="3092355" y="3209109"/>
            <a:chExt cx="353705" cy="305189"/>
          </a:xfrm>
        </p:grpSpPr>
        <p:sp>
          <p:nvSpPr>
            <p:cNvPr id="84" name="Border">
              <a:extLst>
                <a:ext uri="{FF2B5EF4-FFF2-40B4-BE49-F238E27FC236}">
                  <a16:creationId xmlns:a16="http://schemas.microsoft.com/office/drawing/2014/main" id="{42D56437-3DE5-4083-B767-74D15BFF8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5" name="Line 2">
              <a:extLst>
                <a:ext uri="{FF2B5EF4-FFF2-40B4-BE49-F238E27FC236}">
                  <a16:creationId xmlns:a16="http://schemas.microsoft.com/office/drawing/2014/main" id="{C295F9FA-F5D3-4E30-92F1-57B908044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6" name="Line 1">
              <a:extLst>
                <a:ext uri="{FF2B5EF4-FFF2-40B4-BE49-F238E27FC236}">
                  <a16:creationId xmlns:a16="http://schemas.microsoft.com/office/drawing/2014/main" id="{37E7308F-B24A-47B4-90D4-692E1EB6E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B8526D25-21CC-483D-808D-02088B50D793}"/>
              </a:ext>
            </a:extLst>
          </p:cNvPr>
          <p:cNvGrpSpPr/>
          <p:nvPr/>
        </p:nvGrpSpPr>
        <p:grpSpPr>
          <a:xfrm>
            <a:off x="3196860" y="3687390"/>
            <a:ext cx="492940" cy="406337"/>
            <a:chOff x="3092355" y="3209109"/>
            <a:chExt cx="353705" cy="305189"/>
          </a:xfrm>
        </p:grpSpPr>
        <p:sp>
          <p:nvSpPr>
            <p:cNvPr id="88" name="Border">
              <a:extLst>
                <a:ext uri="{FF2B5EF4-FFF2-40B4-BE49-F238E27FC236}">
                  <a16:creationId xmlns:a16="http://schemas.microsoft.com/office/drawing/2014/main" id="{A5E20C5E-B099-478E-BE8A-4BDF6A3DD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9" name="Line 2">
              <a:extLst>
                <a:ext uri="{FF2B5EF4-FFF2-40B4-BE49-F238E27FC236}">
                  <a16:creationId xmlns:a16="http://schemas.microsoft.com/office/drawing/2014/main" id="{A7A1C3E0-C8C8-4360-8C27-4841631E5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Line 1">
              <a:extLst>
                <a:ext uri="{FF2B5EF4-FFF2-40B4-BE49-F238E27FC236}">
                  <a16:creationId xmlns:a16="http://schemas.microsoft.com/office/drawing/2014/main" id="{0E701BBE-F4A9-444D-B28C-59908512B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355" y="3209109"/>
              <a:ext cx="353705" cy="305189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CD0AC091-567A-422B-948C-01230F3D86FE}"/>
              </a:ext>
            </a:extLst>
          </p:cNvPr>
          <p:cNvSpPr/>
          <p:nvPr/>
        </p:nvSpPr>
        <p:spPr>
          <a:xfrm>
            <a:off x="1955952" y="7498436"/>
            <a:ext cx="5843275" cy="44742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답변입니다</a:t>
            </a:r>
            <a:r>
              <a:rPr lang="en-US" altLang="ko-KR" sz="800" dirty="0">
                <a:solidFill>
                  <a:schemeClr val="tx1"/>
                </a:solidFill>
              </a:rPr>
              <a:t>. </a:t>
            </a:r>
            <a:r>
              <a:rPr lang="ko-KR" altLang="en-US" sz="800" dirty="0">
                <a:solidFill>
                  <a:schemeClr val="tx1"/>
                </a:solidFill>
              </a:rPr>
              <a:t>답변입니다</a:t>
            </a:r>
            <a:r>
              <a:rPr lang="en-US" altLang="ko-KR" sz="800" dirty="0">
                <a:solidFill>
                  <a:schemeClr val="tx1"/>
                </a:solidFill>
              </a:rPr>
              <a:t>. </a:t>
            </a:r>
            <a:r>
              <a:rPr lang="ko-KR" altLang="en-US" sz="800" dirty="0">
                <a:solidFill>
                  <a:schemeClr val="tx1"/>
                </a:solidFill>
              </a:rPr>
              <a:t>답변입니다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3" name="사각형: 둥근 위쪽 모서리 42">
            <a:extLst>
              <a:ext uri="{FF2B5EF4-FFF2-40B4-BE49-F238E27FC236}">
                <a16:creationId xmlns:a16="http://schemas.microsoft.com/office/drawing/2014/main" id="{4874DE0B-F29F-4F9A-8B69-DD8D71E18C32}"/>
              </a:ext>
            </a:extLst>
          </p:cNvPr>
          <p:cNvSpPr/>
          <p:nvPr/>
        </p:nvSpPr>
        <p:spPr>
          <a:xfrm>
            <a:off x="6864456" y="7829229"/>
            <a:ext cx="1549021" cy="326325"/>
          </a:xfrm>
          <a:prstGeom prst="round2SameRect">
            <a:avLst>
              <a:gd name="adj1" fmla="val 33634"/>
              <a:gd name="adj2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276402E-E995-40A7-9799-764711D5961D}"/>
              </a:ext>
            </a:extLst>
          </p:cNvPr>
          <p:cNvSpPr/>
          <p:nvPr/>
        </p:nvSpPr>
        <p:spPr>
          <a:xfrm>
            <a:off x="41175" y="8162072"/>
            <a:ext cx="10024049" cy="603519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C0CD7FE-87EF-4C45-A786-9FF5963C2A50}"/>
              </a:ext>
            </a:extLst>
          </p:cNvPr>
          <p:cNvSpPr/>
          <p:nvPr/>
        </p:nvSpPr>
        <p:spPr>
          <a:xfrm>
            <a:off x="6880124" y="8067763"/>
            <a:ext cx="1527276" cy="1449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C5AA5E7C-84C3-4E1A-937C-A4D9138BEC40}"/>
              </a:ext>
            </a:extLst>
          </p:cNvPr>
          <p:cNvCxnSpPr>
            <a:cxnSpLocks/>
          </p:cNvCxnSpPr>
          <p:nvPr/>
        </p:nvCxnSpPr>
        <p:spPr>
          <a:xfrm flipH="1">
            <a:off x="41176" y="8153244"/>
            <a:ext cx="682328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607A67A7-B8E6-4FAD-A073-D3521666A101}"/>
              </a:ext>
            </a:extLst>
          </p:cNvPr>
          <p:cNvCxnSpPr>
            <a:cxnSpLocks/>
          </p:cNvCxnSpPr>
          <p:nvPr/>
        </p:nvCxnSpPr>
        <p:spPr>
          <a:xfrm flipH="1" flipV="1">
            <a:off x="8413477" y="8149778"/>
            <a:ext cx="1651748" cy="12295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E0F593A9-AB43-4885-AB63-AC737483EE3E}"/>
              </a:ext>
            </a:extLst>
          </p:cNvPr>
          <p:cNvSpPr txBox="1"/>
          <p:nvPr/>
        </p:nvSpPr>
        <p:spPr>
          <a:xfrm>
            <a:off x="7075607" y="7885545"/>
            <a:ext cx="115288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구매옵션선택    ▲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950D707-E913-43BA-8003-F971E836BD24}"/>
              </a:ext>
            </a:extLst>
          </p:cNvPr>
          <p:cNvSpPr txBox="1"/>
          <p:nvPr/>
        </p:nvSpPr>
        <p:spPr>
          <a:xfrm>
            <a:off x="4254982" y="8302366"/>
            <a:ext cx="17363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총 상품금액   </a:t>
            </a:r>
            <a:r>
              <a:rPr lang="en-US" altLang="ko-KR" sz="1600" b="1" dirty="0">
                <a:solidFill>
                  <a:srgbClr val="FF0000"/>
                </a:solidFill>
              </a:rPr>
              <a:t>300</a:t>
            </a:r>
            <a:r>
              <a:rPr lang="en-US" altLang="ko-KR" sz="1200" b="1" dirty="0">
                <a:solidFill>
                  <a:srgbClr val="FF0000"/>
                </a:solidFill>
              </a:rPr>
              <a:t> </a:t>
            </a:r>
            <a:r>
              <a:rPr lang="ko-KR" altLang="en-US" sz="1200" b="1" dirty="0">
                <a:solidFill>
                  <a:srgbClr val="FF0000"/>
                </a:solidFill>
              </a:rPr>
              <a:t>원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787A0372-7896-4ACE-9CE2-3D859ABE2D18}"/>
              </a:ext>
            </a:extLst>
          </p:cNvPr>
          <p:cNvSpPr/>
          <p:nvPr/>
        </p:nvSpPr>
        <p:spPr>
          <a:xfrm>
            <a:off x="6087851" y="8325098"/>
            <a:ext cx="1132764" cy="27746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장바구니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C4374989-7D5D-48B3-8326-69202417B16F}"/>
              </a:ext>
            </a:extLst>
          </p:cNvPr>
          <p:cNvSpPr/>
          <p:nvPr/>
        </p:nvSpPr>
        <p:spPr>
          <a:xfrm>
            <a:off x="7293059" y="8319823"/>
            <a:ext cx="1132764" cy="277466"/>
          </a:xfrm>
          <a:prstGeom prst="roundRect">
            <a:avLst>
              <a:gd name="adj" fmla="val 50000"/>
            </a:avLst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구매하기</a:t>
            </a:r>
          </a:p>
        </p:txBody>
      </p:sp>
    </p:spTree>
    <p:extLst>
      <p:ext uri="{BB962C8B-B14F-4D97-AF65-F5344CB8AC3E}">
        <p14:creationId xmlns:p14="http://schemas.microsoft.com/office/powerpoint/2010/main" val="3835476703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1218CE41-42FE-496D-B615-F078EFDE8C0B}"/>
              </a:ext>
            </a:extLst>
          </p:cNvPr>
          <p:cNvSpPr txBox="1"/>
          <p:nvPr/>
        </p:nvSpPr>
        <p:spPr>
          <a:xfrm>
            <a:off x="4704871" y="843499"/>
            <a:ext cx="80021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장바구니</a:t>
            </a:r>
          </a:p>
        </p:txBody>
      </p: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6322FF12-CD59-4D4D-9E4D-330D06FB2576}"/>
              </a:ext>
            </a:extLst>
          </p:cNvPr>
          <p:cNvCxnSpPr>
            <a:cxnSpLocks/>
          </p:cNvCxnSpPr>
          <p:nvPr/>
        </p:nvCxnSpPr>
        <p:spPr>
          <a:xfrm>
            <a:off x="1481667" y="1680583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FBFE529C-AE01-4F3B-A74A-D80A2B5C13FE}"/>
              </a:ext>
            </a:extLst>
          </p:cNvPr>
          <p:cNvSpPr txBox="1"/>
          <p:nvPr/>
        </p:nvSpPr>
        <p:spPr>
          <a:xfrm>
            <a:off x="1481667" y="1844844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/>
              <a:t>상품 정보</a:t>
            </a: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7EB4CE92-7DFB-4925-866E-2269768A4768}"/>
              </a:ext>
            </a:extLst>
          </p:cNvPr>
          <p:cNvCxnSpPr>
            <a:cxnSpLocks/>
          </p:cNvCxnSpPr>
          <p:nvPr/>
        </p:nvCxnSpPr>
        <p:spPr>
          <a:xfrm>
            <a:off x="1473200" y="2174052"/>
            <a:ext cx="7323667" cy="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3" name="표 13">
            <a:extLst>
              <a:ext uri="{FF2B5EF4-FFF2-40B4-BE49-F238E27FC236}">
                <a16:creationId xmlns:a16="http://schemas.microsoft.com/office/drawing/2014/main" id="{CA880052-6638-4676-AB1D-E6D74B512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8243524"/>
              </p:ext>
            </p:extLst>
          </p:nvPr>
        </p:nvGraphicFramePr>
        <p:xfrm>
          <a:off x="1481667" y="2351852"/>
          <a:ext cx="7315200" cy="14935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333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3911600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1100667">
                  <a:extLst>
                    <a:ext uri="{9D8B030D-6E8A-4147-A177-3AD203B41FA5}">
                      <a16:colId xmlns:a16="http://schemas.microsoft.com/office/drawing/2014/main" val="2117488308"/>
                    </a:ext>
                  </a:extLst>
                </a:gridCol>
                <a:gridCol w="889000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1117600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■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900" b="1" dirty="0"/>
                        <a:t>1,000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4933101"/>
                  </a:ext>
                </a:extLst>
              </a:tr>
            </a:tbl>
          </a:graphicData>
        </a:graphic>
      </p:graphicFrame>
      <p:grpSp>
        <p:nvGrpSpPr>
          <p:cNvPr id="15" name="그룹 14">
            <a:extLst>
              <a:ext uri="{FF2B5EF4-FFF2-40B4-BE49-F238E27FC236}">
                <a16:creationId xmlns:a16="http://schemas.microsoft.com/office/drawing/2014/main" id="{54613AB3-CE8C-4428-9894-6C5DE59434FD}"/>
              </a:ext>
            </a:extLst>
          </p:cNvPr>
          <p:cNvGrpSpPr/>
          <p:nvPr/>
        </p:nvGrpSpPr>
        <p:grpSpPr>
          <a:xfrm>
            <a:off x="1878323" y="2665326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6" name="Border">
              <a:extLst>
                <a:ext uri="{FF2B5EF4-FFF2-40B4-BE49-F238E27FC236}">
                  <a16:creationId xmlns:a16="http://schemas.microsoft.com/office/drawing/2014/main" id="{A34535E5-292B-4A54-8F1A-026F6E9F3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" name="Line 2">
              <a:extLst>
                <a:ext uri="{FF2B5EF4-FFF2-40B4-BE49-F238E27FC236}">
                  <a16:creationId xmlns:a16="http://schemas.microsoft.com/office/drawing/2014/main" id="{377777D6-F01E-4E68-B002-4C311AECC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Line 1">
              <a:extLst>
                <a:ext uri="{FF2B5EF4-FFF2-40B4-BE49-F238E27FC236}">
                  <a16:creationId xmlns:a16="http://schemas.microsoft.com/office/drawing/2014/main" id="{75B8D18C-8E40-40D4-AF90-79C65DF25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665ACB7-967B-4C04-BA0E-B7BFD60AC35A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B45796C6-F870-4148-A8DC-A5E07662CEB6}"/>
              </a:ext>
            </a:extLst>
          </p:cNvPr>
          <p:cNvSpPr/>
          <p:nvPr/>
        </p:nvSpPr>
        <p:spPr>
          <a:xfrm>
            <a:off x="2588752" y="2665326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6372A07-32E4-4822-8759-6DA286438A29}"/>
              </a:ext>
            </a:extLst>
          </p:cNvPr>
          <p:cNvSpPr/>
          <p:nvPr/>
        </p:nvSpPr>
        <p:spPr>
          <a:xfrm>
            <a:off x="2588752" y="3312691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2  /  1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pic>
        <p:nvPicPr>
          <p:cNvPr id="28" name="그림 27">
            <a:extLst>
              <a:ext uri="{FF2B5EF4-FFF2-40B4-BE49-F238E27FC236}">
                <a16:creationId xmlns:a16="http://schemas.microsoft.com/office/drawing/2014/main" id="{03BB60FA-46B3-4199-9235-E18B011C28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24799" y="2665326"/>
            <a:ext cx="798106" cy="520194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2545948C-797D-4C6D-8C31-58234BB9798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87597" y="2793500"/>
            <a:ext cx="919692" cy="263846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CCAFD5DF-2868-45DA-8E4B-000212588F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49158" y="3288040"/>
            <a:ext cx="798106" cy="520194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219C4DDB-3E0C-40E5-94B0-B066F22CEAE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11956" y="3416214"/>
            <a:ext cx="919692" cy="263846"/>
          </a:xfrm>
          <a:prstGeom prst="rect">
            <a:avLst/>
          </a:prstGeom>
        </p:spPr>
      </p:pic>
      <p:graphicFrame>
        <p:nvGraphicFramePr>
          <p:cNvPr id="33" name="표 13">
            <a:extLst>
              <a:ext uri="{FF2B5EF4-FFF2-40B4-BE49-F238E27FC236}">
                <a16:creationId xmlns:a16="http://schemas.microsoft.com/office/drawing/2014/main" id="{6158F90D-08CE-4056-A000-C83DACC30B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1421424"/>
              </p:ext>
            </p:extLst>
          </p:nvPr>
        </p:nvGraphicFramePr>
        <p:xfrm>
          <a:off x="1481667" y="4447208"/>
          <a:ext cx="7315200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333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3911600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1100667">
                  <a:extLst>
                    <a:ext uri="{9D8B030D-6E8A-4147-A177-3AD203B41FA5}">
                      <a16:colId xmlns:a16="http://schemas.microsoft.com/office/drawing/2014/main" val="2117488308"/>
                    </a:ext>
                  </a:extLst>
                </a:gridCol>
                <a:gridCol w="889000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1117600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kkttxx02 )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/>
                        <a:t>■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900" b="1" dirty="0"/>
                        <a:t>40,000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</a:tbl>
          </a:graphicData>
        </a:graphic>
      </p:graphicFrame>
      <p:grpSp>
        <p:nvGrpSpPr>
          <p:cNvPr id="34" name="그룹 33">
            <a:extLst>
              <a:ext uri="{FF2B5EF4-FFF2-40B4-BE49-F238E27FC236}">
                <a16:creationId xmlns:a16="http://schemas.microsoft.com/office/drawing/2014/main" id="{43E65D69-3E91-42CA-BCD5-476ADF530D06}"/>
              </a:ext>
            </a:extLst>
          </p:cNvPr>
          <p:cNvGrpSpPr/>
          <p:nvPr/>
        </p:nvGrpSpPr>
        <p:grpSpPr>
          <a:xfrm>
            <a:off x="1878323" y="4760682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35" name="Border">
              <a:extLst>
                <a:ext uri="{FF2B5EF4-FFF2-40B4-BE49-F238E27FC236}">
                  <a16:creationId xmlns:a16="http://schemas.microsoft.com/office/drawing/2014/main" id="{0D312721-555C-4768-9BD2-C225052B5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" name="Line 2">
              <a:extLst>
                <a:ext uri="{FF2B5EF4-FFF2-40B4-BE49-F238E27FC236}">
                  <a16:creationId xmlns:a16="http://schemas.microsoft.com/office/drawing/2014/main" id="{972679D4-E444-465F-AE52-78C0DAEB1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" name="Line 1">
              <a:extLst>
                <a:ext uri="{FF2B5EF4-FFF2-40B4-BE49-F238E27FC236}">
                  <a16:creationId xmlns:a16="http://schemas.microsoft.com/office/drawing/2014/main" id="{EB09CB8F-2401-419C-ABDA-3ED8CA7D4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E3E812A-0C08-420F-BE9E-49CEA07B0733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F3857794-7745-4CA1-A4A6-E7033C6DC278}"/>
              </a:ext>
            </a:extLst>
          </p:cNvPr>
          <p:cNvSpPr/>
          <p:nvPr/>
        </p:nvSpPr>
        <p:spPr>
          <a:xfrm>
            <a:off x="2588752" y="4760682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222222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pic>
        <p:nvPicPr>
          <p:cNvPr id="46" name="그림 45">
            <a:extLst>
              <a:ext uri="{FF2B5EF4-FFF2-40B4-BE49-F238E27FC236}">
                <a16:creationId xmlns:a16="http://schemas.microsoft.com/office/drawing/2014/main" id="{4CAD6DB4-0B41-4223-8B93-CCA00C6448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24799" y="4760682"/>
            <a:ext cx="798106" cy="520194"/>
          </a:xfrm>
          <a:prstGeom prst="rect">
            <a:avLst/>
          </a:prstGeom>
        </p:spPr>
      </p:pic>
      <p:pic>
        <p:nvPicPr>
          <p:cNvPr id="47" name="그림 46">
            <a:extLst>
              <a:ext uri="{FF2B5EF4-FFF2-40B4-BE49-F238E27FC236}">
                <a16:creationId xmlns:a16="http://schemas.microsoft.com/office/drawing/2014/main" id="{7D916F1F-0DE9-448B-9D11-E8A0A0EC235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87597" y="4888856"/>
            <a:ext cx="919692" cy="263846"/>
          </a:xfrm>
          <a:prstGeom prst="rect">
            <a:avLst/>
          </a:prstGeom>
        </p:spPr>
      </p:pic>
      <p:grpSp>
        <p:nvGrpSpPr>
          <p:cNvPr id="50" name="그룹 49">
            <a:extLst>
              <a:ext uri="{FF2B5EF4-FFF2-40B4-BE49-F238E27FC236}">
                <a16:creationId xmlns:a16="http://schemas.microsoft.com/office/drawing/2014/main" id="{A174D235-913A-4999-BB70-1AC1DFB41B80}"/>
              </a:ext>
            </a:extLst>
          </p:cNvPr>
          <p:cNvGrpSpPr/>
          <p:nvPr/>
        </p:nvGrpSpPr>
        <p:grpSpPr>
          <a:xfrm>
            <a:off x="1878323" y="3288137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51" name="Border">
              <a:extLst>
                <a:ext uri="{FF2B5EF4-FFF2-40B4-BE49-F238E27FC236}">
                  <a16:creationId xmlns:a16="http://schemas.microsoft.com/office/drawing/2014/main" id="{30163865-CC06-442E-9E1A-E60FBCDE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" name="Line 2">
              <a:extLst>
                <a:ext uri="{FF2B5EF4-FFF2-40B4-BE49-F238E27FC236}">
                  <a16:creationId xmlns:a16="http://schemas.microsoft.com/office/drawing/2014/main" id="{5C314E04-0A9B-4D27-A26B-80BD29AFE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3" name="Line 1">
              <a:extLst>
                <a:ext uri="{FF2B5EF4-FFF2-40B4-BE49-F238E27FC236}">
                  <a16:creationId xmlns:a16="http://schemas.microsoft.com/office/drawing/2014/main" id="{91F0A7F1-68A5-4309-82BB-ED42EAC77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AEB1163B-4E04-4D89-A5FC-5D4C06FC0F6A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5D03C6BC-B476-4417-9E83-F543850EC198}"/>
              </a:ext>
            </a:extLst>
          </p:cNvPr>
          <p:cNvSpPr txBox="1"/>
          <p:nvPr/>
        </p:nvSpPr>
        <p:spPr>
          <a:xfrm>
            <a:off x="3217333" y="3915449"/>
            <a:ext cx="484459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2,000 </a:t>
            </a:r>
            <a:r>
              <a:rPr lang="ko-KR" altLang="en-US" sz="800" dirty="0"/>
              <a:t>원</a:t>
            </a:r>
            <a:r>
              <a:rPr lang="en-US" altLang="ko-KR" sz="800" dirty="0"/>
              <a:t> + </a:t>
            </a:r>
            <a:r>
              <a:rPr lang="ko-KR" altLang="en-US" sz="800" dirty="0"/>
              <a:t>배송비 </a:t>
            </a:r>
            <a:r>
              <a:rPr lang="en-US" altLang="ko-KR" sz="800" dirty="0"/>
              <a:t>2,500 </a:t>
            </a:r>
            <a:r>
              <a:rPr lang="ko-KR" altLang="en-US" sz="800" dirty="0"/>
              <a:t>원 </a:t>
            </a:r>
            <a:r>
              <a:rPr lang="en-US" altLang="ko-KR" sz="800" dirty="0"/>
              <a:t>= </a:t>
            </a:r>
            <a:r>
              <a:rPr lang="en-US" altLang="ko-KR" sz="1000" b="1" dirty="0">
                <a:solidFill>
                  <a:srgbClr val="FF0000"/>
                </a:solidFill>
              </a:rPr>
              <a:t>4,500</a:t>
            </a:r>
            <a:r>
              <a:rPr lang="en-US" altLang="ko-KR" sz="800" dirty="0"/>
              <a:t> </a:t>
            </a:r>
            <a:r>
              <a:rPr lang="ko-KR" altLang="en-US" sz="800" dirty="0"/>
              <a:t>원     </a:t>
            </a:r>
            <a:r>
              <a:rPr lang="en-US" altLang="ko-KR" sz="800" dirty="0"/>
              <a:t>|     30,000 </a:t>
            </a:r>
            <a:r>
              <a:rPr lang="ko-KR" altLang="en-US" sz="800" dirty="0"/>
              <a:t>원 이하 배송비 </a:t>
            </a:r>
            <a:r>
              <a:rPr lang="en-US" altLang="ko-KR" sz="800" dirty="0"/>
              <a:t>2,500 </a:t>
            </a:r>
            <a:r>
              <a:rPr lang="ko-KR" altLang="en-US" sz="800" dirty="0"/>
              <a:t>원 </a:t>
            </a:r>
            <a:r>
              <a:rPr lang="en-US" altLang="ko-KR" sz="800" dirty="0"/>
              <a:t>( </a:t>
            </a:r>
            <a:r>
              <a:rPr lang="ko-KR" altLang="en-US" sz="800" dirty="0"/>
              <a:t>개별 상품 기준 </a:t>
            </a:r>
            <a:r>
              <a:rPr lang="en-US" altLang="ko-KR" sz="800" dirty="0"/>
              <a:t>)</a:t>
            </a:r>
            <a:endParaRPr lang="ko-KR" altLang="en-US" sz="800" dirty="0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BC621A61-6D95-4ECD-8815-E09EBF62BDA6}"/>
              </a:ext>
            </a:extLst>
          </p:cNvPr>
          <p:cNvSpPr txBox="1"/>
          <p:nvPr/>
        </p:nvSpPr>
        <p:spPr>
          <a:xfrm>
            <a:off x="3217333" y="5394062"/>
            <a:ext cx="446308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40,000 </a:t>
            </a:r>
            <a:r>
              <a:rPr lang="ko-KR" altLang="en-US" sz="800" dirty="0"/>
              <a:t>원</a:t>
            </a:r>
            <a:r>
              <a:rPr lang="en-US" altLang="ko-KR" sz="800" dirty="0"/>
              <a:t> + </a:t>
            </a:r>
            <a:r>
              <a:rPr lang="ko-KR" altLang="en-US" sz="800" dirty="0"/>
              <a:t>배송비 </a:t>
            </a:r>
            <a:r>
              <a:rPr lang="en-US" altLang="ko-KR" sz="800" dirty="0"/>
              <a:t>0 </a:t>
            </a:r>
            <a:r>
              <a:rPr lang="ko-KR" altLang="en-US" sz="800" dirty="0"/>
              <a:t>원 </a:t>
            </a:r>
            <a:r>
              <a:rPr lang="en-US" altLang="ko-KR" sz="800" dirty="0"/>
              <a:t>= </a:t>
            </a:r>
            <a:r>
              <a:rPr lang="en-US" altLang="ko-KR" sz="1000" b="1" dirty="0">
                <a:solidFill>
                  <a:srgbClr val="FF0000"/>
                </a:solidFill>
              </a:rPr>
              <a:t>40,000</a:t>
            </a:r>
            <a:r>
              <a:rPr lang="en-US" altLang="ko-KR" sz="800" dirty="0"/>
              <a:t> </a:t>
            </a:r>
            <a:r>
              <a:rPr lang="ko-KR" altLang="en-US" sz="800" dirty="0"/>
              <a:t>원     </a:t>
            </a:r>
            <a:r>
              <a:rPr lang="en-US" altLang="ko-KR" sz="800" dirty="0"/>
              <a:t>|     30,000 </a:t>
            </a:r>
            <a:r>
              <a:rPr lang="ko-KR" altLang="en-US" sz="800" dirty="0"/>
              <a:t>원 이상 무료배송 </a:t>
            </a:r>
            <a:r>
              <a:rPr lang="en-US" altLang="ko-KR" sz="800" dirty="0"/>
              <a:t>( </a:t>
            </a:r>
            <a:r>
              <a:rPr lang="ko-KR" altLang="en-US" sz="800" dirty="0"/>
              <a:t>개별 상품 기준 </a:t>
            </a:r>
            <a:r>
              <a:rPr lang="en-US" altLang="ko-KR" sz="800" dirty="0"/>
              <a:t>)</a:t>
            </a:r>
            <a:endParaRPr lang="ko-KR" altLang="en-US" sz="800" dirty="0"/>
          </a:p>
        </p:txBody>
      </p: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A78EF5-ED17-426E-A990-078E2FAEFB2B}"/>
              </a:ext>
            </a:extLst>
          </p:cNvPr>
          <p:cNvCxnSpPr>
            <a:cxnSpLocks/>
          </p:cNvCxnSpPr>
          <p:nvPr/>
        </p:nvCxnSpPr>
        <p:spPr>
          <a:xfrm>
            <a:off x="1481667" y="6111053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>
            <a:extLst>
              <a:ext uri="{FF2B5EF4-FFF2-40B4-BE49-F238E27FC236}">
                <a16:creationId xmlns:a16="http://schemas.microsoft.com/office/drawing/2014/main" id="{40E4CFCA-73DB-433D-8147-84C6006CF62B}"/>
              </a:ext>
            </a:extLst>
          </p:cNvPr>
          <p:cNvSpPr txBox="1"/>
          <p:nvPr/>
        </p:nvSpPr>
        <p:spPr>
          <a:xfrm>
            <a:off x="1473200" y="6203660"/>
            <a:ext cx="99899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/>
              <a:t>최종 결제금액</a:t>
            </a:r>
          </a:p>
        </p:txBody>
      </p:sp>
      <p:graphicFrame>
        <p:nvGraphicFramePr>
          <p:cNvPr id="59" name="표 59">
            <a:extLst>
              <a:ext uri="{FF2B5EF4-FFF2-40B4-BE49-F238E27FC236}">
                <a16:creationId xmlns:a16="http://schemas.microsoft.com/office/drawing/2014/main" id="{77E62B4C-6011-4EA1-A0C0-6FC818B811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5144301"/>
              </p:ext>
            </p:extLst>
          </p:nvPr>
        </p:nvGraphicFramePr>
        <p:xfrm>
          <a:off x="1481668" y="6573239"/>
          <a:ext cx="7315200" cy="6215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38400">
                  <a:extLst>
                    <a:ext uri="{9D8B030D-6E8A-4147-A177-3AD203B41FA5}">
                      <a16:colId xmlns:a16="http://schemas.microsoft.com/office/drawing/2014/main" val="2731726909"/>
                    </a:ext>
                  </a:extLst>
                </a:gridCol>
                <a:gridCol w="2438400">
                  <a:extLst>
                    <a:ext uri="{9D8B030D-6E8A-4147-A177-3AD203B41FA5}">
                      <a16:colId xmlns:a16="http://schemas.microsoft.com/office/drawing/2014/main" val="4273104403"/>
                    </a:ext>
                  </a:extLst>
                </a:gridCol>
                <a:gridCol w="2438400">
                  <a:extLst>
                    <a:ext uri="{9D8B030D-6E8A-4147-A177-3AD203B41FA5}">
                      <a16:colId xmlns:a16="http://schemas.microsoft.com/office/drawing/2014/main" val="1599845524"/>
                    </a:ext>
                  </a:extLst>
                </a:gridCol>
              </a:tblGrid>
              <a:tr h="621539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 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총 상품금액                      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42,000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     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배송비                            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2,500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    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최종 결제금액                 </a:t>
                      </a:r>
                      <a:r>
                        <a:rPr lang="en-US" altLang="ko-KR" sz="1200" dirty="0">
                          <a:solidFill>
                            <a:srgbClr val="FF0000"/>
                          </a:solidFill>
                        </a:rPr>
                        <a:t>44,500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</a:rPr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414178"/>
                  </a:ext>
                </a:extLst>
              </a:tr>
            </a:tbl>
          </a:graphicData>
        </a:graphic>
      </p:graphicFrame>
      <p:sp>
        <p:nvSpPr>
          <p:cNvPr id="60" name="타원 59">
            <a:extLst>
              <a:ext uri="{FF2B5EF4-FFF2-40B4-BE49-F238E27FC236}">
                <a16:creationId xmlns:a16="http://schemas.microsoft.com/office/drawing/2014/main" id="{C64DDEB8-DB72-4E24-9D08-4DFD0797269A}"/>
              </a:ext>
            </a:extLst>
          </p:cNvPr>
          <p:cNvSpPr/>
          <p:nvPr/>
        </p:nvSpPr>
        <p:spPr>
          <a:xfrm>
            <a:off x="3810413" y="6774525"/>
            <a:ext cx="215856" cy="230832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AE659929-5E38-4BF2-953D-E17975000877}"/>
              </a:ext>
            </a:extLst>
          </p:cNvPr>
          <p:cNvSpPr txBox="1"/>
          <p:nvPr/>
        </p:nvSpPr>
        <p:spPr>
          <a:xfrm>
            <a:off x="3751801" y="6679470"/>
            <a:ext cx="346570" cy="369332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dirty="0">
                <a:solidFill>
                  <a:schemeClr val="bg1"/>
                </a:solidFill>
              </a:rPr>
              <a:t>+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DB61515D-CEF9-4CCA-BA46-70B21C65C267}"/>
              </a:ext>
            </a:extLst>
          </p:cNvPr>
          <p:cNvSpPr/>
          <p:nvPr/>
        </p:nvSpPr>
        <p:spPr>
          <a:xfrm>
            <a:off x="6260576" y="6774525"/>
            <a:ext cx="215856" cy="230832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73D90E03-B139-4355-9889-47260F56DB99}"/>
              </a:ext>
            </a:extLst>
          </p:cNvPr>
          <p:cNvSpPr txBox="1"/>
          <p:nvPr/>
        </p:nvSpPr>
        <p:spPr>
          <a:xfrm>
            <a:off x="6201964" y="6679470"/>
            <a:ext cx="346570" cy="369332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dirty="0">
                <a:solidFill>
                  <a:schemeClr val="bg1"/>
                </a:solidFill>
              </a:rPr>
              <a:t>=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F89108BB-1F6E-4D7D-AD2D-29EEFE9EDC9A}"/>
              </a:ext>
            </a:extLst>
          </p:cNvPr>
          <p:cNvSpPr/>
          <p:nvPr/>
        </p:nvSpPr>
        <p:spPr>
          <a:xfrm>
            <a:off x="3475773" y="7688103"/>
            <a:ext cx="3318520" cy="384931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 anchorCtr="0"/>
          <a:lstStyle/>
          <a:p>
            <a:pPr algn="ctr"/>
            <a:r>
              <a:rPr lang="ko-KR" altLang="en-US" sz="1000" b="1" dirty="0"/>
              <a:t>총 </a:t>
            </a:r>
            <a:r>
              <a:rPr lang="en-US" altLang="ko-KR" sz="1000" b="1" dirty="0"/>
              <a:t>4 </a:t>
            </a:r>
            <a:r>
              <a:rPr lang="ko-KR" altLang="en-US" sz="1000" b="1" dirty="0"/>
              <a:t>개        </a:t>
            </a:r>
            <a:r>
              <a:rPr lang="en-US" altLang="ko-KR" sz="1400" b="1" dirty="0">
                <a:solidFill>
                  <a:schemeClr val="bg1">
                    <a:lumMod val="50000"/>
                  </a:schemeClr>
                </a:solidFill>
              </a:rPr>
              <a:t>|</a:t>
            </a:r>
            <a:r>
              <a:rPr lang="en-US" altLang="ko-KR" sz="1000" b="1" dirty="0"/>
              <a:t>         </a:t>
            </a:r>
            <a:r>
              <a:rPr lang="en-US" altLang="ko-KR" sz="1200" b="1" dirty="0"/>
              <a:t>44,500</a:t>
            </a:r>
            <a:r>
              <a:rPr lang="en-US" altLang="ko-KR" sz="1000" b="1" dirty="0"/>
              <a:t> </a:t>
            </a:r>
            <a:r>
              <a:rPr lang="ko-KR" altLang="en-US" sz="1000" b="1" dirty="0"/>
              <a:t>원  주문하기    ▷</a:t>
            </a:r>
            <a:r>
              <a:rPr lang="en-US" altLang="ko-KR" sz="1000" b="1" dirty="0"/>
              <a:t> </a:t>
            </a:r>
            <a:endParaRPr lang="ko-KR" altLang="en-US" sz="1000" b="1" dirty="0"/>
          </a:p>
        </p:txBody>
      </p:sp>
      <p:sp>
        <p:nvSpPr>
          <p:cNvPr id="65" name="사각형: 둥근 위쪽 모서리 64">
            <a:extLst>
              <a:ext uri="{FF2B5EF4-FFF2-40B4-BE49-F238E27FC236}">
                <a16:creationId xmlns:a16="http://schemas.microsoft.com/office/drawing/2014/main" id="{8E791EB4-B2EB-4911-A1C0-A117DB5FFE38}"/>
              </a:ext>
            </a:extLst>
          </p:cNvPr>
          <p:cNvSpPr/>
          <p:nvPr/>
        </p:nvSpPr>
        <p:spPr>
          <a:xfrm>
            <a:off x="1481667" y="1384069"/>
            <a:ext cx="1994106" cy="296514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자사상품</a:t>
            </a:r>
          </a:p>
        </p:txBody>
      </p:sp>
      <p:sp>
        <p:nvSpPr>
          <p:cNvPr id="66" name="사각형: 둥근 위쪽 모서리 65">
            <a:extLst>
              <a:ext uri="{FF2B5EF4-FFF2-40B4-BE49-F238E27FC236}">
                <a16:creationId xmlns:a16="http://schemas.microsoft.com/office/drawing/2014/main" id="{6853A34C-C1A3-4FCD-A59A-B6A9468F7AB4}"/>
              </a:ext>
            </a:extLst>
          </p:cNvPr>
          <p:cNvSpPr/>
          <p:nvPr/>
        </p:nvSpPr>
        <p:spPr>
          <a:xfrm>
            <a:off x="3482597" y="1384069"/>
            <a:ext cx="1917510" cy="296514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공개상품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3D226F-3ACA-4FA1-B903-E828D2FDCDDB}"/>
              </a:ext>
            </a:extLst>
          </p:cNvPr>
          <p:cNvSpPr/>
          <p:nvPr/>
        </p:nvSpPr>
        <p:spPr>
          <a:xfrm>
            <a:off x="1513436" y="1638844"/>
            <a:ext cx="1917510" cy="8348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7D63AC22-2E6C-4D48-94D4-E5031D330558}"/>
              </a:ext>
            </a:extLst>
          </p:cNvPr>
          <p:cNvGrpSpPr/>
          <p:nvPr/>
        </p:nvGrpSpPr>
        <p:grpSpPr>
          <a:xfrm>
            <a:off x="2758061" y="3676094"/>
            <a:ext cx="3935785" cy="3278885"/>
            <a:chOff x="-4667135" y="2561476"/>
            <a:chExt cx="3935785" cy="3278885"/>
          </a:xfrm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D8E87ECA-683C-4DF9-82F8-91F84B5E4AA9}"/>
                </a:ext>
              </a:extLst>
            </p:cNvPr>
            <p:cNvSpPr/>
            <p:nvPr/>
          </p:nvSpPr>
          <p:spPr>
            <a:xfrm>
              <a:off x="-4667135" y="2561476"/>
              <a:ext cx="3935785" cy="3278885"/>
            </a:xfrm>
            <a:prstGeom prst="rect">
              <a:avLst/>
            </a:prstGeom>
            <a:ln>
              <a:solidFill>
                <a:schemeClr val="dk1"/>
              </a:solidFill>
            </a:ln>
            <a:effectLst>
              <a:outerShdw blurRad="63500" sx="101000" sy="101000" algn="ctr" rotWithShape="0">
                <a:schemeClr val="tx1">
                  <a:alpha val="50000"/>
                </a:schemeClr>
              </a:outerShdw>
              <a:softEdge rad="12700"/>
            </a:effectLst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CB79BA9D-F5F5-4425-8516-9A386A6F920B}"/>
                </a:ext>
              </a:extLst>
            </p:cNvPr>
            <p:cNvSpPr txBox="1"/>
            <p:nvPr/>
          </p:nvSpPr>
          <p:spPr>
            <a:xfrm>
              <a:off x="-4564117" y="2714042"/>
              <a:ext cx="841897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○ 옵션 변경</a:t>
              </a:r>
              <a:endParaRPr lang="ko-KR" altLang="en-US" sz="900" dirty="0"/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E3BB8C86-778A-4EB4-8A7F-0C6359C0C821}"/>
                </a:ext>
              </a:extLst>
            </p:cNvPr>
            <p:cNvSpPr/>
            <p:nvPr/>
          </p:nvSpPr>
          <p:spPr>
            <a:xfrm>
              <a:off x="-3572175" y="5180702"/>
              <a:ext cx="891615" cy="21336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6350">
              <a:solidFill>
                <a:schemeClr val="accent6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옵션변경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  <p:grpSp>
          <p:nvGrpSpPr>
            <p:cNvPr id="93" name="Image">
              <a:extLst>
                <a:ext uri="{FF2B5EF4-FFF2-40B4-BE49-F238E27FC236}">
                  <a16:creationId xmlns:a16="http://schemas.microsoft.com/office/drawing/2014/main" id="{8B4311C6-CA7D-410B-A228-F34F170D81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043655" y="2681543"/>
              <a:ext cx="204716" cy="209797"/>
              <a:chOff x="508000" y="1397000"/>
              <a:chExt cx="1008112" cy="1008112"/>
            </a:xfrm>
          </p:grpSpPr>
          <p:sp>
            <p:nvSpPr>
              <p:cNvPr id="94" name="Border">
                <a:extLst>
                  <a:ext uri="{FF2B5EF4-FFF2-40B4-BE49-F238E27FC236}">
                    <a16:creationId xmlns:a16="http://schemas.microsoft.com/office/drawing/2014/main" id="{71B01211-7BE1-48CC-A0F8-9C8B19F10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5" name="Line 2">
                <a:extLst>
                  <a:ext uri="{FF2B5EF4-FFF2-40B4-BE49-F238E27FC236}">
                    <a16:creationId xmlns:a16="http://schemas.microsoft.com/office/drawing/2014/main" id="{A371B417-4C4A-4773-88D6-ACB72C40B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6" name="Line 1">
                <a:extLst>
                  <a:ext uri="{FF2B5EF4-FFF2-40B4-BE49-F238E27FC236}">
                    <a16:creationId xmlns:a16="http://schemas.microsoft.com/office/drawing/2014/main" id="{FD803F64-7068-4371-9156-71B1397C4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09DD2E1E-83D6-443B-9540-860C547C4CF1}"/>
                </a:ext>
              </a:extLst>
            </p:cNvPr>
            <p:cNvSpPr/>
            <p:nvPr/>
          </p:nvSpPr>
          <p:spPr>
            <a:xfrm>
              <a:off x="-2573751" y="5180702"/>
              <a:ext cx="891615" cy="21336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>
                  <a:solidFill>
                    <a:schemeClr val="bg1"/>
                  </a:solidFill>
                </a:rPr>
                <a:t>창닫기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0709C4F5-67C3-465A-955A-48CA270E5961}"/>
                </a:ext>
              </a:extLst>
            </p:cNvPr>
            <p:cNvSpPr/>
            <p:nvPr/>
          </p:nvSpPr>
          <p:spPr>
            <a:xfrm>
              <a:off x="-4358149" y="3425061"/>
              <a:ext cx="3314493" cy="437877"/>
            </a:xfrm>
            <a:prstGeom prst="rect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1000" dirty="0">
                  <a:solidFill>
                    <a:schemeClr val="tx1"/>
                  </a:solidFill>
                </a:rPr>
                <a:t>  옵션 </a:t>
              </a:r>
              <a:r>
                <a:rPr lang="en-US" altLang="ko-KR" sz="1000" dirty="0">
                  <a:solidFill>
                    <a:schemeClr val="tx1"/>
                  </a:solidFill>
                </a:rPr>
                <a:t>1                                                       </a:t>
              </a:r>
              <a:r>
                <a:rPr lang="ko-KR" altLang="en-US" sz="1000" dirty="0">
                  <a:solidFill>
                    <a:schemeClr val="tx1"/>
                  </a:solidFill>
                </a:rPr>
                <a:t>▽</a:t>
              </a:r>
              <a:r>
                <a:rPr lang="en-US" altLang="ko-KR" sz="1000" dirty="0">
                  <a:solidFill>
                    <a:schemeClr val="tx1"/>
                  </a:solidFill>
                </a:rPr>
                <a:t> </a:t>
              </a:r>
              <a:endParaRPr lang="ko-KR" altLang="en-US" sz="1000" dirty="0">
                <a:solidFill>
                  <a:schemeClr val="tx1"/>
                </a:solidFill>
              </a:endParaRPr>
            </a:p>
          </p:txBody>
        </p:sp>
        <p:pic>
          <p:nvPicPr>
            <p:cNvPr id="8" name="그림 7">
              <a:extLst>
                <a:ext uri="{FF2B5EF4-FFF2-40B4-BE49-F238E27FC236}">
                  <a16:creationId xmlns:a16="http://schemas.microsoft.com/office/drawing/2014/main" id="{ACFA87BC-9EA5-4280-B9DC-8D6827E2822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-3533203" y="4068563"/>
              <a:ext cx="686405" cy="274562"/>
            </a:xfrm>
            <a:prstGeom prst="rect">
              <a:avLst/>
            </a:prstGeom>
          </p:spPr>
        </p:pic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01D92514-8BAD-4582-B76C-EF2FC0F70689}"/>
                </a:ext>
              </a:extLst>
            </p:cNvPr>
            <p:cNvSpPr txBox="1"/>
            <p:nvPr/>
          </p:nvSpPr>
          <p:spPr>
            <a:xfrm>
              <a:off x="-4408626" y="4068563"/>
              <a:ext cx="68640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수량 선택</a:t>
              </a:r>
              <a:endParaRPr lang="ko-KR" altLang="en-US" sz="900" dirty="0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85C0E1C-0045-4376-A0AB-4EECD46979B2}"/>
                </a:ext>
              </a:extLst>
            </p:cNvPr>
            <p:cNvSpPr txBox="1"/>
            <p:nvPr/>
          </p:nvSpPr>
          <p:spPr>
            <a:xfrm>
              <a:off x="-4427158" y="3137794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endParaRPr lang="ko-KR" altLang="en-US" sz="900" dirty="0"/>
            </a:p>
          </p:txBody>
        </p:sp>
      </p:grpSp>
    </p:spTree>
    <p:extLst>
      <p:ext uri="{BB962C8B-B14F-4D97-AF65-F5344CB8AC3E}">
        <p14:creationId xmlns:p14="http://schemas.microsoft.com/office/powerpoint/2010/main" val="1595602050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685CD5DE-00E6-4233-A6C8-16D0E5A8B615}"/>
              </a:ext>
            </a:extLst>
          </p:cNvPr>
          <p:cNvSpPr txBox="1"/>
          <p:nvPr/>
        </p:nvSpPr>
        <p:spPr>
          <a:xfrm>
            <a:off x="4631022" y="871059"/>
            <a:ext cx="100860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주문서 작성</a:t>
            </a: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7033A616-9731-4709-A8A1-457C9CE5B9E5}"/>
              </a:ext>
            </a:extLst>
          </p:cNvPr>
          <p:cNvCxnSpPr>
            <a:cxnSpLocks/>
          </p:cNvCxnSpPr>
          <p:nvPr/>
        </p:nvCxnSpPr>
        <p:spPr>
          <a:xfrm>
            <a:off x="1481667" y="5363177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8BBFF582-2716-4596-BBFA-8F81DBE2A03C}"/>
              </a:ext>
            </a:extLst>
          </p:cNvPr>
          <p:cNvSpPr txBox="1"/>
          <p:nvPr/>
        </p:nvSpPr>
        <p:spPr>
          <a:xfrm>
            <a:off x="1481667" y="5431902"/>
            <a:ext cx="104387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/>
              <a:t>주문 상품 정보</a:t>
            </a:r>
          </a:p>
        </p:txBody>
      </p:sp>
      <p:graphicFrame>
        <p:nvGraphicFramePr>
          <p:cNvPr id="6" name="표 13">
            <a:extLst>
              <a:ext uri="{FF2B5EF4-FFF2-40B4-BE49-F238E27FC236}">
                <a16:creationId xmlns:a16="http://schemas.microsoft.com/office/drawing/2014/main" id="{6A09DA8B-A8BA-4FCC-B494-53032C966E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9690043"/>
              </p:ext>
            </p:extLst>
          </p:nvPr>
        </p:nvGraphicFramePr>
        <p:xfrm>
          <a:off x="1481667" y="5794532"/>
          <a:ext cx="7315200" cy="14935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333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3911600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1100667">
                  <a:extLst>
                    <a:ext uri="{9D8B030D-6E8A-4147-A177-3AD203B41FA5}">
                      <a16:colId xmlns:a16="http://schemas.microsoft.com/office/drawing/2014/main" val="2117488308"/>
                    </a:ext>
                  </a:extLst>
                </a:gridCol>
                <a:gridCol w="889000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1117600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txx2212 )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900" b="1" dirty="0"/>
                        <a:t>2,000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900" b="1" dirty="0"/>
                        <a:t>1,000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4933101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0538B3C9-1386-4285-9B42-E7975F1CB92C}"/>
              </a:ext>
            </a:extLst>
          </p:cNvPr>
          <p:cNvGrpSpPr/>
          <p:nvPr/>
        </p:nvGrpSpPr>
        <p:grpSpPr>
          <a:xfrm>
            <a:off x="1708987" y="6108006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8" name="Border">
              <a:extLst>
                <a:ext uri="{FF2B5EF4-FFF2-40B4-BE49-F238E27FC236}">
                  <a16:creationId xmlns:a16="http://schemas.microsoft.com/office/drawing/2014/main" id="{E4BDA800-8917-464B-8E18-E63CC5040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Line 2">
              <a:extLst>
                <a:ext uri="{FF2B5EF4-FFF2-40B4-BE49-F238E27FC236}">
                  <a16:creationId xmlns:a16="http://schemas.microsoft.com/office/drawing/2014/main" id="{524E902B-2115-48B1-A333-8FF2C58CF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Line 1">
              <a:extLst>
                <a:ext uri="{FF2B5EF4-FFF2-40B4-BE49-F238E27FC236}">
                  <a16:creationId xmlns:a16="http://schemas.microsoft.com/office/drawing/2014/main" id="{2885609A-F54C-4ED5-9CA5-ECB818A4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305F3529-A6D9-41BF-BC01-8F086836DE9D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99AC8FE-820E-4378-9736-1F99E780FFE0}"/>
              </a:ext>
            </a:extLst>
          </p:cNvPr>
          <p:cNvSpPr/>
          <p:nvPr/>
        </p:nvSpPr>
        <p:spPr>
          <a:xfrm>
            <a:off x="2419416" y="6108006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E408188-5191-47CB-9A04-434073A14B8D}"/>
              </a:ext>
            </a:extLst>
          </p:cNvPr>
          <p:cNvSpPr/>
          <p:nvPr/>
        </p:nvSpPr>
        <p:spPr>
          <a:xfrm>
            <a:off x="2419416" y="6755371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2  /  1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graphicFrame>
        <p:nvGraphicFramePr>
          <p:cNvPr id="18" name="표 13">
            <a:extLst>
              <a:ext uri="{FF2B5EF4-FFF2-40B4-BE49-F238E27FC236}">
                <a16:creationId xmlns:a16="http://schemas.microsoft.com/office/drawing/2014/main" id="{3FD3B0F2-6024-4837-9051-EFF176BC0D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7477323"/>
              </p:ext>
            </p:extLst>
          </p:nvPr>
        </p:nvGraphicFramePr>
        <p:xfrm>
          <a:off x="1481667" y="7889888"/>
          <a:ext cx="7315200" cy="853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6333">
                  <a:extLst>
                    <a:ext uri="{9D8B030D-6E8A-4147-A177-3AD203B41FA5}">
                      <a16:colId xmlns:a16="http://schemas.microsoft.com/office/drawing/2014/main" val="2416159356"/>
                    </a:ext>
                  </a:extLst>
                </a:gridCol>
                <a:gridCol w="3911600">
                  <a:extLst>
                    <a:ext uri="{9D8B030D-6E8A-4147-A177-3AD203B41FA5}">
                      <a16:colId xmlns:a16="http://schemas.microsoft.com/office/drawing/2014/main" val="4215256312"/>
                    </a:ext>
                  </a:extLst>
                </a:gridCol>
                <a:gridCol w="1100667">
                  <a:extLst>
                    <a:ext uri="{9D8B030D-6E8A-4147-A177-3AD203B41FA5}">
                      <a16:colId xmlns:a16="http://schemas.microsoft.com/office/drawing/2014/main" val="2117488308"/>
                    </a:ext>
                  </a:extLst>
                </a:gridCol>
                <a:gridCol w="889000">
                  <a:extLst>
                    <a:ext uri="{9D8B030D-6E8A-4147-A177-3AD203B41FA5}">
                      <a16:colId xmlns:a16="http://schemas.microsoft.com/office/drawing/2014/main" val="739747790"/>
                    </a:ext>
                  </a:extLst>
                </a:gridCol>
                <a:gridCol w="1117600">
                  <a:extLst>
                    <a:ext uri="{9D8B030D-6E8A-4147-A177-3AD203B41FA5}">
                      <a16:colId xmlns:a16="http://schemas.microsoft.com/office/drawing/2014/main" val="3960621706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판매자 </a:t>
                      </a:r>
                      <a:r>
                        <a:rPr lang="en-US" altLang="ko-KR" sz="800" b="1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( kkttxx02 )</a:t>
                      </a:r>
                      <a:endParaRPr lang="ko-KR" altLang="en-US" sz="800" b="1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5308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en-US" altLang="ko-KR" sz="900" dirty="0"/>
                    </a:p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900" b="1" dirty="0"/>
                        <a:t>40,000 </a:t>
                      </a:r>
                      <a:r>
                        <a:rPr lang="ko-KR" altLang="en-US" sz="900" b="1" dirty="0"/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26410"/>
                  </a:ext>
                </a:extLst>
              </a:tr>
            </a:tbl>
          </a:graphicData>
        </a:graphic>
      </p:graphicFrame>
      <p:grpSp>
        <p:nvGrpSpPr>
          <p:cNvPr id="19" name="그룹 18">
            <a:extLst>
              <a:ext uri="{FF2B5EF4-FFF2-40B4-BE49-F238E27FC236}">
                <a16:creationId xmlns:a16="http://schemas.microsoft.com/office/drawing/2014/main" id="{F400B7AB-305F-4FD7-8A82-197BCA0E6E3B}"/>
              </a:ext>
            </a:extLst>
          </p:cNvPr>
          <p:cNvGrpSpPr/>
          <p:nvPr/>
        </p:nvGrpSpPr>
        <p:grpSpPr>
          <a:xfrm>
            <a:off x="1708987" y="8203362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20" name="Border">
              <a:extLst>
                <a:ext uri="{FF2B5EF4-FFF2-40B4-BE49-F238E27FC236}">
                  <a16:creationId xmlns:a16="http://schemas.microsoft.com/office/drawing/2014/main" id="{552738D2-8EF8-4D66-AB9F-4F24720F7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Line 2">
              <a:extLst>
                <a:ext uri="{FF2B5EF4-FFF2-40B4-BE49-F238E27FC236}">
                  <a16:creationId xmlns:a16="http://schemas.microsoft.com/office/drawing/2014/main" id="{BC82B01D-8F50-4469-96B4-7E8E5EBC3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" name="Line 1">
              <a:extLst>
                <a:ext uri="{FF2B5EF4-FFF2-40B4-BE49-F238E27FC236}">
                  <a16:creationId xmlns:a16="http://schemas.microsoft.com/office/drawing/2014/main" id="{67F1BCF1-78C9-45DA-9621-76C6EC816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C04EFA1-F0AF-4EC7-B93B-CE16CFB5FBB4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653BBDB-1DFE-4D8F-AC00-0E1130E297C4}"/>
              </a:ext>
            </a:extLst>
          </p:cNvPr>
          <p:cNvSpPr/>
          <p:nvPr/>
        </p:nvSpPr>
        <p:spPr>
          <a:xfrm>
            <a:off x="2419416" y="8203362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222222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FB9605DA-A7E2-47B2-89B3-FA77A81FE214}"/>
              </a:ext>
            </a:extLst>
          </p:cNvPr>
          <p:cNvGrpSpPr/>
          <p:nvPr/>
        </p:nvGrpSpPr>
        <p:grpSpPr>
          <a:xfrm>
            <a:off x="1708987" y="6730817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28" name="Border">
              <a:extLst>
                <a:ext uri="{FF2B5EF4-FFF2-40B4-BE49-F238E27FC236}">
                  <a16:creationId xmlns:a16="http://schemas.microsoft.com/office/drawing/2014/main" id="{04927701-4982-43F4-BC33-BFC009BAC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" name="Line 2">
              <a:extLst>
                <a:ext uri="{FF2B5EF4-FFF2-40B4-BE49-F238E27FC236}">
                  <a16:creationId xmlns:a16="http://schemas.microsoft.com/office/drawing/2014/main" id="{0C633E9F-1EE8-425D-9ED4-4D2BB99A7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" name="Line 1">
              <a:extLst>
                <a:ext uri="{FF2B5EF4-FFF2-40B4-BE49-F238E27FC236}">
                  <a16:creationId xmlns:a16="http://schemas.microsoft.com/office/drawing/2014/main" id="{D115209A-7AD5-4274-BECC-7A048F15A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D0E474D7-8913-419E-8576-673BF10F21A2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2FFCE8CB-3E77-4EF5-B95D-DC1DB22AF889}"/>
              </a:ext>
            </a:extLst>
          </p:cNvPr>
          <p:cNvSpPr txBox="1"/>
          <p:nvPr/>
        </p:nvSpPr>
        <p:spPr>
          <a:xfrm>
            <a:off x="3217333" y="7358129"/>
            <a:ext cx="484459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2,000 </a:t>
            </a:r>
            <a:r>
              <a:rPr lang="ko-KR" altLang="en-US" sz="800" dirty="0"/>
              <a:t>원</a:t>
            </a:r>
            <a:r>
              <a:rPr lang="en-US" altLang="ko-KR" sz="800" dirty="0"/>
              <a:t> + </a:t>
            </a:r>
            <a:r>
              <a:rPr lang="ko-KR" altLang="en-US" sz="800" dirty="0"/>
              <a:t>배송비 </a:t>
            </a:r>
            <a:r>
              <a:rPr lang="en-US" altLang="ko-KR" sz="800" dirty="0"/>
              <a:t>2,500 </a:t>
            </a:r>
            <a:r>
              <a:rPr lang="ko-KR" altLang="en-US" sz="800" dirty="0"/>
              <a:t>원 </a:t>
            </a:r>
            <a:r>
              <a:rPr lang="en-US" altLang="ko-KR" sz="800" dirty="0"/>
              <a:t>= </a:t>
            </a:r>
            <a:r>
              <a:rPr lang="en-US" altLang="ko-KR" sz="1000" b="1" dirty="0">
                <a:solidFill>
                  <a:srgbClr val="FF0000"/>
                </a:solidFill>
              </a:rPr>
              <a:t>4,500</a:t>
            </a:r>
            <a:r>
              <a:rPr lang="en-US" altLang="ko-KR" sz="800" dirty="0"/>
              <a:t> </a:t>
            </a:r>
            <a:r>
              <a:rPr lang="ko-KR" altLang="en-US" sz="800" dirty="0"/>
              <a:t>원     </a:t>
            </a:r>
            <a:r>
              <a:rPr lang="en-US" altLang="ko-KR" sz="800" dirty="0"/>
              <a:t>|     30,000 </a:t>
            </a:r>
            <a:r>
              <a:rPr lang="ko-KR" altLang="en-US" sz="800" dirty="0"/>
              <a:t>원 이하 배송비 </a:t>
            </a:r>
            <a:r>
              <a:rPr lang="en-US" altLang="ko-KR" sz="800" dirty="0"/>
              <a:t>2,500 </a:t>
            </a:r>
            <a:r>
              <a:rPr lang="ko-KR" altLang="en-US" sz="800" dirty="0"/>
              <a:t>원 </a:t>
            </a:r>
            <a:r>
              <a:rPr lang="en-US" altLang="ko-KR" sz="800" dirty="0"/>
              <a:t>( </a:t>
            </a:r>
            <a:r>
              <a:rPr lang="ko-KR" altLang="en-US" sz="800" dirty="0"/>
              <a:t>개별 상품 기준 </a:t>
            </a:r>
            <a:r>
              <a:rPr lang="en-US" altLang="ko-KR" sz="800" dirty="0"/>
              <a:t>)</a:t>
            </a:r>
            <a:endParaRPr lang="ko-KR" altLang="en-US" sz="800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22DA5C6-3D8F-47B3-BE6E-E45C2056C038}"/>
              </a:ext>
            </a:extLst>
          </p:cNvPr>
          <p:cNvSpPr txBox="1"/>
          <p:nvPr/>
        </p:nvSpPr>
        <p:spPr>
          <a:xfrm>
            <a:off x="3217333" y="8836742"/>
            <a:ext cx="446308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40,000 </a:t>
            </a:r>
            <a:r>
              <a:rPr lang="ko-KR" altLang="en-US" sz="800" dirty="0"/>
              <a:t>원</a:t>
            </a:r>
            <a:r>
              <a:rPr lang="en-US" altLang="ko-KR" sz="800" dirty="0"/>
              <a:t> + </a:t>
            </a:r>
            <a:r>
              <a:rPr lang="ko-KR" altLang="en-US" sz="800" dirty="0"/>
              <a:t>배송비 </a:t>
            </a:r>
            <a:r>
              <a:rPr lang="en-US" altLang="ko-KR" sz="800" dirty="0"/>
              <a:t>0 </a:t>
            </a:r>
            <a:r>
              <a:rPr lang="ko-KR" altLang="en-US" sz="800" dirty="0"/>
              <a:t>원 </a:t>
            </a:r>
            <a:r>
              <a:rPr lang="en-US" altLang="ko-KR" sz="800" dirty="0"/>
              <a:t>= </a:t>
            </a:r>
            <a:r>
              <a:rPr lang="en-US" altLang="ko-KR" sz="1000" b="1" dirty="0">
                <a:solidFill>
                  <a:srgbClr val="FF0000"/>
                </a:solidFill>
              </a:rPr>
              <a:t>40,000</a:t>
            </a:r>
            <a:r>
              <a:rPr lang="en-US" altLang="ko-KR" sz="800" dirty="0"/>
              <a:t> </a:t>
            </a:r>
            <a:r>
              <a:rPr lang="ko-KR" altLang="en-US" sz="800" dirty="0"/>
              <a:t>원     </a:t>
            </a:r>
            <a:r>
              <a:rPr lang="en-US" altLang="ko-KR" sz="800" dirty="0"/>
              <a:t>|     30,000 </a:t>
            </a:r>
            <a:r>
              <a:rPr lang="ko-KR" altLang="en-US" sz="800" dirty="0"/>
              <a:t>원 이상 무료배송 </a:t>
            </a:r>
            <a:r>
              <a:rPr lang="en-US" altLang="ko-KR" sz="800" dirty="0"/>
              <a:t>( </a:t>
            </a:r>
            <a:r>
              <a:rPr lang="ko-KR" altLang="en-US" sz="800" dirty="0"/>
              <a:t>개별 상품 기준 </a:t>
            </a:r>
            <a:r>
              <a:rPr lang="en-US" altLang="ko-KR" sz="800" dirty="0"/>
              <a:t>)</a:t>
            </a:r>
            <a:endParaRPr lang="ko-KR" altLang="en-US" sz="800" dirty="0"/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141E1EA4-E2C5-4384-985F-6035B5D9AEE6}"/>
              </a:ext>
            </a:extLst>
          </p:cNvPr>
          <p:cNvCxnSpPr>
            <a:cxnSpLocks/>
          </p:cNvCxnSpPr>
          <p:nvPr/>
        </p:nvCxnSpPr>
        <p:spPr>
          <a:xfrm>
            <a:off x="1481667" y="9553733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4E2EE43B-0917-42FB-B7D4-81E1AB89B75D}"/>
              </a:ext>
            </a:extLst>
          </p:cNvPr>
          <p:cNvSpPr txBox="1"/>
          <p:nvPr/>
        </p:nvSpPr>
        <p:spPr>
          <a:xfrm>
            <a:off x="1473200" y="9646340"/>
            <a:ext cx="104387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/>
              <a:t>주문 결제 금액</a:t>
            </a:r>
          </a:p>
        </p:txBody>
      </p:sp>
      <p:graphicFrame>
        <p:nvGraphicFramePr>
          <p:cNvPr id="36" name="표 59">
            <a:extLst>
              <a:ext uri="{FF2B5EF4-FFF2-40B4-BE49-F238E27FC236}">
                <a16:creationId xmlns:a16="http://schemas.microsoft.com/office/drawing/2014/main" id="{57EB0576-F36E-44CE-8F9D-AD808DC275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6356929"/>
              </p:ext>
            </p:extLst>
          </p:nvPr>
        </p:nvGraphicFramePr>
        <p:xfrm>
          <a:off x="1481668" y="10015919"/>
          <a:ext cx="7315200" cy="6215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38400">
                  <a:extLst>
                    <a:ext uri="{9D8B030D-6E8A-4147-A177-3AD203B41FA5}">
                      <a16:colId xmlns:a16="http://schemas.microsoft.com/office/drawing/2014/main" val="2731726909"/>
                    </a:ext>
                  </a:extLst>
                </a:gridCol>
                <a:gridCol w="2438400">
                  <a:extLst>
                    <a:ext uri="{9D8B030D-6E8A-4147-A177-3AD203B41FA5}">
                      <a16:colId xmlns:a16="http://schemas.microsoft.com/office/drawing/2014/main" val="4273104403"/>
                    </a:ext>
                  </a:extLst>
                </a:gridCol>
                <a:gridCol w="2438400">
                  <a:extLst>
                    <a:ext uri="{9D8B030D-6E8A-4147-A177-3AD203B41FA5}">
                      <a16:colId xmlns:a16="http://schemas.microsoft.com/office/drawing/2014/main" val="1599845524"/>
                    </a:ext>
                  </a:extLst>
                </a:gridCol>
              </a:tblGrid>
              <a:tr h="621539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 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총 상품금액                      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42,000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     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배송비                            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2,500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    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최종 결제금액                 </a:t>
                      </a:r>
                      <a:r>
                        <a:rPr lang="en-US" altLang="ko-KR" sz="1200" dirty="0">
                          <a:solidFill>
                            <a:srgbClr val="FF0000"/>
                          </a:solidFill>
                        </a:rPr>
                        <a:t>44,500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</a:rPr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414178"/>
                  </a:ext>
                </a:extLst>
              </a:tr>
            </a:tbl>
          </a:graphicData>
        </a:graphic>
      </p:graphicFrame>
      <p:sp>
        <p:nvSpPr>
          <p:cNvPr id="37" name="타원 36">
            <a:extLst>
              <a:ext uri="{FF2B5EF4-FFF2-40B4-BE49-F238E27FC236}">
                <a16:creationId xmlns:a16="http://schemas.microsoft.com/office/drawing/2014/main" id="{160DE9C3-1553-4D4A-9DC2-486D9698C33E}"/>
              </a:ext>
            </a:extLst>
          </p:cNvPr>
          <p:cNvSpPr/>
          <p:nvPr/>
        </p:nvSpPr>
        <p:spPr>
          <a:xfrm>
            <a:off x="3810413" y="10217205"/>
            <a:ext cx="215856" cy="230832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14E0DC5-6380-42D7-833A-5C93427B9BAC}"/>
              </a:ext>
            </a:extLst>
          </p:cNvPr>
          <p:cNvSpPr txBox="1"/>
          <p:nvPr/>
        </p:nvSpPr>
        <p:spPr>
          <a:xfrm>
            <a:off x="3744427" y="10129524"/>
            <a:ext cx="346570" cy="369332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dirty="0">
                <a:solidFill>
                  <a:schemeClr val="bg1"/>
                </a:solidFill>
              </a:rPr>
              <a:t>+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E4BA5147-802F-4E6B-AEA8-62BF13D22CC5}"/>
              </a:ext>
            </a:extLst>
          </p:cNvPr>
          <p:cNvSpPr/>
          <p:nvPr/>
        </p:nvSpPr>
        <p:spPr>
          <a:xfrm>
            <a:off x="6260576" y="10217205"/>
            <a:ext cx="215856" cy="230832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AFA3341B-C871-4AB3-94C9-BC2936613EED}"/>
              </a:ext>
            </a:extLst>
          </p:cNvPr>
          <p:cNvSpPr txBox="1"/>
          <p:nvPr/>
        </p:nvSpPr>
        <p:spPr>
          <a:xfrm>
            <a:off x="6194590" y="10129524"/>
            <a:ext cx="346570" cy="369332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dirty="0">
                <a:solidFill>
                  <a:schemeClr val="bg1"/>
                </a:solidFill>
              </a:rPr>
              <a:t>=</a:t>
            </a:r>
            <a:endParaRPr lang="ko-KR" altLang="en-US" dirty="0">
              <a:solidFill>
                <a:schemeClr val="bg1"/>
              </a:solidFill>
            </a:endParaRPr>
          </a:p>
        </p:txBody>
      </p:sp>
      <p:pic>
        <p:nvPicPr>
          <p:cNvPr id="43" name="그림 42">
            <a:extLst>
              <a:ext uri="{FF2B5EF4-FFF2-40B4-BE49-F238E27FC236}">
                <a16:creationId xmlns:a16="http://schemas.microsoft.com/office/drawing/2014/main" id="{1C754C2E-A04A-456E-9456-65C9E8E3175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123028" y="6207881"/>
            <a:ext cx="476250" cy="238125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EBB565AA-178A-4A99-A81F-930A69C8EF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127632" y="6851985"/>
            <a:ext cx="476250" cy="238125"/>
          </a:xfrm>
          <a:prstGeom prst="rect">
            <a:avLst/>
          </a:prstGeom>
        </p:spPr>
      </p:pic>
      <p:pic>
        <p:nvPicPr>
          <p:cNvPr id="45" name="그림 44">
            <a:extLst>
              <a:ext uri="{FF2B5EF4-FFF2-40B4-BE49-F238E27FC236}">
                <a16:creationId xmlns:a16="http://schemas.microsoft.com/office/drawing/2014/main" id="{271105FC-A584-4110-B5CF-5F9AFF9F285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123028" y="8305652"/>
            <a:ext cx="476250" cy="238125"/>
          </a:xfrm>
          <a:prstGeom prst="rect">
            <a:avLst/>
          </a:prstGeom>
        </p:spPr>
      </p:pic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4602BE05-B608-40B7-84EA-59ECAC8E0779}"/>
              </a:ext>
            </a:extLst>
          </p:cNvPr>
          <p:cNvCxnSpPr>
            <a:cxnSpLocks/>
          </p:cNvCxnSpPr>
          <p:nvPr/>
        </p:nvCxnSpPr>
        <p:spPr>
          <a:xfrm>
            <a:off x="1481667" y="1314226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6CD31DAD-0369-4134-B6BB-23E9CEE9ED87}"/>
              </a:ext>
            </a:extLst>
          </p:cNvPr>
          <p:cNvSpPr txBox="1"/>
          <p:nvPr/>
        </p:nvSpPr>
        <p:spPr>
          <a:xfrm>
            <a:off x="1473200" y="1392085"/>
            <a:ext cx="87075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/>
              <a:t>주문자 정보</a:t>
            </a:r>
          </a:p>
        </p:txBody>
      </p:sp>
      <p:graphicFrame>
        <p:nvGraphicFramePr>
          <p:cNvPr id="72" name="표 71">
            <a:extLst>
              <a:ext uri="{FF2B5EF4-FFF2-40B4-BE49-F238E27FC236}">
                <a16:creationId xmlns:a16="http://schemas.microsoft.com/office/drawing/2014/main" id="{EC1E7535-F26A-4574-A40E-AAA3BF6148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3535383"/>
              </p:ext>
            </p:extLst>
          </p:nvPr>
        </p:nvGraphicFramePr>
        <p:xfrm>
          <a:off x="1481667" y="1680297"/>
          <a:ext cx="7315201" cy="640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403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1970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773">
                  <a:extLst>
                    <a:ext uri="{9D8B030D-6E8A-4147-A177-3AD203B41FA5}">
                      <a16:colId xmlns:a16="http://schemas.microsoft.com/office/drawing/2014/main" val="1361845016"/>
                    </a:ext>
                  </a:extLst>
                </a:gridCol>
                <a:gridCol w="2511412">
                  <a:extLst>
                    <a:ext uri="{9D8B030D-6E8A-4147-A177-3AD203B41FA5}">
                      <a16:colId xmlns:a16="http://schemas.microsoft.com/office/drawing/2014/main" val="218124973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주문자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test1234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회원번호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M9-09909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21092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*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주문자 이름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           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연락처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010 – 9898 – ****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hlinkClick r:id="rId3"/>
                        </a:rPr>
                        <a:t>abcde1234@naver.com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3" name="직사각형 72">
            <a:extLst>
              <a:ext uri="{FF2B5EF4-FFF2-40B4-BE49-F238E27FC236}">
                <a16:creationId xmlns:a16="http://schemas.microsoft.com/office/drawing/2014/main" id="{897D83A1-4FE3-49BC-8962-F5CAD0046A0E}"/>
              </a:ext>
            </a:extLst>
          </p:cNvPr>
          <p:cNvSpPr/>
          <p:nvPr/>
        </p:nvSpPr>
        <p:spPr>
          <a:xfrm>
            <a:off x="2592833" y="1925511"/>
            <a:ext cx="166278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>
                <a:solidFill>
                  <a:schemeClr val="tx1"/>
                </a:solidFill>
              </a:rPr>
              <a:t>아무개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3258686B-1FE0-4029-AEA3-B4095FDE47A4}"/>
              </a:ext>
            </a:extLst>
          </p:cNvPr>
          <p:cNvSpPr txBox="1"/>
          <p:nvPr/>
        </p:nvSpPr>
        <p:spPr>
          <a:xfrm>
            <a:off x="1481667" y="2473294"/>
            <a:ext cx="87075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 err="1"/>
              <a:t>배송지</a:t>
            </a:r>
            <a:r>
              <a:rPr lang="ko-KR" altLang="en-US" sz="1000" dirty="0"/>
              <a:t> 정보</a:t>
            </a:r>
          </a:p>
        </p:txBody>
      </p:sp>
      <p:graphicFrame>
        <p:nvGraphicFramePr>
          <p:cNvPr id="75" name="표 74">
            <a:extLst>
              <a:ext uri="{FF2B5EF4-FFF2-40B4-BE49-F238E27FC236}">
                <a16:creationId xmlns:a16="http://schemas.microsoft.com/office/drawing/2014/main" id="{AC777F5B-3DEF-405A-A645-F2EDBF553A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2366430"/>
              </p:ext>
            </p:extLst>
          </p:nvPr>
        </p:nvGraphicFramePr>
        <p:xfrm>
          <a:off x="1490134" y="2761506"/>
          <a:ext cx="7315201" cy="228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318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2817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773">
                  <a:extLst>
                    <a:ext uri="{9D8B030D-6E8A-4147-A177-3AD203B41FA5}">
                      <a16:colId xmlns:a16="http://schemas.microsoft.com/office/drawing/2014/main" val="1361845016"/>
                    </a:ext>
                  </a:extLst>
                </a:gridCol>
                <a:gridCol w="2511412">
                  <a:extLst>
                    <a:ext uri="{9D8B030D-6E8A-4147-A177-3AD203B41FA5}">
                      <a16:colId xmlns:a16="http://schemas.microsoft.com/office/drawing/2014/main" val="218124973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수신자 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휴대전화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21092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이메일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             @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배송지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선택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500159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배송주소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52164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배송 메모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**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택배기사님께 전달 말씀을 남겨주세요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7434300"/>
                  </a:ext>
                </a:extLst>
              </a:tr>
            </a:tbl>
          </a:graphicData>
        </a:graphic>
      </p:graphicFrame>
      <p:sp>
        <p:nvSpPr>
          <p:cNvPr id="76" name="직사각형 75">
            <a:extLst>
              <a:ext uri="{FF2B5EF4-FFF2-40B4-BE49-F238E27FC236}">
                <a16:creationId xmlns:a16="http://schemas.microsoft.com/office/drawing/2014/main" id="{4A7D5504-6D95-440D-BF51-567EF4BF42A7}"/>
              </a:ext>
            </a:extLst>
          </p:cNvPr>
          <p:cNvSpPr/>
          <p:nvPr/>
        </p:nvSpPr>
        <p:spPr>
          <a:xfrm>
            <a:off x="2615109" y="2790791"/>
            <a:ext cx="166278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>
                <a:solidFill>
                  <a:schemeClr val="tx1"/>
                </a:solidFill>
              </a:rPr>
              <a:t>아무개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75361B6A-7B91-4D20-A245-B96382BF84DD}"/>
              </a:ext>
            </a:extLst>
          </p:cNvPr>
          <p:cNvSpPr txBox="1"/>
          <p:nvPr/>
        </p:nvSpPr>
        <p:spPr>
          <a:xfrm>
            <a:off x="2343951" y="2486804"/>
            <a:ext cx="121860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/>
              <a:t>■ 주문자 정보와 동일</a:t>
            </a:r>
          </a:p>
        </p:txBody>
      </p: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E03D301A-58F6-416F-AA50-C1EE3777D5F2}"/>
              </a:ext>
            </a:extLst>
          </p:cNvPr>
          <p:cNvGrpSpPr/>
          <p:nvPr/>
        </p:nvGrpSpPr>
        <p:grpSpPr>
          <a:xfrm>
            <a:off x="6365446" y="2726356"/>
            <a:ext cx="1789788" cy="230832"/>
            <a:chOff x="2924648" y="2579699"/>
            <a:chExt cx="1789788" cy="230832"/>
          </a:xfrm>
        </p:grpSpPr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E5EF6635-A05D-47D1-9AB2-35D874D20566}"/>
                </a:ext>
              </a:extLst>
            </p:cNvPr>
            <p:cNvSpPr/>
            <p:nvPr/>
          </p:nvSpPr>
          <p:spPr>
            <a:xfrm>
              <a:off x="2924648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010  </a:t>
              </a:r>
              <a:r>
                <a:rPr lang="ko-KR" altLang="en-US" sz="800" dirty="0">
                  <a:solidFill>
                    <a:schemeClr val="tx1"/>
                  </a:solidFill>
                </a:rPr>
                <a:t>▼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D3B6301E-2B23-45DB-9CA2-7780629E07CC}"/>
                </a:ext>
              </a:extLst>
            </p:cNvPr>
            <p:cNvSpPr/>
            <p:nvPr/>
          </p:nvSpPr>
          <p:spPr>
            <a:xfrm>
              <a:off x="3542442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27D7DB7C-FF57-4CCB-8259-3661F7B72E4E}"/>
                </a:ext>
              </a:extLst>
            </p:cNvPr>
            <p:cNvSpPr/>
            <p:nvPr/>
          </p:nvSpPr>
          <p:spPr>
            <a:xfrm>
              <a:off x="4160236" y="2633078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D2FE719E-2578-4A42-98E2-16679324AB4C}"/>
                </a:ext>
              </a:extLst>
            </p:cNvPr>
            <p:cNvSpPr txBox="1"/>
            <p:nvPr/>
          </p:nvSpPr>
          <p:spPr>
            <a:xfrm>
              <a:off x="3394267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26DC8987-0451-458B-80BE-67DC9BF8B4DD}"/>
                </a:ext>
              </a:extLst>
            </p:cNvPr>
            <p:cNvSpPr txBox="1"/>
            <p:nvPr/>
          </p:nvSpPr>
          <p:spPr>
            <a:xfrm>
              <a:off x="4012061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</p:grp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73C8BFB4-0672-4B13-A0E6-C572CF283F1F}"/>
              </a:ext>
            </a:extLst>
          </p:cNvPr>
          <p:cNvSpPr/>
          <p:nvPr/>
        </p:nvSpPr>
        <p:spPr>
          <a:xfrm>
            <a:off x="2615109" y="3012722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abcde1234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F732458-BDBF-49D7-92F3-4355AEB56D57}"/>
              </a:ext>
            </a:extLst>
          </p:cNvPr>
          <p:cNvSpPr/>
          <p:nvPr/>
        </p:nvSpPr>
        <p:spPr>
          <a:xfrm>
            <a:off x="4326463" y="3012722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naver.com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9D68C034-9AA1-44DC-8A9D-C31E6E750127}"/>
              </a:ext>
            </a:extLst>
          </p:cNvPr>
          <p:cNvSpPr/>
          <p:nvPr/>
        </p:nvSpPr>
        <p:spPr>
          <a:xfrm>
            <a:off x="5897908" y="3012722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직접입력                       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046B3965-26EF-4889-88AC-3E67005841FA}"/>
              </a:ext>
            </a:extLst>
          </p:cNvPr>
          <p:cNvSpPr/>
          <p:nvPr/>
        </p:nvSpPr>
        <p:spPr>
          <a:xfrm>
            <a:off x="2624000" y="3232276"/>
            <a:ext cx="1538576" cy="140567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기본 </a:t>
            </a:r>
            <a:r>
              <a:rPr lang="ko-KR" altLang="en-US" sz="800" dirty="0" err="1">
                <a:solidFill>
                  <a:schemeClr val="tx1"/>
                </a:solidFill>
              </a:rPr>
              <a:t>배송지</a:t>
            </a:r>
            <a:r>
              <a:rPr lang="ko-KR" altLang="en-US" sz="800" dirty="0">
                <a:solidFill>
                  <a:schemeClr val="tx1"/>
                </a:solidFill>
              </a:rPr>
              <a:t>                   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E85B8996-F06D-44A1-8A01-C326B05433D5}"/>
              </a:ext>
            </a:extLst>
          </p:cNvPr>
          <p:cNvSpPr/>
          <p:nvPr/>
        </p:nvSpPr>
        <p:spPr>
          <a:xfrm>
            <a:off x="3524950" y="3462282"/>
            <a:ext cx="968906" cy="162090"/>
          </a:xfrm>
          <a:prstGeom prst="rect">
            <a:avLst/>
          </a:prstGeom>
          <a:solidFill>
            <a:schemeClr val="tx1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bg1"/>
                </a:solidFill>
              </a:rPr>
              <a:t>우편번호찾기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3B320FC1-6193-44AB-ACFB-1E9AD36E86B8}"/>
              </a:ext>
            </a:extLst>
          </p:cNvPr>
          <p:cNvSpPr/>
          <p:nvPr/>
        </p:nvSpPr>
        <p:spPr>
          <a:xfrm>
            <a:off x="2624000" y="3469258"/>
            <a:ext cx="854065" cy="14813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우편번호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312EB48-698B-4F73-AD80-70A1172CDA79}"/>
              </a:ext>
            </a:extLst>
          </p:cNvPr>
          <p:cNvSpPr/>
          <p:nvPr/>
        </p:nvSpPr>
        <p:spPr>
          <a:xfrm>
            <a:off x="2623999" y="3677725"/>
            <a:ext cx="5863697" cy="165887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주소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378E913B-2968-4967-B7B5-51D1A71B1D9F}"/>
              </a:ext>
            </a:extLst>
          </p:cNvPr>
          <p:cNvSpPr/>
          <p:nvPr/>
        </p:nvSpPr>
        <p:spPr>
          <a:xfrm>
            <a:off x="2624000" y="3878929"/>
            <a:ext cx="5872588" cy="158791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상세 주소 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DF7B0E9-6CC1-4894-952B-A62B3E8B5C64}"/>
              </a:ext>
            </a:extLst>
          </p:cNvPr>
          <p:cNvSpPr/>
          <p:nvPr/>
        </p:nvSpPr>
        <p:spPr>
          <a:xfrm>
            <a:off x="2615109" y="4170952"/>
            <a:ext cx="5872588" cy="474481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배송 메모 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87433C54-D9DC-4D75-A667-2315AD2CAAC0}"/>
              </a:ext>
            </a:extLst>
          </p:cNvPr>
          <p:cNvSpPr txBox="1"/>
          <p:nvPr/>
        </p:nvSpPr>
        <p:spPr>
          <a:xfrm>
            <a:off x="1490134" y="10964545"/>
            <a:ext cx="266611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/>
              <a:t>포인트 사용   </a:t>
            </a:r>
            <a:r>
              <a:rPr lang="en-US" altLang="ko-KR" sz="800" dirty="0"/>
              <a:t>( </a:t>
            </a:r>
            <a:r>
              <a:rPr lang="ko-KR" altLang="en-US" sz="800" b="1" dirty="0">
                <a:solidFill>
                  <a:schemeClr val="accent6">
                    <a:lumMod val="75000"/>
                  </a:schemeClr>
                </a:solidFill>
              </a:rPr>
              <a:t>사용가능 보유 포인트 </a:t>
            </a:r>
            <a:r>
              <a:rPr lang="en-US" altLang="ko-KR" sz="800" b="1" dirty="0">
                <a:solidFill>
                  <a:schemeClr val="accent6">
                    <a:lumMod val="75000"/>
                  </a:schemeClr>
                </a:solidFill>
              </a:rPr>
              <a:t>: 10,090 p </a:t>
            </a:r>
            <a:r>
              <a:rPr lang="en-US" altLang="ko-KR" sz="800" dirty="0"/>
              <a:t>)</a:t>
            </a:r>
            <a:endParaRPr lang="ko-KR" altLang="en-US" sz="800" dirty="0"/>
          </a:p>
        </p:txBody>
      </p:sp>
      <p:graphicFrame>
        <p:nvGraphicFramePr>
          <p:cNvPr id="103" name="표 59">
            <a:extLst>
              <a:ext uri="{FF2B5EF4-FFF2-40B4-BE49-F238E27FC236}">
                <a16:creationId xmlns:a16="http://schemas.microsoft.com/office/drawing/2014/main" id="{0CBCF950-D322-4679-BC00-A8BBAA0544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5680853"/>
              </p:ext>
            </p:extLst>
          </p:nvPr>
        </p:nvGraphicFramePr>
        <p:xfrm>
          <a:off x="1498602" y="11334124"/>
          <a:ext cx="7315200" cy="6215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38400">
                  <a:extLst>
                    <a:ext uri="{9D8B030D-6E8A-4147-A177-3AD203B41FA5}">
                      <a16:colId xmlns:a16="http://schemas.microsoft.com/office/drawing/2014/main" val="2731726909"/>
                    </a:ext>
                  </a:extLst>
                </a:gridCol>
                <a:gridCol w="2438400">
                  <a:extLst>
                    <a:ext uri="{9D8B030D-6E8A-4147-A177-3AD203B41FA5}">
                      <a16:colId xmlns:a16="http://schemas.microsoft.com/office/drawing/2014/main" val="4273104403"/>
                    </a:ext>
                  </a:extLst>
                </a:gridCol>
                <a:gridCol w="2438400">
                  <a:extLst>
                    <a:ext uri="{9D8B030D-6E8A-4147-A177-3AD203B41FA5}">
                      <a16:colId xmlns:a16="http://schemas.microsoft.com/office/drawing/2014/main" val="1599845524"/>
                    </a:ext>
                  </a:extLst>
                </a:gridCol>
              </a:tblGrid>
              <a:tr h="621539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 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총 결제금액                      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44,500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    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사용포인트                            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 Point</a:t>
                      </a:r>
                      <a:endParaRPr lang="ko-KR" altLang="en-US" sz="9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    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최종 결제금액                 </a:t>
                      </a:r>
                      <a:r>
                        <a:rPr lang="en-US" altLang="ko-KR" sz="1200" dirty="0">
                          <a:solidFill>
                            <a:srgbClr val="FF0000"/>
                          </a:solidFill>
                        </a:rPr>
                        <a:t>39,500 </a:t>
                      </a:r>
                      <a:r>
                        <a:rPr lang="ko-KR" altLang="en-US" sz="900" dirty="0">
                          <a:solidFill>
                            <a:srgbClr val="FF0000"/>
                          </a:solidFill>
                        </a:rPr>
                        <a:t>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414178"/>
                  </a:ext>
                </a:extLst>
              </a:tr>
            </a:tbl>
          </a:graphicData>
        </a:graphic>
      </p:graphicFrame>
      <p:sp>
        <p:nvSpPr>
          <p:cNvPr id="104" name="타원 103">
            <a:extLst>
              <a:ext uri="{FF2B5EF4-FFF2-40B4-BE49-F238E27FC236}">
                <a16:creationId xmlns:a16="http://schemas.microsoft.com/office/drawing/2014/main" id="{6030CF42-6273-48B4-A350-3F03A1C48B1B}"/>
              </a:ext>
            </a:extLst>
          </p:cNvPr>
          <p:cNvSpPr/>
          <p:nvPr/>
        </p:nvSpPr>
        <p:spPr>
          <a:xfrm>
            <a:off x="3827347" y="11535410"/>
            <a:ext cx="215856" cy="230832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3EE42011-00CA-4761-B850-FCC178B750CB}"/>
              </a:ext>
            </a:extLst>
          </p:cNvPr>
          <p:cNvSpPr txBox="1"/>
          <p:nvPr/>
        </p:nvSpPr>
        <p:spPr>
          <a:xfrm>
            <a:off x="3790857" y="11440355"/>
            <a:ext cx="279244" cy="369332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b="1" dirty="0">
                <a:solidFill>
                  <a:schemeClr val="bg1"/>
                </a:solidFill>
              </a:rPr>
              <a:t>-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106" name="타원 105">
            <a:extLst>
              <a:ext uri="{FF2B5EF4-FFF2-40B4-BE49-F238E27FC236}">
                <a16:creationId xmlns:a16="http://schemas.microsoft.com/office/drawing/2014/main" id="{A34FA0F0-AC88-4E6F-91F9-AAA1C6A33042}"/>
              </a:ext>
            </a:extLst>
          </p:cNvPr>
          <p:cNvSpPr/>
          <p:nvPr/>
        </p:nvSpPr>
        <p:spPr>
          <a:xfrm>
            <a:off x="6277510" y="11535410"/>
            <a:ext cx="215856" cy="230832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E4CB1D85-7DFD-4CD1-9EBA-D66F6E8AAE8C}"/>
              </a:ext>
            </a:extLst>
          </p:cNvPr>
          <p:cNvSpPr txBox="1"/>
          <p:nvPr/>
        </p:nvSpPr>
        <p:spPr>
          <a:xfrm>
            <a:off x="6211524" y="11447729"/>
            <a:ext cx="346570" cy="369332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dirty="0">
                <a:solidFill>
                  <a:schemeClr val="bg1"/>
                </a:solidFill>
              </a:rPr>
              <a:t>=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17C6944F-2FD5-4B32-A4F7-62E5975D3402}"/>
              </a:ext>
            </a:extLst>
          </p:cNvPr>
          <p:cNvSpPr/>
          <p:nvPr/>
        </p:nvSpPr>
        <p:spPr>
          <a:xfrm>
            <a:off x="4955238" y="11585962"/>
            <a:ext cx="825689" cy="124917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800" dirty="0">
                <a:solidFill>
                  <a:schemeClr val="tx1"/>
                </a:solidFill>
              </a:rPr>
              <a:t>5000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13" name="표 112">
            <a:extLst>
              <a:ext uri="{FF2B5EF4-FFF2-40B4-BE49-F238E27FC236}">
                <a16:creationId xmlns:a16="http://schemas.microsoft.com/office/drawing/2014/main" id="{6DDA7646-8C13-47DA-B6AD-4AC8416439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6766255"/>
              </p:ext>
            </p:extLst>
          </p:nvPr>
        </p:nvGraphicFramePr>
        <p:xfrm>
          <a:off x="1490134" y="12451768"/>
          <a:ext cx="7315201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318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833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결제금액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rgbClr val="FF0000"/>
                          </a:solidFill>
                        </a:rPr>
                        <a:t>39,500 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</a:rPr>
                        <a:t>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8769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결제수단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● 신용카드   ○ 실시간계좌이체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2109241"/>
                  </a:ext>
                </a:extLst>
              </a:tr>
            </a:tbl>
          </a:graphicData>
        </a:graphic>
      </p:graphicFrame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FDD7BE9C-3BF5-4276-9A80-AC6220B136F6}"/>
              </a:ext>
            </a:extLst>
          </p:cNvPr>
          <p:cNvSpPr/>
          <p:nvPr/>
        </p:nvSpPr>
        <p:spPr>
          <a:xfrm>
            <a:off x="5172980" y="16351628"/>
            <a:ext cx="1087596" cy="215444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결제하기</a:t>
            </a: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DB9E279F-2562-4F6A-8975-39DF7D891A4A}"/>
              </a:ext>
            </a:extLst>
          </p:cNvPr>
          <p:cNvSpPr/>
          <p:nvPr/>
        </p:nvSpPr>
        <p:spPr>
          <a:xfrm>
            <a:off x="3924870" y="16351628"/>
            <a:ext cx="1087596" cy="21544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</p:spPr>
        <p:txBody>
          <a:bodyPr wrap="square">
            <a:spAutoFit/>
          </a:bodyPr>
          <a:lstStyle/>
          <a:p>
            <a:pPr algn="ctr"/>
            <a:r>
              <a:rPr lang="ko-KR" altLang="en-US" sz="800" b="1">
                <a:solidFill>
                  <a:schemeClr val="bg1"/>
                </a:solidFill>
              </a:rPr>
              <a:t>취소</a:t>
            </a:r>
            <a:endParaRPr lang="ko-KR" altLang="en-US" sz="800" b="1" dirty="0">
              <a:solidFill>
                <a:schemeClr val="bg1"/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C4B945A1-926B-4938-8D47-3045F5552305}"/>
              </a:ext>
            </a:extLst>
          </p:cNvPr>
          <p:cNvSpPr/>
          <p:nvPr/>
        </p:nvSpPr>
        <p:spPr>
          <a:xfrm>
            <a:off x="1484242" y="13258998"/>
            <a:ext cx="2712602" cy="29341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/>
              <a:t>개인정보 수집</a:t>
            </a:r>
            <a:r>
              <a:rPr lang="en-US" altLang="ko-KR" sz="1000" dirty="0"/>
              <a:t>, </a:t>
            </a:r>
            <a:r>
              <a:rPr lang="ko-KR" altLang="en-US" sz="1000" dirty="0"/>
              <a:t>이용 및 제공 등에 관한 고지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208157A-C246-4FE5-A572-5065EB1B0D85}"/>
              </a:ext>
            </a:extLst>
          </p:cNvPr>
          <p:cNvSpPr txBox="1"/>
          <p:nvPr/>
        </p:nvSpPr>
        <p:spPr>
          <a:xfrm>
            <a:off x="1481667" y="13564553"/>
            <a:ext cx="454002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주문</a:t>
            </a:r>
            <a:r>
              <a:rPr lang="en-US" altLang="ko-KR" sz="800" dirty="0"/>
              <a:t>, </a:t>
            </a:r>
            <a:r>
              <a:rPr lang="ko-KR" altLang="en-US" sz="800" dirty="0"/>
              <a:t>배송을 위해 고객님께서 입력하신 정보의 관리는 당사의 개인정보취급방침을 준용합니다</a:t>
            </a:r>
          </a:p>
        </p:txBody>
      </p: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32266FAF-7EE1-475B-AFDD-A021E44071E7}"/>
              </a:ext>
            </a:extLst>
          </p:cNvPr>
          <p:cNvGrpSpPr/>
          <p:nvPr/>
        </p:nvGrpSpPr>
        <p:grpSpPr>
          <a:xfrm>
            <a:off x="1473200" y="13916424"/>
            <a:ext cx="7357379" cy="1753730"/>
            <a:chOff x="848861" y="2032430"/>
            <a:chExt cx="5806457" cy="579075"/>
          </a:xfrm>
        </p:grpSpPr>
        <p:grpSp>
          <p:nvGrpSpPr>
            <p:cNvPr id="139" name="Image">
              <a:extLst>
                <a:ext uri="{FF2B5EF4-FFF2-40B4-BE49-F238E27FC236}">
                  <a16:creationId xmlns:a16="http://schemas.microsoft.com/office/drawing/2014/main" id="{0672A58E-7C98-45ED-BF7B-F2504A4FB6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8861" y="2032430"/>
              <a:ext cx="5806457" cy="579075"/>
              <a:chOff x="508000" y="1397000"/>
              <a:chExt cx="1008112" cy="1008112"/>
            </a:xfrm>
          </p:grpSpPr>
          <p:sp>
            <p:nvSpPr>
              <p:cNvPr id="141" name="Border">
                <a:extLst>
                  <a:ext uri="{FF2B5EF4-FFF2-40B4-BE49-F238E27FC236}">
                    <a16:creationId xmlns:a16="http://schemas.microsoft.com/office/drawing/2014/main" id="{3E38DC70-522F-4B06-A489-04531EC84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2" name="Line 2">
                <a:extLst>
                  <a:ext uri="{FF2B5EF4-FFF2-40B4-BE49-F238E27FC236}">
                    <a16:creationId xmlns:a16="http://schemas.microsoft.com/office/drawing/2014/main" id="{3A311805-AB37-4BBB-B310-DA59A7C4B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3" name="Line 1">
                <a:extLst>
                  <a:ext uri="{FF2B5EF4-FFF2-40B4-BE49-F238E27FC236}">
                    <a16:creationId xmlns:a16="http://schemas.microsoft.com/office/drawing/2014/main" id="{3A55B8E5-5FA2-49AC-A9C0-1F960F09E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F65D49A0-D620-4A01-B701-B32DC53C85CC}"/>
                </a:ext>
              </a:extLst>
            </p:cNvPr>
            <p:cNvSpPr/>
            <p:nvPr/>
          </p:nvSpPr>
          <p:spPr>
            <a:xfrm>
              <a:off x="3275300" y="2281705"/>
              <a:ext cx="813006" cy="8130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000" dirty="0">
                  <a:solidFill>
                    <a:srgbClr val="FF0000"/>
                  </a:solidFill>
                </a:rPr>
                <a:t>Contents</a:t>
              </a:r>
              <a:endParaRPr lang="ko-KR" altLang="en-US" sz="1000" dirty="0"/>
            </a:p>
          </p:txBody>
        </p: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8535BB5-D25E-4E77-A4C9-6C86415645CC}"/>
              </a:ext>
            </a:extLst>
          </p:cNvPr>
          <p:cNvSpPr txBox="1"/>
          <p:nvPr/>
        </p:nvSpPr>
        <p:spPr>
          <a:xfrm>
            <a:off x="1456247" y="15770903"/>
            <a:ext cx="179568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□ 위 고지 내용에 동의합니다</a:t>
            </a:r>
            <a:r>
              <a:rPr lang="en-US" altLang="ko-KR" sz="900" dirty="0"/>
              <a:t>. </a:t>
            </a:r>
            <a:endParaRPr lang="ko-KR" altLang="en-US" sz="900" dirty="0"/>
          </a:p>
        </p:txBody>
      </p: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C60C6E1-D2AB-480D-85C2-EABF39804ACB}"/>
              </a:ext>
            </a:extLst>
          </p:cNvPr>
          <p:cNvCxnSpPr>
            <a:cxnSpLocks/>
          </p:cNvCxnSpPr>
          <p:nvPr/>
        </p:nvCxnSpPr>
        <p:spPr>
          <a:xfrm>
            <a:off x="1515380" y="13219552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65191190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51BA755D-0AC6-465F-A10B-57708A8E3FCF}"/>
              </a:ext>
            </a:extLst>
          </p:cNvPr>
          <p:cNvSpPr/>
          <p:nvPr/>
        </p:nvSpPr>
        <p:spPr>
          <a:xfrm>
            <a:off x="6030807" y="4379119"/>
            <a:ext cx="1491932" cy="225249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bg1"/>
                </a:solidFill>
              </a:rPr>
              <a:t>메인페이지</a:t>
            </a:r>
            <a:r>
              <a:rPr lang="ko-KR" altLang="en-US" sz="800" dirty="0">
                <a:solidFill>
                  <a:schemeClr val="bg1"/>
                </a:solidFill>
              </a:rPr>
              <a:t> 이동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185B5A7-7264-4B2D-8F06-27F2FAACD575}"/>
              </a:ext>
            </a:extLst>
          </p:cNvPr>
          <p:cNvSpPr/>
          <p:nvPr/>
        </p:nvSpPr>
        <p:spPr>
          <a:xfrm>
            <a:off x="4064458" y="2535041"/>
            <a:ext cx="2436885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100" b="1"/>
              <a:t>결제가 </a:t>
            </a:r>
            <a:r>
              <a:rPr lang="ko-KR" altLang="en-US" sz="1100" b="1" dirty="0"/>
              <a:t>정상적으로 완료되었습니다</a:t>
            </a:r>
            <a:r>
              <a:rPr lang="en-US" altLang="ko-KR" sz="1100" b="1" dirty="0"/>
              <a:t>.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943C13A-8A45-467C-A8D5-FF1F4032568A}"/>
              </a:ext>
            </a:extLst>
          </p:cNvPr>
          <p:cNvSpPr/>
          <p:nvPr/>
        </p:nvSpPr>
        <p:spPr>
          <a:xfrm>
            <a:off x="3865691" y="3130851"/>
            <a:ext cx="283443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+mj-ea"/>
                <a:ea typeface="+mj-ea"/>
              </a:rPr>
              <a:t>상품구매 정보가 고객의 </a:t>
            </a:r>
            <a:r>
              <a:rPr lang="ko-KR" altLang="en-US" sz="9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j-ea"/>
                <a:ea typeface="+mj-ea"/>
              </a:rPr>
              <a:t>이메일로</a:t>
            </a:r>
            <a:r>
              <a: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+mj-ea"/>
                <a:ea typeface="+mj-ea"/>
              </a:rPr>
              <a:t> 전송 되었습니다</a:t>
            </a:r>
            <a:r>
              <a:rPr lang="en-US" altLang="ko-KR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+mj-ea"/>
                <a:ea typeface="+mj-ea"/>
              </a:rPr>
              <a:t>.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9DD8820-7D77-4087-908A-06F53C9E4A79}"/>
              </a:ext>
            </a:extLst>
          </p:cNvPr>
          <p:cNvSpPr/>
          <p:nvPr/>
        </p:nvSpPr>
        <p:spPr>
          <a:xfrm>
            <a:off x="4479041" y="4379118"/>
            <a:ext cx="1491932" cy="225249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장바구니 </a:t>
            </a:r>
            <a:r>
              <a:rPr lang="ko-KR" altLang="en-US" sz="800" dirty="0">
                <a:solidFill>
                  <a:schemeClr val="bg1"/>
                </a:solidFill>
              </a:rPr>
              <a:t>이동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16EDB08D-C7A1-4204-A6AA-1355F8443319}"/>
              </a:ext>
            </a:extLst>
          </p:cNvPr>
          <p:cNvSpPr/>
          <p:nvPr/>
        </p:nvSpPr>
        <p:spPr>
          <a:xfrm>
            <a:off x="2941289" y="4375733"/>
            <a:ext cx="1491932" cy="225249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구매내역 확인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2139418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93A30A0F-7E9D-4F8E-9241-EA77C9AE01F3}"/>
              </a:ext>
            </a:extLst>
          </p:cNvPr>
          <p:cNvGrpSpPr/>
          <p:nvPr/>
        </p:nvGrpSpPr>
        <p:grpSpPr>
          <a:xfrm>
            <a:off x="4670274" y="320693"/>
            <a:ext cx="1444298" cy="438165"/>
            <a:chOff x="848861" y="2032430"/>
            <a:chExt cx="5806457" cy="579075"/>
          </a:xfrm>
        </p:grpSpPr>
        <p:grpSp>
          <p:nvGrpSpPr>
            <p:cNvPr id="5" name="Image">
              <a:extLst>
                <a:ext uri="{FF2B5EF4-FFF2-40B4-BE49-F238E27FC236}">
                  <a16:creationId xmlns:a16="http://schemas.microsoft.com/office/drawing/2014/main" id="{B104A946-A828-4EE7-8DBE-7242C5ED7A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8861" y="2032430"/>
              <a:ext cx="5806457" cy="579075"/>
              <a:chOff x="508000" y="1397000"/>
              <a:chExt cx="1008112" cy="1008112"/>
            </a:xfrm>
          </p:grpSpPr>
          <p:sp>
            <p:nvSpPr>
              <p:cNvPr id="7" name="Border">
                <a:extLst>
                  <a:ext uri="{FF2B5EF4-FFF2-40B4-BE49-F238E27FC236}">
                    <a16:creationId xmlns:a16="http://schemas.microsoft.com/office/drawing/2014/main" id="{385A58BB-C306-4772-97B2-88CB9A9C2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" name="Line 2">
                <a:extLst>
                  <a:ext uri="{FF2B5EF4-FFF2-40B4-BE49-F238E27FC236}">
                    <a16:creationId xmlns:a16="http://schemas.microsoft.com/office/drawing/2014/main" id="{C26C9FCE-7F54-47A5-A3EE-977A6BBF9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" name="Line 1">
                <a:extLst>
                  <a:ext uri="{FF2B5EF4-FFF2-40B4-BE49-F238E27FC236}">
                    <a16:creationId xmlns:a16="http://schemas.microsoft.com/office/drawing/2014/main" id="{44CFDE5A-3541-4283-8065-E712F4873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9CD0171A-FCCD-43BD-B1FB-BF408A83E3B4}"/>
                </a:ext>
              </a:extLst>
            </p:cNvPr>
            <p:cNvSpPr/>
            <p:nvPr/>
          </p:nvSpPr>
          <p:spPr>
            <a:xfrm>
              <a:off x="2372323" y="2169434"/>
              <a:ext cx="2759528" cy="3050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900" dirty="0">
                  <a:solidFill>
                    <a:srgbClr val="FF0000"/>
                  </a:solidFill>
                </a:rPr>
                <a:t>채널 로고</a:t>
              </a:r>
              <a:endParaRPr lang="ko-KR" altLang="en-US" sz="900" dirty="0"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26AE7FE1-E0BA-4701-93B5-7BAC4BEEE614}"/>
              </a:ext>
            </a:extLst>
          </p:cNvPr>
          <p:cNvSpPr txBox="1"/>
          <p:nvPr/>
        </p:nvSpPr>
        <p:spPr>
          <a:xfrm>
            <a:off x="3997812" y="895133"/>
            <a:ext cx="2672527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50" b="1" dirty="0"/>
              <a:t>{Shop</a:t>
            </a:r>
            <a:r>
              <a:rPr lang="ko-KR" altLang="en-US" sz="1050" b="1" dirty="0" err="1"/>
              <a:t>채널명</a:t>
            </a:r>
            <a:r>
              <a:rPr lang="en-US" altLang="ko-KR" sz="1050" b="1" dirty="0"/>
              <a:t>} </a:t>
            </a:r>
            <a:r>
              <a:rPr lang="ko-KR" altLang="en-US" sz="1050" b="1" dirty="0"/>
              <a:t>에서 주문하신 내역입니다</a:t>
            </a:r>
            <a:r>
              <a:rPr lang="en-US" altLang="ko-KR" sz="1050" b="1" dirty="0"/>
              <a:t>.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1521D78-5D65-4162-B4B4-6BBE36A999EF}"/>
              </a:ext>
            </a:extLst>
          </p:cNvPr>
          <p:cNvSpPr/>
          <p:nvPr/>
        </p:nvSpPr>
        <p:spPr>
          <a:xfrm>
            <a:off x="4506476" y="6156641"/>
            <a:ext cx="1655193" cy="277000"/>
          </a:xfrm>
          <a:prstGeom prst="rect">
            <a:avLst/>
          </a:prstGeom>
          <a:solidFill>
            <a:schemeClr val="tx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/>
              <a:t>Shop </a:t>
            </a:r>
            <a:r>
              <a:rPr lang="ko-KR" altLang="en-US" sz="1000" dirty="0"/>
              <a:t>채널 바로가기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44BF85A1-2E1F-4FB4-994E-C15590D3C6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4314080"/>
              </p:ext>
            </p:extLst>
          </p:nvPr>
        </p:nvGraphicFramePr>
        <p:xfrm>
          <a:off x="2385592" y="1239234"/>
          <a:ext cx="5896963" cy="6948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73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295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735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고객명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홍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*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735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주문번호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323134131234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017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주문일시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2024.10.15 08:00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243D7ABC-598E-4E8B-AC5E-30AFEA5C0B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6240372"/>
              </p:ext>
            </p:extLst>
          </p:nvPr>
        </p:nvGraphicFramePr>
        <p:xfrm>
          <a:off x="2385592" y="2279651"/>
          <a:ext cx="5896963" cy="935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73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295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735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수신자명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홍길동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735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휴대전화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010-2233-9988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017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이메일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Email_id@domain.com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017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배송지주소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37BAF572-3E3D-4AD7-8892-9C27B0764CA5}"/>
              </a:ext>
            </a:extLst>
          </p:cNvPr>
          <p:cNvSpPr txBox="1"/>
          <p:nvPr/>
        </p:nvSpPr>
        <p:spPr>
          <a:xfrm>
            <a:off x="2271540" y="1984100"/>
            <a:ext cx="906017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 b="1" dirty="0"/>
              <a:t>■ </a:t>
            </a:r>
            <a:r>
              <a:rPr lang="ko-KR" altLang="en-US" sz="1050" b="1" dirty="0"/>
              <a:t>배송정보</a:t>
            </a:r>
            <a:endParaRPr lang="en-US" altLang="ko-KR" sz="1050" b="1" dirty="0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94C76B2C-9077-4E88-8DC6-140BDA1026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2067525"/>
              </p:ext>
            </p:extLst>
          </p:nvPr>
        </p:nvGraphicFramePr>
        <p:xfrm>
          <a:off x="2385592" y="3572049"/>
          <a:ext cx="5896963" cy="12868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73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295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7350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735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주문금액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017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수량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017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배송비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9775D519-2843-4744-B8DA-DF92652BF504}"/>
              </a:ext>
            </a:extLst>
          </p:cNvPr>
          <p:cNvSpPr txBox="1"/>
          <p:nvPr/>
        </p:nvSpPr>
        <p:spPr>
          <a:xfrm>
            <a:off x="2271540" y="3276498"/>
            <a:ext cx="906017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 b="1" dirty="0"/>
              <a:t>■ </a:t>
            </a:r>
            <a:r>
              <a:rPr lang="ko-KR" altLang="en-US" sz="1050" b="1" dirty="0"/>
              <a:t>주문상품</a:t>
            </a:r>
            <a:endParaRPr lang="en-US" altLang="ko-KR" sz="1050" b="1" dirty="0"/>
          </a:p>
        </p:txBody>
      </p:sp>
      <p:sp>
        <p:nvSpPr>
          <p:cNvPr id="17" name="Panel">
            <a:extLst>
              <a:ext uri="{FF2B5EF4-FFF2-40B4-BE49-F238E27FC236}">
                <a16:creationId xmlns:a16="http://schemas.microsoft.com/office/drawing/2014/main" id="{2ED5941D-B087-4C75-9D0F-14908437C7CE}"/>
              </a:ext>
            </a:extLst>
          </p:cNvPr>
          <p:cNvSpPr/>
          <p:nvPr/>
        </p:nvSpPr>
        <p:spPr>
          <a:xfrm>
            <a:off x="2442334" y="3601118"/>
            <a:ext cx="564427" cy="48662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 dirty="0" err="1">
                <a:solidFill>
                  <a:srgbClr val="FF0000"/>
                </a:solidFill>
                <a:latin typeface="+mj-ea"/>
                <a:cs typeface="Segoe UI" panose="020B0502040204020203" pitchFamily="34" charset="0"/>
              </a:rPr>
              <a:t>img</a:t>
            </a:r>
            <a:endParaRPr lang="en-US" sz="8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DB86839F-9EEA-435A-A2D3-0ECC4376B644}"/>
              </a:ext>
            </a:extLst>
          </p:cNvPr>
          <p:cNvCxnSpPr/>
          <p:nvPr/>
        </p:nvCxnSpPr>
        <p:spPr>
          <a:xfrm>
            <a:off x="2385721" y="5022228"/>
            <a:ext cx="5896834" cy="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8B14E323-684D-4CBE-B73B-5D400C92B2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1538538"/>
              </p:ext>
            </p:extLst>
          </p:nvPr>
        </p:nvGraphicFramePr>
        <p:xfrm>
          <a:off x="2385592" y="5092933"/>
          <a:ext cx="5896963" cy="454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73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295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735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상품금액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735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배송비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B21DDF9E-F246-4354-9725-B59CF1B97F6C}"/>
              </a:ext>
            </a:extLst>
          </p:cNvPr>
          <p:cNvSpPr txBox="1"/>
          <p:nvPr/>
        </p:nvSpPr>
        <p:spPr>
          <a:xfrm>
            <a:off x="2226037" y="5615070"/>
            <a:ext cx="771366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b="1" dirty="0"/>
              <a:t> 주문금액</a:t>
            </a:r>
            <a:endParaRPr lang="en-US" altLang="ko-KR" sz="1050" b="1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8FCC34B-7F60-4517-9512-8814D1E62FD1}"/>
              </a:ext>
            </a:extLst>
          </p:cNvPr>
          <p:cNvSpPr txBox="1"/>
          <p:nvPr/>
        </p:nvSpPr>
        <p:spPr>
          <a:xfrm>
            <a:off x="3462976" y="5615070"/>
            <a:ext cx="88036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 dirty="0">
                <a:solidFill>
                  <a:srgbClr val="FF0000"/>
                </a:solidFill>
              </a:rPr>
              <a:t>\100,000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17C4CDD-0B89-4317-8523-A399C25B14EE}"/>
              </a:ext>
            </a:extLst>
          </p:cNvPr>
          <p:cNvSpPr txBox="1"/>
          <p:nvPr/>
        </p:nvSpPr>
        <p:spPr>
          <a:xfrm>
            <a:off x="3006761" y="3746130"/>
            <a:ext cx="89639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 dirty="0"/>
              <a:t>$</a:t>
            </a:r>
            <a:r>
              <a:rPr lang="ko-KR" altLang="en-US" sz="900" b="1" dirty="0"/>
              <a:t>제품명노출</a:t>
            </a:r>
            <a:r>
              <a:rPr lang="en-US" altLang="ko-KR" sz="900" b="1" dirty="0"/>
              <a:t>$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204BD06-AB6A-4E5E-956F-281D27051563}"/>
              </a:ext>
            </a:extLst>
          </p:cNvPr>
          <p:cNvSpPr txBox="1"/>
          <p:nvPr/>
        </p:nvSpPr>
        <p:spPr>
          <a:xfrm>
            <a:off x="3006761" y="3916926"/>
            <a:ext cx="134203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옵션 </a:t>
            </a:r>
            <a:r>
              <a:rPr lang="en-US" altLang="ko-KR" sz="900" dirty="0"/>
              <a:t>: $</a:t>
            </a:r>
            <a:r>
              <a:rPr lang="ko-KR" altLang="en-US" sz="900" dirty="0"/>
              <a:t>옵션내용노출</a:t>
            </a:r>
            <a:r>
              <a:rPr lang="en-US" altLang="ko-KR" sz="900" dirty="0"/>
              <a:t>$</a:t>
            </a:r>
            <a:endParaRPr lang="ko-KR" altLang="en-US" sz="900" dirty="0"/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30C824C-5180-4383-88BE-CC3E3102D4EC}"/>
              </a:ext>
            </a:extLst>
          </p:cNvPr>
          <p:cNvSpPr/>
          <p:nvPr/>
        </p:nvSpPr>
        <p:spPr>
          <a:xfrm>
            <a:off x="2990442" y="3571889"/>
            <a:ext cx="8739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</a:t>
            </a:r>
          </a:p>
        </p:txBody>
      </p:sp>
    </p:spTree>
    <p:extLst>
      <p:ext uri="{BB962C8B-B14F-4D97-AF65-F5344CB8AC3E}">
        <p14:creationId xmlns:p14="http://schemas.microsoft.com/office/powerpoint/2010/main" val="109538493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6">
            <a:extLst>
              <a:ext uri="{FF2B5EF4-FFF2-40B4-BE49-F238E27FC236}">
                <a16:creationId xmlns:a16="http://schemas.microsoft.com/office/drawing/2014/main" id="{78620727-F268-4FBF-9D14-55F65D54E7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2778215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접속화면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간편회원 가입절차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 </a:t>
                      </a:r>
                      <a:r>
                        <a:rPr lang="en-US" altLang="ko-KR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 메인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 상품영역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주문영역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 공지사항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2795488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9D64454E-C955-4F61-AFE5-52EF75430ED2}"/>
              </a:ext>
            </a:extLst>
          </p:cNvPr>
          <p:cNvSpPr txBox="1"/>
          <p:nvPr/>
        </p:nvSpPr>
        <p:spPr>
          <a:xfrm>
            <a:off x="4781837" y="1966277"/>
            <a:ext cx="80021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주문조회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4DDFC4A-4D83-4F19-B26B-D719E265E1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8942896"/>
              </p:ext>
            </p:extLst>
          </p:nvPr>
        </p:nvGraphicFramePr>
        <p:xfrm>
          <a:off x="2697670" y="3007410"/>
          <a:ext cx="4968555" cy="55399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18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866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699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주문코드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699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주문자 연락처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907011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586B4E29-12BA-4216-A8FA-561B270ED651}"/>
              </a:ext>
            </a:extLst>
          </p:cNvPr>
          <p:cNvSpPr/>
          <p:nvPr/>
        </p:nvSpPr>
        <p:spPr>
          <a:xfrm>
            <a:off x="4402089" y="4069378"/>
            <a:ext cx="1929717" cy="266447"/>
          </a:xfrm>
          <a:prstGeom prst="rect">
            <a:avLst/>
          </a:prstGeom>
          <a:solidFill>
            <a:schemeClr val="tx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/>
              <a:t>주문조회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D2E146C-0A3E-4AFE-A43D-D8AFDC5EE774}"/>
              </a:ext>
            </a:extLst>
          </p:cNvPr>
          <p:cNvSpPr/>
          <p:nvPr/>
        </p:nvSpPr>
        <p:spPr>
          <a:xfrm>
            <a:off x="3929180" y="3051178"/>
            <a:ext cx="3616133" cy="196148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Me9-009098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835AC732-75C2-434F-B0F8-5CE54D0A7075}"/>
              </a:ext>
            </a:extLst>
          </p:cNvPr>
          <p:cNvGrpSpPr/>
          <p:nvPr/>
        </p:nvGrpSpPr>
        <p:grpSpPr>
          <a:xfrm>
            <a:off x="3947458" y="3284409"/>
            <a:ext cx="1789788" cy="230832"/>
            <a:chOff x="2924648" y="2579699"/>
            <a:chExt cx="1789788" cy="230832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7701CDA3-260E-4E86-9898-773656EE60F6}"/>
                </a:ext>
              </a:extLst>
            </p:cNvPr>
            <p:cNvSpPr/>
            <p:nvPr/>
          </p:nvSpPr>
          <p:spPr>
            <a:xfrm>
              <a:off x="2924648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010  </a:t>
              </a:r>
              <a:r>
                <a:rPr lang="ko-KR" altLang="en-US" sz="800" dirty="0">
                  <a:solidFill>
                    <a:schemeClr val="tx1"/>
                  </a:solidFill>
                </a:rPr>
                <a:t>▼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F1E14FB9-7AE1-4B85-AC8F-F5AAD32920DE}"/>
                </a:ext>
              </a:extLst>
            </p:cNvPr>
            <p:cNvSpPr/>
            <p:nvPr/>
          </p:nvSpPr>
          <p:spPr>
            <a:xfrm>
              <a:off x="3542442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6668D98B-B8C0-41AA-9370-A2E6B2C3B35E}"/>
                </a:ext>
              </a:extLst>
            </p:cNvPr>
            <p:cNvSpPr/>
            <p:nvPr/>
          </p:nvSpPr>
          <p:spPr>
            <a:xfrm>
              <a:off x="4160236" y="2633078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FB747AB-3269-4A68-9A3F-A5681EB55197}"/>
                </a:ext>
              </a:extLst>
            </p:cNvPr>
            <p:cNvSpPr txBox="1"/>
            <p:nvPr/>
          </p:nvSpPr>
          <p:spPr>
            <a:xfrm>
              <a:off x="3394267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3A73516-C01E-4795-A62A-6CC484218C37}"/>
                </a:ext>
              </a:extLst>
            </p:cNvPr>
            <p:cNvSpPr txBox="1"/>
            <p:nvPr/>
          </p:nvSpPr>
          <p:spPr>
            <a:xfrm>
              <a:off x="4012061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00973631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TextBox 84">
            <a:extLst>
              <a:ext uri="{FF2B5EF4-FFF2-40B4-BE49-F238E27FC236}">
                <a16:creationId xmlns:a16="http://schemas.microsoft.com/office/drawing/2014/main" id="{4F65C041-631B-42EA-89EE-CA8216E8CC2A}"/>
              </a:ext>
            </a:extLst>
          </p:cNvPr>
          <p:cNvSpPr txBox="1"/>
          <p:nvPr/>
        </p:nvSpPr>
        <p:spPr>
          <a:xfrm>
            <a:off x="1344785" y="1401527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1229D07A-92A2-42C8-BD5E-285C65A6C769}"/>
              </a:ext>
            </a:extLst>
          </p:cNvPr>
          <p:cNvSpPr txBox="1"/>
          <p:nvPr/>
        </p:nvSpPr>
        <p:spPr>
          <a:xfrm>
            <a:off x="1344785" y="1963502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AF03F00-3955-4E69-9A4D-3A4B972DD565}"/>
              </a:ext>
            </a:extLst>
          </p:cNvPr>
          <p:cNvSpPr txBox="1"/>
          <p:nvPr/>
        </p:nvSpPr>
        <p:spPr>
          <a:xfrm>
            <a:off x="1344785" y="3544652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5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02A4B676-5900-458A-BB17-FC6E1AEC2F91}"/>
              </a:ext>
            </a:extLst>
          </p:cNvPr>
          <p:cNvSpPr txBox="1"/>
          <p:nvPr/>
        </p:nvSpPr>
        <p:spPr>
          <a:xfrm>
            <a:off x="4107035" y="2592152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2B30322-8B69-42E1-B904-505471FEBE86}"/>
              </a:ext>
            </a:extLst>
          </p:cNvPr>
          <p:cNvSpPr txBox="1"/>
          <p:nvPr/>
        </p:nvSpPr>
        <p:spPr>
          <a:xfrm>
            <a:off x="8298035" y="3058877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4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DE42EAF6-7F33-41A4-9B6F-44A09F7BD499}"/>
              </a:ext>
            </a:extLst>
          </p:cNvPr>
          <p:cNvSpPr txBox="1"/>
          <p:nvPr/>
        </p:nvSpPr>
        <p:spPr>
          <a:xfrm>
            <a:off x="7936085" y="4640027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6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5594357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48678D97-41E3-457A-8D17-13CAD24851D6}"/>
              </a:ext>
            </a:extLst>
          </p:cNvPr>
          <p:cNvSpPr/>
          <p:nvPr/>
        </p:nvSpPr>
        <p:spPr>
          <a:xfrm>
            <a:off x="2391134" y="3289709"/>
            <a:ext cx="3935785" cy="4398412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220FC6F9-3486-494B-ACD7-CCC7577388B9}"/>
              </a:ext>
            </a:extLst>
          </p:cNvPr>
          <p:cNvGrpSpPr/>
          <p:nvPr/>
        </p:nvGrpSpPr>
        <p:grpSpPr>
          <a:xfrm>
            <a:off x="2607860" y="3847470"/>
            <a:ext cx="517956" cy="248122"/>
            <a:chOff x="2681976" y="1955121"/>
            <a:chExt cx="1929510" cy="596970"/>
          </a:xfrm>
        </p:grpSpPr>
        <p:sp>
          <p:nvSpPr>
            <p:cNvPr id="136" name="Border">
              <a:extLst>
                <a:ext uri="{FF2B5EF4-FFF2-40B4-BE49-F238E27FC236}">
                  <a16:creationId xmlns:a16="http://schemas.microsoft.com/office/drawing/2014/main" id="{F5F8123C-5020-40EB-BB8B-B10F1D540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7" name="Line 2">
              <a:extLst>
                <a:ext uri="{FF2B5EF4-FFF2-40B4-BE49-F238E27FC236}">
                  <a16:creationId xmlns:a16="http://schemas.microsoft.com/office/drawing/2014/main" id="{53838C6C-D8DA-4373-84ED-5025A6185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8" name="Line 1">
              <a:extLst>
                <a:ext uri="{FF2B5EF4-FFF2-40B4-BE49-F238E27FC236}">
                  <a16:creationId xmlns:a16="http://schemas.microsoft.com/office/drawing/2014/main" id="{512A7E0C-EFCC-44F6-B3B0-2AC51BA20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DBE25AE5-1D3F-4DB5-B035-15DFF4C26594}"/>
                </a:ext>
              </a:extLst>
            </p:cNvPr>
            <p:cNvSpPr txBox="1"/>
            <p:nvPr/>
          </p:nvSpPr>
          <p:spPr>
            <a:xfrm>
              <a:off x="2681976" y="2012505"/>
              <a:ext cx="1929510" cy="51834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>
                      <a:lumMod val="75000"/>
                    </a:schemeClr>
                  </a:solidFill>
                </a:rPr>
                <a:t>IMG</a:t>
              </a:r>
              <a:endParaRPr lang="ko-KR" altLang="en-US" sz="8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</p:grp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7FF93421-6226-4F7B-BA63-F365DE0706A2}"/>
              </a:ext>
            </a:extLst>
          </p:cNvPr>
          <p:cNvSpPr/>
          <p:nvPr/>
        </p:nvSpPr>
        <p:spPr>
          <a:xfrm>
            <a:off x="3125815" y="3760104"/>
            <a:ext cx="3093515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대분류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중분류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&gt;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소분류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29AD539E-9574-4216-938A-FA40CE609F29}"/>
              </a:ext>
            </a:extLst>
          </p:cNvPr>
          <p:cNvSpPr txBox="1"/>
          <p:nvPr/>
        </p:nvSpPr>
        <p:spPr>
          <a:xfrm>
            <a:off x="2511703" y="3388741"/>
            <a:ext cx="10727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상품 문의하기</a:t>
            </a:r>
            <a:endParaRPr lang="ko-KR" altLang="en-US" sz="900" dirty="0"/>
          </a:p>
        </p:txBody>
      </p:sp>
      <p:graphicFrame>
        <p:nvGraphicFramePr>
          <p:cNvPr id="142" name="표 17">
            <a:extLst>
              <a:ext uri="{FF2B5EF4-FFF2-40B4-BE49-F238E27FC236}">
                <a16:creationId xmlns:a16="http://schemas.microsoft.com/office/drawing/2014/main" id="{C2136942-397C-44AF-9EB8-A840A812DA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1001756"/>
              </p:ext>
            </p:extLst>
          </p:nvPr>
        </p:nvGraphicFramePr>
        <p:xfrm>
          <a:off x="2651302" y="4839429"/>
          <a:ext cx="3472494" cy="19741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1645">
                  <a:extLst>
                    <a:ext uri="{9D8B030D-6E8A-4147-A177-3AD203B41FA5}">
                      <a16:colId xmlns:a16="http://schemas.microsoft.com/office/drawing/2014/main" val="827257380"/>
                    </a:ext>
                  </a:extLst>
                </a:gridCol>
                <a:gridCol w="2750849">
                  <a:extLst>
                    <a:ext uri="{9D8B030D-6E8A-4147-A177-3AD203B41FA5}">
                      <a16:colId xmlns:a16="http://schemas.microsoft.com/office/drawing/2014/main" val="1855344563"/>
                    </a:ext>
                  </a:extLst>
                </a:gridCol>
              </a:tblGrid>
              <a:tr h="18833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질문 제목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563177"/>
                  </a:ext>
                </a:extLst>
              </a:tr>
              <a:tr h="176078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질문 내용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en-US" altLang="ko-KR" sz="800" dirty="0"/>
                    </a:p>
                    <a:p>
                      <a:pPr latinLnBrk="1"/>
                      <a:endParaRPr lang="ko-KR" altLang="en-US" sz="800" dirty="0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306764"/>
                  </a:ext>
                </a:extLst>
              </a:tr>
            </a:tbl>
          </a:graphicData>
        </a:graphic>
      </p:graphicFrame>
      <p:sp>
        <p:nvSpPr>
          <p:cNvPr id="143" name="TextBox 142">
            <a:extLst>
              <a:ext uri="{FF2B5EF4-FFF2-40B4-BE49-F238E27FC236}">
                <a16:creationId xmlns:a16="http://schemas.microsoft.com/office/drawing/2014/main" id="{A869BA48-204E-41B6-AB2F-28B5DAC9F063}"/>
              </a:ext>
            </a:extLst>
          </p:cNvPr>
          <p:cNvSpPr txBox="1"/>
          <p:nvPr/>
        </p:nvSpPr>
        <p:spPr>
          <a:xfrm>
            <a:off x="2544484" y="4321097"/>
            <a:ext cx="84189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문의내용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900" dirty="0"/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D77927F8-2BE1-4900-888C-443D372B81CE}"/>
              </a:ext>
            </a:extLst>
          </p:cNvPr>
          <p:cNvSpPr/>
          <p:nvPr/>
        </p:nvSpPr>
        <p:spPr>
          <a:xfrm>
            <a:off x="3412362" y="7043466"/>
            <a:ext cx="891615" cy="21336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solidFill>
              <a:schemeClr val="accent6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문의하기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45" name="Image">
            <a:extLst>
              <a:ext uri="{FF2B5EF4-FFF2-40B4-BE49-F238E27FC236}">
                <a16:creationId xmlns:a16="http://schemas.microsoft.com/office/drawing/2014/main" id="{3BEB5C07-8BFC-48DF-9B3E-72143A65675D}"/>
              </a:ext>
            </a:extLst>
          </p:cNvPr>
          <p:cNvGrpSpPr>
            <a:grpSpLocks/>
          </p:cNvGrpSpPr>
          <p:nvPr/>
        </p:nvGrpSpPr>
        <p:grpSpPr bwMode="auto">
          <a:xfrm>
            <a:off x="6014614" y="3409776"/>
            <a:ext cx="204716" cy="209797"/>
            <a:chOff x="508000" y="1397000"/>
            <a:chExt cx="1008112" cy="1008112"/>
          </a:xfrm>
        </p:grpSpPr>
        <p:sp>
          <p:nvSpPr>
            <p:cNvPr id="146" name="Border">
              <a:extLst>
                <a:ext uri="{FF2B5EF4-FFF2-40B4-BE49-F238E27FC236}">
                  <a16:creationId xmlns:a16="http://schemas.microsoft.com/office/drawing/2014/main" id="{3352B494-1BB8-46E6-9EAD-A5ED28BEE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7" name="Line 2">
              <a:extLst>
                <a:ext uri="{FF2B5EF4-FFF2-40B4-BE49-F238E27FC236}">
                  <a16:creationId xmlns:a16="http://schemas.microsoft.com/office/drawing/2014/main" id="{D82FAE0E-F512-4245-A72A-71FE69202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8" name="Line 1">
              <a:extLst>
                <a:ext uri="{FF2B5EF4-FFF2-40B4-BE49-F238E27FC236}">
                  <a16:creationId xmlns:a16="http://schemas.microsoft.com/office/drawing/2014/main" id="{D9B3F6DD-EB0D-430F-916B-5F3F6ADD7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095FE38C-C61A-4D9B-9019-1BC79EE30F4B}"/>
              </a:ext>
            </a:extLst>
          </p:cNvPr>
          <p:cNvSpPr/>
          <p:nvPr/>
        </p:nvSpPr>
        <p:spPr>
          <a:xfrm>
            <a:off x="4410786" y="7043466"/>
            <a:ext cx="891615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D601AB47-9192-47C1-BBD2-39A67D898854}"/>
              </a:ext>
            </a:extLst>
          </p:cNvPr>
          <p:cNvSpPr/>
          <p:nvPr/>
        </p:nvSpPr>
        <p:spPr>
          <a:xfrm>
            <a:off x="3412362" y="4869192"/>
            <a:ext cx="2603896" cy="145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>
                <a:solidFill>
                  <a:schemeClr val="tx1">
                    <a:lumMod val="50000"/>
                    <a:lumOff val="50000"/>
                  </a:schemeClr>
                </a:solidFill>
              </a:rPr>
              <a:t>질문 제목입니다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9D7D67E2-33BC-4953-9802-7BC95DEF4E87}"/>
              </a:ext>
            </a:extLst>
          </p:cNvPr>
          <p:cNvSpPr/>
          <p:nvPr/>
        </p:nvSpPr>
        <p:spPr>
          <a:xfrm>
            <a:off x="3412362" y="5089476"/>
            <a:ext cx="2603896" cy="157433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내용입니다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0E99411-34F2-4274-A633-13D47B1B1DF3}"/>
              </a:ext>
            </a:extLst>
          </p:cNvPr>
          <p:cNvSpPr txBox="1"/>
          <p:nvPr/>
        </p:nvSpPr>
        <p:spPr>
          <a:xfrm>
            <a:off x="2593274" y="4580612"/>
            <a:ext cx="339868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판매자에게 상품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배송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교환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반품 등 궁금한 내용을 문의하세요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800" dirty="0"/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3091B47E-62CF-4297-8AF6-3E70004CF9AC}"/>
              </a:ext>
            </a:extLst>
          </p:cNvPr>
          <p:cNvSpPr/>
          <p:nvPr/>
        </p:nvSpPr>
        <p:spPr>
          <a:xfrm>
            <a:off x="7654972" y="4387541"/>
            <a:ext cx="1241378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60AE5251-69BB-4C80-A7CA-BC74CFA9B3B2}"/>
              </a:ext>
            </a:extLst>
          </p:cNvPr>
          <p:cNvCxnSpPr>
            <a:cxnSpLocks/>
            <a:stCxn id="34" idx="2"/>
          </p:cNvCxnSpPr>
          <p:nvPr/>
        </p:nvCxnSpPr>
        <p:spPr>
          <a:xfrm flipH="1">
            <a:off x="6014614" y="4609353"/>
            <a:ext cx="1640358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39A59C64-A3D8-452D-BFC7-09FA7DA3D13C}"/>
              </a:ext>
            </a:extLst>
          </p:cNvPr>
          <p:cNvSpPr txBox="1"/>
          <p:nvPr/>
        </p:nvSpPr>
        <p:spPr>
          <a:xfrm>
            <a:off x="8644358" y="4321097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9566854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Image">
            <a:extLst>
              <a:ext uri="{FF2B5EF4-FFF2-40B4-BE49-F238E27FC236}">
                <a16:creationId xmlns:a16="http://schemas.microsoft.com/office/drawing/2014/main" id="{B8C1A9A8-34FD-40F0-8CD4-74120A9BECC7}"/>
              </a:ext>
            </a:extLst>
          </p:cNvPr>
          <p:cNvGrpSpPr>
            <a:grpSpLocks/>
          </p:cNvGrpSpPr>
          <p:nvPr/>
        </p:nvGrpSpPr>
        <p:grpSpPr bwMode="auto">
          <a:xfrm>
            <a:off x="4191408" y="3992952"/>
            <a:ext cx="204716" cy="209797"/>
            <a:chOff x="508000" y="1397000"/>
            <a:chExt cx="1008112" cy="1008112"/>
          </a:xfrm>
        </p:grpSpPr>
        <p:sp>
          <p:nvSpPr>
            <p:cNvPr id="51" name="Border">
              <a:extLst>
                <a:ext uri="{FF2B5EF4-FFF2-40B4-BE49-F238E27FC236}">
                  <a16:creationId xmlns:a16="http://schemas.microsoft.com/office/drawing/2014/main" id="{A63E5B8B-31F6-4BBB-8E6C-C460C9E02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" name="Line 2">
              <a:extLst>
                <a:ext uri="{FF2B5EF4-FFF2-40B4-BE49-F238E27FC236}">
                  <a16:creationId xmlns:a16="http://schemas.microsoft.com/office/drawing/2014/main" id="{895704A0-8013-4B91-91E0-953FCA70E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3" name="Line 1">
              <a:extLst>
                <a:ext uri="{FF2B5EF4-FFF2-40B4-BE49-F238E27FC236}">
                  <a16:creationId xmlns:a16="http://schemas.microsoft.com/office/drawing/2014/main" id="{9EDBD880-C610-4C44-BF4E-AD963BB2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" name="타원 53">
            <a:extLst>
              <a:ext uri="{FF2B5EF4-FFF2-40B4-BE49-F238E27FC236}">
                <a16:creationId xmlns:a16="http://schemas.microsoft.com/office/drawing/2014/main" id="{A3313140-F1AB-4CCF-887F-392174F9DA5A}"/>
              </a:ext>
            </a:extLst>
          </p:cNvPr>
          <p:cNvSpPr/>
          <p:nvPr/>
        </p:nvSpPr>
        <p:spPr>
          <a:xfrm>
            <a:off x="7927519" y="3270092"/>
            <a:ext cx="1006931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9B1A4ED7-25D6-4B79-B094-5A91D9F049B0}"/>
              </a:ext>
            </a:extLst>
          </p:cNvPr>
          <p:cNvGrpSpPr/>
          <p:nvPr/>
        </p:nvGrpSpPr>
        <p:grpSpPr>
          <a:xfrm>
            <a:off x="979612" y="942132"/>
            <a:ext cx="3935785" cy="3120355"/>
            <a:chOff x="-4621742" y="308645"/>
            <a:chExt cx="3935785" cy="3120355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2716B5CA-7A3E-43F5-9BA1-EF96194E7124}"/>
                </a:ext>
              </a:extLst>
            </p:cNvPr>
            <p:cNvSpPr/>
            <p:nvPr/>
          </p:nvSpPr>
          <p:spPr>
            <a:xfrm>
              <a:off x="-4621742" y="308645"/>
              <a:ext cx="3935785" cy="3120355"/>
            </a:xfrm>
            <a:prstGeom prst="rect">
              <a:avLst/>
            </a:prstGeom>
            <a:ln>
              <a:solidFill>
                <a:schemeClr val="dk1"/>
              </a:solidFill>
            </a:ln>
            <a:effectLst>
              <a:outerShdw blurRad="63500" sx="101000" sy="101000" algn="ctr" rotWithShape="0">
                <a:schemeClr val="tx1">
                  <a:alpha val="50000"/>
                </a:schemeClr>
              </a:outerShdw>
              <a:softEdge rad="12700"/>
            </a:effectLst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474B90BE-DA23-4F31-ACDD-9809946FEA0A}"/>
                </a:ext>
              </a:extLst>
            </p:cNvPr>
            <p:cNvSpPr txBox="1"/>
            <p:nvPr/>
          </p:nvSpPr>
          <p:spPr>
            <a:xfrm>
              <a:off x="-4518724" y="461211"/>
              <a:ext cx="1032655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○ 취소신청하기</a:t>
              </a:r>
              <a:endParaRPr lang="ko-KR" altLang="en-US" sz="900" dirty="0"/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63B78CF1-9EE4-458D-B640-BDFE3CAFE9B5}"/>
                </a:ext>
              </a:extLst>
            </p:cNvPr>
            <p:cNvSpPr/>
            <p:nvPr/>
          </p:nvSpPr>
          <p:spPr>
            <a:xfrm>
              <a:off x="-3581841" y="2674828"/>
              <a:ext cx="891615" cy="213360"/>
            </a:xfrm>
            <a:prstGeom prst="rect">
              <a:avLst/>
            </a:prstGeom>
            <a:solidFill>
              <a:srgbClr val="FF0000"/>
            </a:solidFill>
            <a:ln w="635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취소신청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  <p:grpSp>
          <p:nvGrpSpPr>
            <p:cNvPr id="6" name="Image">
              <a:extLst>
                <a:ext uri="{FF2B5EF4-FFF2-40B4-BE49-F238E27FC236}">
                  <a16:creationId xmlns:a16="http://schemas.microsoft.com/office/drawing/2014/main" id="{A05EFA07-7986-4D99-B60F-B6E1337BF2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998262" y="428712"/>
              <a:ext cx="204716" cy="209797"/>
              <a:chOff x="508000" y="1397000"/>
              <a:chExt cx="1008112" cy="1008112"/>
            </a:xfrm>
          </p:grpSpPr>
          <p:sp>
            <p:nvSpPr>
              <p:cNvPr id="12" name="Border">
                <a:extLst>
                  <a:ext uri="{FF2B5EF4-FFF2-40B4-BE49-F238E27FC236}">
                    <a16:creationId xmlns:a16="http://schemas.microsoft.com/office/drawing/2014/main" id="{A1827CC4-8CB9-4F63-AEDC-F953142EA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" name="Line 2">
                <a:extLst>
                  <a:ext uri="{FF2B5EF4-FFF2-40B4-BE49-F238E27FC236}">
                    <a16:creationId xmlns:a16="http://schemas.microsoft.com/office/drawing/2014/main" id="{117F02A0-AA0A-4AF9-82AC-9D97692FC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Line 1">
                <a:extLst>
                  <a:ext uri="{FF2B5EF4-FFF2-40B4-BE49-F238E27FC236}">
                    <a16:creationId xmlns:a16="http://schemas.microsoft.com/office/drawing/2014/main" id="{F1B8EE69-A088-434F-A96B-190C4C1D1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153AB22E-2285-44C6-A130-1085DEEB6A0F}"/>
                </a:ext>
              </a:extLst>
            </p:cNvPr>
            <p:cNvSpPr/>
            <p:nvPr/>
          </p:nvSpPr>
          <p:spPr>
            <a:xfrm>
              <a:off x="-2583417" y="2674828"/>
              <a:ext cx="891615" cy="21336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>
                  <a:solidFill>
                    <a:schemeClr val="bg1"/>
                  </a:solidFill>
                </a:rPr>
                <a:t>창닫기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7AD0228-9FB0-43AA-82D1-17DD49BF37FE}"/>
                </a:ext>
              </a:extLst>
            </p:cNvPr>
            <p:cNvSpPr txBox="1"/>
            <p:nvPr/>
          </p:nvSpPr>
          <p:spPr>
            <a:xfrm>
              <a:off x="-4381765" y="833345"/>
              <a:ext cx="64633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주문상품</a:t>
              </a:r>
            </a:p>
          </p:txBody>
        </p:sp>
        <p:grpSp>
          <p:nvGrpSpPr>
            <p:cNvPr id="28" name="그룹 27">
              <a:extLst>
                <a:ext uri="{FF2B5EF4-FFF2-40B4-BE49-F238E27FC236}">
                  <a16:creationId xmlns:a16="http://schemas.microsoft.com/office/drawing/2014/main" id="{7F03EEA9-568F-481C-B799-AC932EC99E47}"/>
                </a:ext>
              </a:extLst>
            </p:cNvPr>
            <p:cNvGrpSpPr/>
            <p:nvPr/>
          </p:nvGrpSpPr>
          <p:grpSpPr>
            <a:xfrm>
              <a:off x="-4344551" y="1159700"/>
              <a:ext cx="689346" cy="440906"/>
              <a:chOff x="2843808" y="1955121"/>
              <a:chExt cx="1674813" cy="596970"/>
            </a:xfrm>
            <a:solidFill>
              <a:schemeClr val="bg1">
                <a:lumMod val="95000"/>
              </a:schemeClr>
            </a:solidFill>
          </p:grpSpPr>
          <p:sp>
            <p:nvSpPr>
              <p:cNvPr id="29" name="Border">
                <a:extLst>
                  <a:ext uri="{FF2B5EF4-FFF2-40B4-BE49-F238E27FC236}">
                    <a16:creationId xmlns:a16="http://schemas.microsoft.com/office/drawing/2014/main" id="{92848CFB-A1BF-40B6-8901-2A5CD5443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" name="Line 2">
                <a:extLst>
                  <a:ext uri="{FF2B5EF4-FFF2-40B4-BE49-F238E27FC236}">
                    <a16:creationId xmlns:a16="http://schemas.microsoft.com/office/drawing/2014/main" id="{5F16D10A-33FC-4A5E-A772-7F0AF9A90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Line 1">
                <a:extLst>
                  <a:ext uri="{FF2B5EF4-FFF2-40B4-BE49-F238E27FC236}">
                    <a16:creationId xmlns:a16="http://schemas.microsoft.com/office/drawing/2014/main" id="{CCA653D3-8714-49DB-921F-CA7BBE718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7AF7D1DA-E2F4-45F7-83FC-55779B675CB3}"/>
                  </a:ext>
                </a:extLst>
              </p:cNvPr>
              <p:cNvSpPr txBox="1"/>
              <p:nvPr/>
            </p:nvSpPr>
            <p:spPr>
              <a:xfrm>
                <a:off x="3040778" y="2095286"/>
                <a:ext cx="1280873" cy="3125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Image</a:t>
                </a:r>
                <a:endPara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E59B1BE-60B7-41F6-9935-05C5798BCAF9}"/>
                </a:ext>
              </a:extLst>
            </p:cNvPr>
            <p:cNvSpPr/>
            <p:nvPr/>
          </p:nvSpPr>
          <p:spPr>
            <a:xfrm>
              <a:off x="-3634122" y="1159700"/>
              <a:ext cx="2116119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  <a:p>
              <a:pPr>
                <a:lnSpc>
                  <a:spcPct val="150000"/>
                </a:lnSpc>
                <a:defRPr/>
              </a:pPr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옵션 </a:t>
              </a:r>
              <a:r>
                <a:rPr lang="en-US" altLang="ko-KR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1  /  2</a:t>
              </a:r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개</a:t>
              </a:r>
              <a:endParaRPr lang="ko-KR" altLang="en-US" sz="800" b="1" dirty="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6807E25-D592-4A47-B259-E01FBB76C3B4}"/>
                </a:ext>
              </a:extLst>
            </p:cNvPr>
            <p:cNvSpPr txBox="1"/>
            <p:nvPr/>
          </p:nvSpPr>
          <p:spPr>
            <a:xfrm>
              <a:off x="-4381765" y="1795849"/>
              <a:ext cx="64633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취소사유</a:t>
              </a:r>
            </a:p>
          </p:txBody>
        </p:sp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2D48900E-32A0-401A-8D7B-E9D68195FDD0}"/>
                </a:ext>
              </a:extLst>
            </p:cNvPr>
            <p:cNvSpPr/>
            <p:nvPr/>
          </p:nvSpPr>
          <p:spPr>
            <a:xfrm>
              <a:off x="-4345601" y="2079075"/>
              <a:ext cx="3471371" cy="250173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단순변심</a:t>
              </a:r>
              <a:r>
                <a:rPr lang="ko-KR" altLang="en-US" sz="800" dirty="0">
                  <a:solidFill>
                    <a:schemeClr val="tx1"/>
                  </a:solidFill>
                </a:rPr>
                <a:t>                                                                          ▼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1CA43ABC-C263-43EA-AAA1-4C5D16D6EA15}"/>
              </a:ext>
            </a:extLst>
          </p:cNvPr>
          <p:cNvSpPr/>
          <p:nvPr/>
        </p:nvSpPr>
        <p:spPr>
          <a:xfrm>
            <a:off x="979612" y="4522121"/>
            <a:ext cx="3935785" cy="3894104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EFCE456C-A036-4F71-8CDE-4CF5775374E6}"/>
              </a:ext>
            </a:extLst>
          </p:cNvPr>
          <p:cNvSpPr txBox="1"/>
          <p:nvPr/>
        </p:nvSpPr>
        <p:spPr>
          <a:xfrm>
            <a:off x="1082630" y="4674687"/>
            <a:ext cx="103265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취소신청하기</a:t>
            </a:r>
            <a:endParaRPr lang="ko-KR" altLang="en-US" sz="900" dirty="0"/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FF72C17E-333A-4523-8E33-9B7B941F96AF}"/>
              </a:ext>
            </a:extLst>
          </p:cNvPr>
          <p:cNvSpPr/>
          <p:nvPr/>
        </p:nvSpPr>
        <p:spPr>
          <a:xfrm>
            <a:off x="2093254" y="7974657"/>
            <a:ext cx="891615" cy="213360"/>
          </a:xfrm>
          <a:prstGeom prst="rect">
            <a:avLst/>
          </a:prstGeom>
          <a:solidFill>
            <a:srgbClr val="FF000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취소신청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16" name="Image">
            <a:extLst>
              <a:ext uri="{FF2B5EF4-FFF2-40B4-BE49-F238E27FC236}">
                <a16:creationId xmlns:a16="http://schemas.microsoft.com/office/drawing/2014/main" id="{5BA48398-417A-464C-8ABC-B52EF395C728}"/>
              </a:ext>
            </a:extLst>
          </p:cNvPr>
          <p:cNvGrpSpPr>
            <a:grpSpLocks/>
          </p:cNvGrpSpPr>
          <p:nvPr/>
        </p:nvGrpSpPr>
        <p:grpSpPr bwMode="auto">
          <a:xfrm>
            <a:off x="4603092" y="4642188"/>
            <a:ext cx="204716" cy="209797"/>
            <a:chOff x="508000" y="1397000"/>
            <a:chExt cx="1008112" cy="1008112"/>
          </a:xfrm>
        </p:grpSpPr>
        <p:sp>
          <p:nvSpPr>
            <p:cNvPr id="117" name="Border">
              <a:extLst>
                <a:ext uri="{FF2B5EF4-FFF2-40B4-BE49-F238E27FC236}">
                  <a16:creationId xmlns:a16="http://schemas.microsoft.com/office/drawing/2014/main" id="{652534A6-4387-49A8-B709-64540F622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8" name="Line 2">
              <a:extLst>
                <a:ext uri="{FF2B5EF4-FFF2-40B4-BE49-F238E27FC236}">
                  <a16:creationId xmlns:a16="http://schemas.microsoft.com/office/drawing/2014/main" id="{9EC67E51-3413-4E56-893A-17FE6B27E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9" name="Line 1">
              <a:extLst>
                <a:ext uri="{FF2B5EF4-FFF2-40B4-BE49-F238E27FC236}">
                  <a16:creationId xmlns:a16="http://schemas.microsoft.com/office/drawing/2014/main" id="{A88CD9A5-0F91-4760-958B-B3EE572D3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ACF149AC-3B14-4221-AEC5-3A81798E7D03}"/>
              </a:ext>
            </a:extLst>
          </p:cNvPr>
          <p:cNvSpPr/>
          <p:nvPr/>
        </p:nvSpPr>
        <p:spPr>
          <a:xfrm>
            <a:off x="3091678" y="7974657"/>
            <a:ext cx="891615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B66C7A60-B6C3-495A-B448-88E046917676}"/>
              </a:ext>
            </a:extLst>
          </p:cNvPr>
          <p:cNvSpPr txBox="1"/>
          <p:nvPr/>
        </p:nvSpPr>
        <p:spPr>
          <a:xfrm>
            <a:off x="1255754" y="6701007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기타내용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0C1F7BB9-3560-4301-BABD-E9CE689D6DED}"/>
              </a:ext>
            </a:extLst>
          </p:cNvPr>
          <p:cNvSpPr txBox="1"/>
          <p:nvPr/>
        </p:nvSpPr>
        <p:spPr>
          <a:xfrm>
            <a:off x="1219589" y="5046821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주문상품</a:t>
            </a:r>
          </a:p>
        </p:txBody>
      </p: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BE84331C-BD1F-4FAE-8A65-7CD9542BA635}"/>
              </a:ext>
            </a:extLst>
          </p:cNvPr>
          <p:cNvGrpSpPr/>
          <p:nvPr/>
        </p:nvGrpSpPr>
        <p:grpSpPr>
          <a:xfrm>
            <a:off x="1256803" y="5373176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24" name="Border">
              <a:extLst>
                <a:ext uri="{FF2B5EF4-FFF2-40B4-BE49-F238E27FC236}">
                  <a16:creationId xmlns:a16="http://schemas.microsoft.com/office/drawing/2014/main" id="{BA7AEBF9-FBFA-4181-AF3F-F447B5F1A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5" name="Line 2">
              <a:extLst>
                <a:ext uri="{FF2B5EF4-FFF2-40B4-BE49-F238E27FC236}">
                  <a16:creationId xmlns:a16="http://schemas.microsoft.com/office/drawing/2014/main" id="{B42B014B-1927-4EB5-911F-8BC3D81B0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6" name="Line 1">
              <a:extLst>
                <a:ext uri="{FF2B5EF4-FFF2-40B4-BE49-F238E27FC236}">
                  <a16:creationId xmlns:a16="http://schemas.microsoft.com/office/drawing/2014/main" id="{918BF88B-8B26-4A92-A115-4D0628E9B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A5DE2C63-F5BC-49E8-9882-815709A5090A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992E5177-74CF-4B3F-8217-E2C92472A393}"/>
              </a:ext>
            </a:extLst>
          </p:cNvPr>
          <p:cNvSpPr/>
          <p:nvPr/>
        </p:nvSpPr>
        <p:spPr>
          <a:xfrm>
            <a:off x="1967232" y="5373176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365D6243-1987-45BB-96D8-6AE844F6DC8B}"/>
              </a:ext>
            </a:extLst>
          </p:cNvPr>
          <p:cNvSpPr/>
          <p:nvPr/>
        </p:nvSpPr>
        <p:spPr>
          <a:xfrm>
            <a:off x="1255754" y="6990600"/>
            <a:ext cx="3471372" cy="804306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기타 내용을 입력해 주세요 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609627D6-59EC-4D4D-B580-539BE3795CD5}"/>
              </a:ext>
            </a:extLst>
          </p:cNvPr>
          <p:cNvSpPr txBox="1"/>
          <p:nvPr/>
        </p:nvSpPr>
        <p:spPr>
          <a:xfrm>
            <a:off x="1219589" y="6009325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취소사유</a:t>
            </a: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F2E197D0-3588-4F65-8A7A-D2EB50F2558E}"/>
              </a:ext>
            </a:extLst>
          </p:cNvPr>
          <p:cNvSpPr/>
          <p:nvPr/>
        </p:nvSpPr>
        <p:spPr>
          <a:xfrm>
            <a:off x="1255753" y="6292551"/>
            <a:ext cx="3471371" cy="250173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기타                                                                               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4066E19B-3303-40DE-9227-EFCFE3DDCED5}"/>
              </a:ext>
            </a:extLst>
          </p:cNvPr>
          <p:cNvCxnSpPr>
            <a:cxnSpLocks/>
            <a:stCxn id="54" idx="2"/>
          </p:cNvCxnSpPr>
          <p:nvPr/>
        </p:nvCxnSpPr>
        <p:spPr>
          <a:xfrm flipH="1" flipV="1">
            <a:off x="4603093" y="2429338"/>
            <a:ext cx="3324426" cy="1062566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타원 160">
            <a:extLst>
              <a:ext uri="{FF2B5EF4-FFF2-40B4-BE49-F238E27FC236}">
                <a16:creationId xmlns:a16="http://schemas.microsoft.com/office/drawing/2014/main" id="{071A061E-D953-4E23-9BB8-D40145A793C4}"/>
              </a:ext>
            </a:extLst>
          </p:cNvPr>
          <p:cNvSpPr/>
          <p:nvPr/>
        </p:nvSpPr>
        <p:spPr>
          <a:xfrm>
            <a:off x="1087554" y="6181942"/>
            <a:ext cx="1006931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2" name="직선 화살표 연결선 161">
            <a:extLst>
              <a:ext uri="{FF2B5EF4-FFF2-40B4-BE49-F238E27FC236}">
                <a16:creationId xmlns:a16="http://schemas.microsoft.com/office/drawing/2014/main" id="{D0A72B7A-E5C5-4FA1-BCFB-BE6A5DDB5BDA}"/>
              </a:ext>
            </a:extLst>
          </p:cNvPr>
          <p:cNvCxnSpPr>
            <a:cxnSpLocks/>
          </p:cNvCxnSpPr>
          <p:nvPr/>
        </p:nvCxnSpPr>
        <p:spPr>
          <a:xfrm flipH="1">
            <a:off x="1570703" y="6625566"/>
            <a:ext cx="1" cy="617027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타원 162">
            <a:extLst>
              <a:ext uri="{FF2B5EF4-FFF2-40B4-BE49-F238E27FC236}">
                <a16:creationId xmlns:a16="http://schemas.microsoft.com/office/drawing/2014/main" id="{A09DA55F-D204-4316-8D4D-621F6CC3E60A}"/>
              </a:ext>
            </a:extLst>
          </p:cNvPr>
          <p:cNvSpPr/>
          <p:nvPr/>
        </p:nvSpPr>
        <p:spPr>
          <a:xfrm>
            <a:off x="1067480" y="2610979"/>
            <a:ext cx="1006931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4" name="직선 화살표 연결선 163">
            <a:extLst>
              <a:ext uri="{FF2B5EF4-FFF2-40B4-BE49-F238E27FC236}">
                <a16:creationId xmlns:a16="http://schemas.microsoft.com/office/drawing/2014/main" id="{E4101F62-8761-4DF5-BD10-5E4219F79EE0}"/>
              </a:ext>
            </a:extLst>
          </p:cNvPr>
          <p:cNvCxnSpPr>
            <a:cxnSpLocks/>
          </p:cNvCxnSpPr>
          <p:nvPr/>
        </p:nvCxnSpPr>
        <p:spPr>
          <a:xfrm flipH="1">
            <a:off x="1550630" y="3054603"/>
            <a:ext cx="1" cy="3059558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5" name="TextBox 164">
            <a:extLst>
              <a:ext uri="{FF2B5EF4-FFF2-40B4-BE49-F238E27FC236}">
                <a16:creationId xmlns:a16="http://schemas.microsoft.com/office/drawing/2014/main" id="{3B92474A-24C1-46A1-B904-5C4593C7187C}"/>
              </a:ext>
            </a:extLst>
          </p:cNvPr>
          <p:cNvSpPr txBox="1"/>
          <p:nvPr/>
        </p:nvSpPr>
        <p:spPr>
          <a:xfrm>
            <a:off x="8808454" y="352167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E37D2DA0-C8E5-4413-AB30-E88627A9C50B}"/>
              </a:ext>
            </a:extLst>
          </p:cNvPr>
          <p:cNvSpPr txBox="1"/>
          <p:nvPr/>
        </p:nvSpPr>
        <p:spPr>
          <a:xfrm>
            <a:off x="1820153" y="2456164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3ABF9C04-40D5-4074-A50D-2E7492831308}"/>
              </a:ext>
            </a:extLst>
          </p:cNvPr>
          <p:cNvSpPr txBox="1"/>
          <p:nvPr/>
        </p:nvSpPr>
        <p:spPr>
          <a:xfrm>
            <a:off x="1107209" y="6886942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9174412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타원 58">
            <a:extLst>
              <a:ext uri="{FF2B5EF4-FFF2-40B4-BE49-F238E27FC236}">
                <a16:creationId xmlns:a16="http://schemas.microsoft.com/office/drawing/2014/main" id="{724C2B27-0185-44DE-BD4F-0EA1FC34D518}"/>
              </a:ext>
            </a:extLst>
          </p:cNvPr>
          <p:cNvSpPr/>
          <p:nvPr/>
        </p:nvSpPr>
        <p:spPr>
          <a:xfrm>
            <a:off x="7960928" y="5390715"/>
            <a:ext cx="1006931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17EFD9FE-D7ED-4568-B888-21ECD892B38C}"/>
              </a:ext>
            </a:extLst>
          </p:cNvPr>
          <p:cNvGrpSpPr/>
          <p:nvPr/>
        </p:nvGrpSpPr>
        <p:grpSpPr>
          <a:xfrm>
            <a:off x="4937350" y="541720"/>
            <a:ext cx="3935785" cy="4360092"/>
            <a:chOff x="-3314154" y="1030623"/>
            <a:chExt cx="3935785" cy="4360092"/>
          </a:xfrm>
        </p:grpSpPr>
        <p:sp>
          <p:nvSpPr>
            <p:cNvPr id="186" name="직사각형 185">
              <a:extLst>
                <a:ext uri="{FF2B5EF4-FFF2-40B4-BE49-F238E27FC236}">
                  <a16:creationId xmlns:a16="http://schemas.microsoft.com/office/drawing/2014/main" id="{95D4663A-3B6E-4901-B5BE-7874C5F55B11}"/>
                </a:ext>
              </a:extLst>
            </p:cNvPr>
            <p:cNvSpPr/>
            <p:nvPr/>
          </p:nvSpPr>
          <p:spPr>
            <a:xfrm>
              <a:off x="-3314154" y="1030623"/>
              <a:ext cx="3935785" cy="4360092"/>
            </a:xfrm>
            <a:prstGeom prst="rect">
              <a:avLst/>
            </a:prstGeom>
            <a:ln>
              <a:solidFill>
                <a:schemeClr val="dk1"/>
              </a:solidFill>
            </a:ln>
            <a:effectLst>
              <a:outerShdw blurRad="63500" sx="101000" sy="101000" algn="ctr" rotWithShape="0">
                <a:schemeClr val="tx1">
                  <a:alpha val="50000"/>
                </a:schemeClr>
              </a:outerShdw>
              <a:softEdge rad="12700"/>
            </a:effectLst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67074170-90D0-4626-BDCE-B809F0FF7770}"/>
                </a:ext>
              </a:extLst>
            </p:cNvPr>
            <p:cNvSpPr txBox="1"/>
            <p:nvPr/>
          </p:nvSpPr>
          <p:spPr>
            <a:xfrm>
              <a:off x="-3211136" y="1183189"/>
              <a:ext cx="1032655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○ 반품신청하기</a:t>
              </a:r>
              <a:endParaRPr lang="ko-KR" altLang="en-US" sz="900" dirty="0"/>
            </a:p>
          </p:txBody>
        </p:sp>
        <p:sp>
          <p:nvSpPr>
            <p:cNvPr id="188" name="직사각형 187">
              <a:extLst>
                <a:ext uri="{FF2B5EF4-FFF2-40B4-BE49-F238E27FC236}">
                  <a16:creationId xmlns:a16="http://schemas.microsoft.com/office/drawing/2014/main" id="{E7D2BDDC-F788-4F3D-BEDF-953EB27DD111}"/>
                </a:ext>
              </a:extLst>
            </p:cNvPr>
            <p:cNvSpPr/>
            <p:nvPr/>
          </p:nvSpPr>
          <p:spPr>
            <a:xfrm>
              <a:off x="-2227923" y="4868152"/>
              <a:ext cx="891615" cy="213360"/>
            </a:xfrm>
            <a:prstGeom prst="rect">
              <a:avLst/>
            </a:prstGeom>
            <a:solidFill>
              <a:srgbClr val="FF0000"/>
            </a:solidFill>
            <a:ln w="635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반품신청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  <p:grpSp>
          <p:nvGrpSpPr>
            <p:cNvPr id="189" name="Image">
              <a:extLst>
                <a:ext uri="{FF2B5EF4-FFF2-40B4-BE49-F238E27FC236}">
                  <a16:creationId xmlns:a16="http://schemas.microsoft.com/office/drawing/2014/main" id="{6D79BBA9-8494-497E-8C31-6A41E60436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326" y="1150690"/>
              <a:ext cx="204716" cy="209797"/>
              <a:chOff x="508000" y="1397000"/>
              <a:chExt cx="1008112" cy="1008112"/>
            </a:xfrm>
          </p:grpSpPr>
          <p:sp>
            <p:nvSpPr>
              <p:cNvPr id="200" name="Border">
                <a:extLst>
                  <a:ext uri="{FF2B5EF4-FFF2-40B4-BE49-F238E27FC236}">
                    <a16:creationId xmlns:a16="http://schemas.microsoft.com/office/drawing/2014/main" id="{8860CA92-E2A5-4427-90DB-2D84DE717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1" name="Line 2">
                <a:extLst>
                  <a:ext uri="{FF2B5EF4-FFF2-40B4-BE49-F238E27FC236}">
                    <a16:creationId xmlns:a16="http://schemas.microsoft.com/office/drawing/2014/main" id="{B474811D-B31E-425E-A72A-57D36DA1F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2" name="Line 1">
                <a:extLst>
                  <a:ext uri="{FF2B5EF4-FFF2-40B4-BE49-F238E27FC236}">
                    <a16:creationId xmlns:a16="http://schemas.microsoft.com/office/drawing/2014/main" id="{EEEC624B-9D27-4BA4-867F-AD9516EE9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53E1F1BB-FB36-49A8-9CEF-83475F2CD81C}"/>
                </a:ext>
              </a:extLst>
            </p:cNvPr>
            <p:cNvSpPr/>
            <p:nvPr/>
          </p:nvSpPr>
          <p:spPr>
            <a:xfrm>
              <a:off x="-1229499" y="4868152"/>
              <a:ext cx="891615" cy="21336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>
                  <a:solidFill>
                    <a:schemeClr val="bg1"/>
                  </a:solidFill>
                </a:rPr>
                <a:t>창닫기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E898E592-079D-455E-ACED-318D7943D820}"/>
                </a:ext>
              </a:extLst>
            </p:cNvPr>
            <p:cNvSpPr txBox="1"/>
            <p:nvPr/>
          </p:nvSpPr>
          <p:spPr>
            <a:xfrm>
              <a:off x="-3074177" y="1555323"/>
              <a:ext cx="64633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주문상품</a:t>
              </a:r>
            </a:p>
          </p:txBody>
        </p:sp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DD19A04F-8AE6-4804-B72B-5AB46005EBCF}"/>
                </a:ext>
              </a:extLst>
            </p:cNvPr>
            <p:cNvGrpSpPr/>
            <p:nvPr/>
          </p:nvGrpSpPr>
          <p:grpSpPr>
            <a:xfrm>
              <a:off x="-3036963" y="1881678"/>
              <a:ext cx="689346" cy="440906"/>
              <a:chOff x="2843808" y="1955121"/>
              <a:chExt cx="1674813" cy="596970"/>
            </a:xfrm>
            <a:solidFill>
              <a:schemeClr val="bg1">
                <a:lumMod val="95000"/>
              </a:schemeClr>
            </a:solidFill>
          </p:grpSpPr>
          <p:sp>
            <p:nvSpPr>
              <p:cNvPr id="196" name="Border">
                <a:extLst>
                  <a:ext uri="{FF2B5EF4-FFF2-40B4-BE49-F238E27FC236}">
                    <a16:creationId xmlns:a16="http://schemas.microsoft.com/office/drawing/2014/main" id="{49895EF0-5967-4A7A-80D5-180708280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7" name="Line 2">
                <a:extLst>
                  <a:ext uri="{FF2B5EF4-FFF2-40B4-BE49-F238E27FC236}">
                    <a16:creationId xmlns:a16="http://schemas.microsoft.com/office/drawing/2014/main" id="{F51AA1F2-910A-4E02-9248-2E196DF15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Line 1">
                <a:extLst>
                  <a:ext uri="{FF2B5EF4-FFF2-40B4-BE49-F238E27FC236}">
                    <a16:creationId xmlns:a16="http://schemas.microsoft.com/office/drawing/2014/main" id="{2ADE6638-801D-414A-B7A1-D0020DDC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7BE6CBCE-10EE-4941-A382-2EE5666B5C9D}"/>
                  </a:ext>
                </a:extLst>
              </p:cNvPr>
              <p:cNvSpPr txBox="1"/>
              <p:nvPr/>
            </p:nvSpPr>
            <p:spPr>
              <a:xfrm>
                <a:off x="3040778" y="2095286"/>
                <a:ext cx="1280873" cy="3125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Image</a:t>
                </a:r>
                <a:endPara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  <p:sp>
          <p:nvSpPr>
            <p:cNvPr id="193" name="직사각형 192">
              <a:extLst>
                <a:ext uri="{FF2B5EF4-FFF2-40B4-BE49-F238E27FC236}">
                  <a16:creationId xmlns:a16="http://schemas.microsoft.com/office/drawing/2014/main" id="{C5B457FE-4B53-4959-BDBF-D270C95AEA8B}"/>
                </a:ext>
              </a:extLst>
            </p:cNvPr>
            <p:cNvSpPr/>
            <p:nvPr/>
          </p:nvSpPr>
          <p:spPr>
            <a:xfrm>
              <a:off x="-2326534" y="1881678"/>
              <a:ext cx="2116119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  <a:p>
              <a:pPr>
                <a:lnSpc>
                  <a:spcPct val="150000"/>
                </a:lnSpc>
                <a:defRPr/>
              </a:pPr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옵션 </a:t>
              </a:r>
              <a:r>
                <a:rPr lang="en-US" altLang="ko-KR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1  /  2</a:t>
              </a:r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개</a:t>
              </a:r>
              <a:endParaRPr lang="ko-KR" altLang="en-US" sz="800" b="1" dirty="0"/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E8D37E87-292C-4A50-8E2F-5F8E619438D4}"/>
                </a:ext>
              </a:extLst>
            </p:cNvPr>
            <p:cNvSpPr txBox="1"/>
            <p:nvPr/>
          </p:nvSpPr>
          <p:spPr>
            <a:xfrm>
              <a:off x="-3074177" y="2517827"/>
              <a:ext cx="64633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반품사유</a:t>
              </a:r>
            </a:p>
          </p:txBody>
        </p:sp>
        <p:sp>
          <p:nvSpPr>
            <p:cNvPr id="195" name="직사각형 194">
              <a:extLst>
                <a:ext uri="{FF2B5EF4-FFF2-40B4-BE49-F238E27FC236}">
                  <a16:creationId xmlns:a16="http://schemas.microsoft.com/office/drawing/2014/main" id="{1FE79434-7DBA-4AC2-8F7A-79BF6E9C662C}"/>
                </a:ext>
              </a:extLst>
            </p:cNvPr>
            <p:cNvSpPr/>
            <p:nvPr/>
          </p:nvSpPr>
          <p:spPr>
            <a:xfrm>
              <a:off x="-3038013" y="2801053"/>
              <a:ext cx="3471371" cy="250173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단순변심</a:t>
              </a:r>
              <a:r>
                <a:rPr lang="ko-KR" altLang="en-US" sz="800" dirty="0">
                  <a:solidFill>
                    <a:schemeClr val="tx1"/>
                  </a:solidFill>
                </a:rPr>
                <a:t>                                                                          ▼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A45CC1E0-5885-4C7D-AE98-FA00025EA557}"/>
                </a:ext>
              </a:extLst>
            </p:cNvPr>
            <p:cNvSpPr txBox="1"/>
            <p:nvPr/>
          </p:nvSpPr>
          <p:spPr>
            <a:xfrm>
              <a:off x="-3075020" y="3343189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상품회수방법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B515194B-1B98-4D6C-8BD3-E1B2E68A50C7}"/>
                </a:ext>
              </a:extLst>
            </p:cNvPr>
            <p:cNvSpPr txBox="1"/>
            <p:nvPr/>
          </p:nvSpPr>
          <p:spPr>
            <a:xfrm>
              <a:off x="-3077675" y="3645435"/>
              <a:ext cx="1699504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● 자동회수       ○ 수동회수</a:t>
              </a:r>
            </a:p>
          </p:txBody>
        </p:sp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8664E076-4133-490A-A489-BEFC162D8EAA}"/>
                </a:ext>
              </a:extLst>
            </p:cNvPr>
            <p:cNvSpPr/>
            <p:nvPr/>
          </p:nvSpPr>
          <p:spPr>
            <a:xfrm>
              <a:off x="-3038014" y="3962058"/>
              <a:ext cx="3471371" cy="684281"/>
            </a:xfrm>
            <a:prstGeom prst="rect">
              <a:avLst/>
            </a:prstGeom>
            <a:noFill/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150000"/>
                </a:lnSpc>
              </a:pPr>
              <a:r>
                <a:rPr lang="en-US" altLang="ko-KR" sz="800" dirty="0">
                  <a:solidFill>
                    <a:schemeClr val="tx1"/>
                  </a:solidFill>
                </a:rPr>
                <a:t>※ </a:t>
              </a:r>
              <a:r>
                <a:rPr lang="ko-KR" altLang="en-US" sz="800" dirty="0">
                  <a:solidFill>
                    <a:schemeClr val="tx1"/>
                  </a:solidFill>
                </a:rPr>
                <a:t>반품이라고 표기해서 문 앞에 두시면 </a:t>
              </a:r>
              <a:r>
                <a:rPr lang="en-US" altLang="ko-KR" sz="800" dirty="0">
                  <a:solidFill>
                    <a:schemeClr val="tx1"/>
                  </a:solidFill>
                </a:rPr>
                <a:t>“</a:t>
              </a:r>
              <a:r>
                <a:rPr lang="ko-KR" altLang="en-US" sz="800" dirty="0">
                  <a:solidFill>
                    <a:schemeClr val="tx1"/>
                  </a:solidFill>
                </a:rPr>
                <a:t>한진택배</a:t>
              </a:r>
              <a:r>
                <a:rPr lang="en-US" altLang="ko-KR" sz="800" dirty="0">
                  <a:solidFill>
                    <a:schemeClr val="tx1"/>
                  </a:solidFill>
                </a:rPr>
                <a:t>”</a:t>
              </a:r>
              <a:r>
                <a:rPr lang="ko-KR" altLang="en-US" sz="800" dirty="0">
                  <a:solidFill>
                    <a:schemeClr val="tx1"/>
                  </a:solidFill>
                </a:rPr>
                <a:t>에서 회수합니다</a:t>
              </a:r>
              <a:r>
                <a:rPr lang="en-US" altLang="ko-KR" sz="800" dirty="0">
                  <a:solidFill>
                    <a:schemeClr val="tx1"/>
                  </a:solidFill>
                </a:rPr>
                <a:t>.</a:t>
              </a:r>
              <a:r>
                <a:rPr lang="ko-KR" altLang="en-US" sz="800" dirty="0">
                  <a:solidFill>
                    <a:schemeClr val="tx1"/>
                  </a:solidFill>
                </a:rPr>
                <a:t> </a:t>
              </a:r>
              <a:endParaRPr lang="en-US" altLang="ko-KR" sz="800" dirty="0">
                <a:solidFill>
                  <a:schemeClr val="tx1"/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dirty="0">
                  <a:solidFill>
                    <a:schemeClr val="tx1"/>
                  </a:solidFill>
                </a:rPr>
                <a:t>   물품에 문제가 없을 경우 택배비가 발생합니다</a:t>
              </a:r>
              <a:r>
                <a:rPr lang="en-US" altLang="ko-KR" sz="800" dirty="0">
                  <a:solidFill>
                    <a:schemeClr val="tx1"/>
                  </a:solidFill>
                </a:rPr>
                <a:t>.</a:t>
              </a:r>
            </a:p>
          </p:txBody>
        </p:sp>
      </p:grpSp>
      <p:grpSp>
        <p:nvGrpSpPr>
          <p:cNvPr id="227" name="그룹 226">
            <a:extLst>
              <a:ext uri="{FF2B5EF4-FFF2-40B4-BE49-F238E27FC236}">
                <a16:creationId xmlns:a16="http://schemas.microsoft.com/office/drawing/2014/main" id="{BCD10A30-7EC7-4AAC-8C8B-97E6E018A96D}"/>
              </a:ext>
            </a:extLst>
          </p:cNvPr>
          <p:cNvGrpSpPr/>
          <p:nvPr/>
        </p:nvGrpSpPr>
        <p:grpSpPr>
          <a:xfrm>
            <a:off x="481650" y="536311"/>
            <a:ext cx="3935785" cy="4360092"/>
            <a:chOff x="-3314154" y="1030623"/>
            <a:chExt cx="3935785" cy="4360092"/>
          </a:xfrm>
        </p:grpSpPr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670C25F3-C0A3-440C-B5F8-33AAB4A90973}"/>
                </a:ext>
              </a:extLst>
            </p:cNvPr>
            <p:cNvSpPr/>
            <p:nvPr/>
          </p:nvSpPr>
          <p:spPr>
            <a:xfrm>
              <a:off x="-3314154" y="1030623"/>
              <a:ext cx="3935785" cy="4360092"/>
            </a:xfrm>
            <a:prstGeom prst="rect">
              <a:avLst/>
            </a:prstGeom>
            <a:ln>
              <a:solidFill>
                <a:schemeClr val="dk1"/>
              </a:solidFill>
            </a:ln>
            <a:effectLst>
              <a:outerShdw blurRad="63500" sx="101000" sy="101000" algn="ctr" rotWithShape="0">
                <a:schemeClr val="tx1">
                  <a:alpha val="50000"/>
                </a:schemeClr>
              </a:outerShdw>
              <a:softEdge rad="12700"/>
            </a:effectLst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38F96062-CB7B-444B-8620-F1E5522C14D1}"/>
                </a:ext>
              </a:extLst>
            </p:cNvPr>
            <p:cNvSpPr txBox="1"/>
            <p:nvPr/>
          </p:nvSpPr>
          <p:spPr>
            <a:xfrm>
              <a:off x="-3211136" y="1183189"/>
              <a:ext cx="1032655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○ 반품신청하기</a:t>
              </a:r>
              <a:endParaRPr lang="ko-KR" altLang="en-US" sz="900" dirty="0"/>
            </a:p>
          </p:txBody>
        </p:sp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D8882CCD-6101-4C0F-A1A5-FDAAA8A32D37}"/>
                </a:ext>
              </a:extLst>
            </p:cNvPr>
            <p:cNvSpPr/>
            <p:nvPr/>
          </p:nvSpPr>
          <p:spPr>
            <a:xfrm>
              <a:off x="-2227923" y="4868152"/>
              <a:ext cx="891615" cy="213360"/>
            </a:xfrm>
            <a:prstGeom prst="rect">
              <a:avLst/>
            </a:prstGeom>
            <a:solidFill>
              <a:srgbClr val="FF0000"/>
            </a:solidFill>
            <a:ln w="635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반품신청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  <p:grpSp>
          <p:nvGrpSpPr>
            <p:cNvPr id="231" name="Image">
              <a:extLst>
                <a:ext uri="{FF2B5EF4-FFF2-40B4-BE49-F238E27FC236}">
                  <a16:creationId xmlns:a16="http://schemas.microsoft.com/office/drawing/2014/main" id="{8F3271D1-BAD7-4676-9AE8-9067DFC64B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326" y="1150690"/>
              <a:ext cx="204716" cy="209797"/>
              <a:chOff x="508000" y="1397000"/>
              <a:chExt cx="1008112" cy="1008112"/>
            </a:xfrm>
          </p:grpSpPr>
          <p:sp>
            <p:nvSpPr>
              <p:cNvPr id="245" name="Border">
                <a:extLst>
                  <a:ext uri="{FF2B5EF4-FFF2-40B4-BE49-F238E27FC236}">
                    <a16:creationId xmlns:a16="http://schemas.microsoft.com/office/drawing/2014/main" id="{81591179-7961-4F7B-9F50-5CCAE8C48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6" name="Line 2">
                <a:extLst>
                  <a:ext uri="{FF2B5EF4-FFF2-40B4-BE49-F238E27FC236}">
                    <a16:creationId xmlns:a16="http://schemas.microsoft.com/office/drawing/2014/main" id="{401F7C57-7C60-409F-8D02-85797885C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7" name="Line 1">
                <a:extLst>
                  <a:ext uri="{FF2B5EF4-FFF2-40B4-BE49-F238E27FC236}">
                    <a16:creationId xmlns:a16="http://schemas.microsoft.com/office/drawing/2014/main" id="{F5C54742-752D-4BA9-B001-FD49B669F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9683374B-6B5B-4937-AD04-C4860C57E981}"/>
                </a:ext>
              </a:extLst>
            </p:cNvPr>
            <p:cNvSpPr/>
            <p:nvPr/>
          </p:nvSpPr>
          <p:spPr>
            <a:xfrm>
              <a:off x="-1229499" y="4868152"/>
              <a:ext cx="891615" cy="21336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>
                  <a:solidFill>
                    <a:schemeClr val="bg1"/>
                  </a:solidFill>
                </a:rPr>
                <a:t>창닫기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E27E2D30-B115-44B9-9581-2B73EA80DA5F}"/>
                </a:ext>
              </a:extLst>
            </p:cNvPr>
            <p:cNvSpPr txBox="1"/>
            <p:nvPr/>
          </p:nvSpPr>
          <p:spPr>
            <a:xfrm>
              <a:off x="-3074177" y="1555323"/>
              <a:ext cx="64633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주문상품</a:t>
              </a:r>
            </a:p>
          </p:txBody>
        </p:sp>
        <p:grpSp>
          <p:nvGrpSpPr>
            <p:cNvPr id="234" name="그룹 233">
              <a:extLst>
                <a:ext uri="{FF2B5EF4-FFF2-40B4-BE49-F238E27FC236}">
                  <a16:creationId xmlns:a16="http://schemas.microsoft.com/office/drawing/2014/main" id="{3FC19D8E-AE65-415D-8779-D853688C1B8B}"/>
                </a:ext>
              </a:extLst>
            </p:cNvPr>
            <p:cNvGrpSpPr/>
            <p:nvPr/>
          </p:nvGrpSpPr>
          <p:grpSpPr>
            <a:xfrm>
              <a:off x="-3036963" y="1881678"/>
              <a:ext cx="689346" cy="440906"/>
              <a:chOff x="2843808" y="1955121"/>
              <a:chExt cx="1674813" cy="596970"/>
            </a:xfrm>
            <a:solidFill>
              <a:schemeClr val="bg1">
                <a:lumMod val="95000"/>
              </a:schemeClr>
            </a:solidFill>
          </p:grpSpPr>
          <p:sp>
            <p:nvSpPr>
              <p:cNvPr id="241" name="Border">
                <a:extLst>
                  <a:ext uri="{FF2B5EF4-FFF2-40B4-BE49-F238E27FC236}">
                    <a16:creationId xmlns:a16="http://schemas.microsoft.com/office/drawing/2014/main" id="{1CE74FE5-2765-4EDD-8ABB-15675137F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2" name="Line 2">
                <a:extLst>
                  <a:ext uri="{FF2B5EF4-FFF2-40B4-BE49-F238E27FC236}">
                    <a16:creationId xmlns:a16="http://schemas.microsoft.com/office/drawing/2014/main" id="{FFB62B01-AA7E-41C4-B7CF-95B427122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3" name="Line 1">
                <a:extLst>
                  <a:ext uri="{FF2B5EF4-FFF2-40B4-BE49-F238E27FC236}">
                    <a16:creationId xmlns:a16="http://schemas.microsoft.com/office/drawing/2014/main" id="{26EDFE89-B341-4774-9E32-6DA59C147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B102C3F6-BE70-451D-9D99-EA81E8276583}"/>
                  </a:ext>
                </a:extLst>
              </p:cNvPr>
              <p:cNvSpPr txBox="1"/>
              <p:nvPr/>
            </p:nvSpPr>
            <p:spPr>
              <a:xfrm>
                <a:off x="3040778" y="2095286"/>
                <a:ext cx="1280873" cy="3125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Image</a:t>
                </a:r>
                <a:endPara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0E5D33A2-078D-4F77-8EEB-3563A194D72A}"/>
                </a:ext>
              </a:extLst>
            </p:cNvPr>
            <p:cNvSpPr/>
            <p:nvPr/>
          </p:nvSpPr>
          <p:spPr>
            <a:xfrm>
              <a:off x="-2326534" y="1881678"/>
              <a:ext cx="2116119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  <a:p>
              <a:pPr>
                <a:lnSpc>
                  <a:spcPct val="150000"/>
                </a:lnSpc>
                <a:defRPr/>
              </a:pPr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옵션 </a:t>
              </a:r>
              <a:r>
                <a:rPr lang="en-US" altLang="ko-KR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1  /  2</a:t>
              </a:r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개</a:t>
              </a:r>
              <a:endParaRPr lang="ko-KR" altLang="en-US" sz="800" b="1" dirty="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EACAF288-7FB6-4E18-AB87-EC86D5EC616E}"/>
                </a:ext>
              </a:extLst>
            </p:cNvPr>
            <p:cNvSpPr txBox="1"/>
            <p:nvPr/>
          </p:nvSpPr>
          <p:spPr>
            <a:xfrm>
              <a:off x="-3074177" y="2517827"/>
              <a:ext cx="64633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반품사유</a:t>
              </a: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94B86C4B-54A4-4A0C-A6D8-8FB31534704D}"/>
                </a:ext>
              </a:extLst>
            </p:cNvPr>
            <p:cNvSpPr/>
            <p:nvPr/>
          </p:nvSpPr>
          <p:spPr>
            <a:xfrm>
              <a:off x="-3038013" y="2801053"/>
              <a:ext cx="3471371" cy="250173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단순변심</a:t>
              </a:r>
              <a:r>
                <a:rPr lang="ko-KR" altLang="en-US" sz="800" dirty="0">
                  <a:solidFill>
                    <a:schemeClr val="tx1"/>
                  </a:solidFill>
                </a:rPr>
                <a:t>                                                                          ▼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D9A6B9B1-C701-4C6F-9861-66FE9C5A4108}"/>
                </a:ext>
              </a:extLst>
            </p:cNvPr>
            <p:cNvSpPr txBox="1"/>
            <p:nvPr/>
          </p:nvSpPr>
          <p:spPr>
            <a:xfrm>
              <a:off x="-3075020" y="3343189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상품회수방법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B485DE25-97E8-4D92-AA67-BC2F7A7DE416}"/>
                </a:ext>
              </a:extLst>
            </p:cNvPr>
            <p:cNvSpPr txBox="1"/>
            <p:nvPr/>
          </p:nvSpPr>
          <p:spPr>
            <a:xfrm>
              <a:off x="-3077675" y="3645435"/>
              <a:ext cx="1699504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○ 자동회수       ● 수동회수</a:t>
              </a:r>
            </a:p>
          </p:txBody>
        </p:sp>
        <p:sp>
          <p:nvSpPr>
            <p:cNvPr id="240" name="직사각형 239">
              <a:extLst>
                <a:ext uri="{FF2B5EF4-FFF2-40B4-BE49-F238E27FC236}">
                  <a16:creationId xmlns:a16="http://schemas.microsoft.com/office/drawing/2014/main" id="{8C861117-B4E8-49DA-A932-0D1AC068C54E}"/>
                </a:ext>
              </a:extLst>
            </p:cNvPr>
            <p:cNvSpPr/>
            <p:nvPr/>
          </p:nvSpPr>
          <p:spPr>
            <a:xfrm>
              <a:off x="-3038014" y="3967467"/>
              <a:ext cx="3471371" cy="710360"/>
            </a:xfrm>
            <a:prstGeom prst="rect">
              <a:avLst/>
            </a:prstGeom>
            <a:noFill/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150000"/>
                </a:lnSpc>
              </a:pPr>
              <a:r>
                <a:rPr lang="en-US" altLang="ko-KR" sz="800" dirty="0">
                  <a:solidFill>
                    <a:schemeClr val="tx1"/>
                  </a:solidFill>
                </a:rPr>
                <a:t>   </a:t>
              </a:r>
              <a:r>
                <a:rPr lang="ko-KR" altLang="en-US" sz="800" dirty="0">
                  <a:solidFill>
                    <a:schemeClr val="tx1"/>
                  </a:solidFill>
                </a:rPr>
                <a:t>상품회수주소</a:t>
              </a:r>
              <a:endParaRPr lang="en-US" altLang="ko-KR" sz="800" dirty="0">
                <a:solidFill>
                  <a:schemeClr val="tx1"/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800" dirty="0">
                  <a:solidFill>
                    <a:schemeClr val="tx1"/>
                  </a:solidFill>
                </a:rPr>
                <a:t>   20202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800" dirty="0">
                  <a:solidFill>
                    <a:schemeClr val="tx1"/>
                  </a:solidFill>
                </a:rPr>
                <a:t>   </a:t>
              </a:r>
              <a:r>
                <a:rPr lang="ko-KR" altLang="en-US" sz="800" dirty="0">
                  <a:solidFill>
                    <a:schemeClr val="tx1"/>
                  </a:solidFill>
                </a:rPr>
                <a:t>서울시 마포구 공덕동 </a:t>
              </a:r>
              <a:r>
                <a:rPr lang="en-US" altLang="ko-KR" sz="800" dirty="0">
                  <a:solidFill>
                    <a:schemeClr val="tx1"/>
                  </a:solidFill>
                </a:rPr>
                <a:t>2003</a:t>
              </a:r>
              <a:r>
                <a:rPr lang="ko-KR" altLang="en-US" sz="800" dirty="0">
                  <a:solidFill>
                    <a:schemeClr val="tx1"/>
                  </a:solidFill>
                </a:rPr>
                <a:t> 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</p:grpSp>
      <p:cxnSp>
        <p:nvCxnSpPr>
          <p:cNvPr id="60" name="직선 화살표 연결선 59">
            <a:extLst>
              <a:ext uri="{FF2B5EF4-FFF2-40B4-BE49-F238E27FC236}">
                <a16:creationId xmlns:a16="http://schemas.microsoft.com/office/drawing/2014/main" id="{D735C341-A7EB-4A83-8880-FE3F6C1D08B1}"/>
              </a:ext>
            </a:extLst>
          </p:cNvPr>
          <p:cNvCxnSpPr>
            <a:cxnSpLocks/>
            <a:stCxn id="59" idx="0"/>
          </p:cNvCxnSpPr>
          <p:nvPr/>
        </p:nvCxnSpPr>
        <p:spPr>
          <a:xfrm flipV="1">
            <a:off x="8464394" y="4706434"/>
            <a:ext cx="0" cy="684281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타원 247">
            <a:extLst>
              <a:ext uri="{FF2B5EF4-FFF2-40B4-BE49-F238E27FC236}">
                <a16:creationId xmlns:a16="http://schemas.microsoft.com/office/drawing/2014/main" id="{855D0178-F4D7-40DE-875E-04A158C89DEC}"/>
              </a:ext>
            </a:extLst>
          </p:cNvPr>
          <p:cNvSpPr/>
          <p:nvPr/>
        </p:nvSpPr>
        <p:spPr>
          <a:xfrm>
            <a:off x="4937350" y="3067089"/>
            <a:ext cx="2084655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49" name="직선 화살표 연결선 248">
            <a:extLst>
              <a:ext uri="{FF2B5EF4-FFF2-40B4-BE49-F238E27FC236}">
                <a16:creationId xmlns:a16="http://schemas.microsoft.com/office/drawing/2014/main" id="{81A56085-492D-47E7-B9B7-E7EF9B2545A1}"/>
              </a:ext>
            </a:extLst>
          </p:cNvPr>
          <p:cNvCxnSpPr>
            <a:cxnSpLocks/>
            <a:stCxn id="248" idx="2"/>
          </p:cNvCxnSpPr>
          <p:nvPr/>
        </p:nvCxnSpPr>
        <p:spPr>
          <a:xfrm flipH="1">
            <a:off x="2459496" y="3288901"/>
            <a:ext cx="2477854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2A704B23-D0C2-4A9E-A469-802FC7C93B2B}"/>
              </a:ext>
            </a:extLst>
          </p:cNvPr>
          <p:cNvSpPr/>
          <p:nvPr/>
        </p:nvSpPr>
        <p:spPr>
          <a:xfrm>
            <a:off x="491603" y="5304094"/>
            <a:ext cx="3935785" cy="5277873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CAC8503A-D629-4E9A-B162-698D5183242E}"/>
              </a:ext>
            </a:extLst>
          </p:cNvPr>
          <p:cNvSpPr txBox="1"/>
          <p:nvPr/>
        </p:nvSpPr>
        <p:spPr>
          <a:xfrm>
            <a:off x="594621" y="5456661"/>
            <a:ext cx="103265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반품신청하기</a:t>
            </a:r>
            <a:endParaRPr lang="ko-KR" altLang="en-US" sz="900" dirty="0"/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D09498B1-3F12-4E35-B4D3-15D2DF82BB4A}"/>
              </a:ext>
            </a:extLst>
          </p:cNvPr>
          <p:cNvSpPr/>
          <p:nvPr/>
        </p:nvSpPr>
        <p:spPr>
          <a:xfrm>
            <a:off x="1577834" y="10078147"/>
            <a:ext cx="891615" cy="213360"/>
          </a:xfrm>
          <a:prstGeom prst="rect">
            <a:avLst/>
          </a:prstGeom>
          <a:solidFill>
            <a:srgbClr val="FF000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반품신청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254" name="Image">
            <a:extLst>
              <a:ext uri="{FF2B5EF4-FFF2-40B4-BE49-F238E27FC236}">
                <a16:creationId xmlns:a16="http://schemas.microsoft.com/office/drawing/2014/main" id="{734D3479-7304-425A-BC83-90312432EE13}"/>
              </a:ext>
            </a:extLst>
          </p:cNvPr>
          <p:cNvGrpSpPr>
            <a:grpSpLocks/>
          </p:cNvGrpSpPr>
          <p:nvPr/>
        </p:nvGrpSpPr>
        <p:grpSpPr bwMode="auto">
          <a:xfrm>
            <a:off x="4115083" y="5424162"/>
            <a:ext cx="204716" cy="209797"/>
            <a:chOff x="508000" y="1397000"/>
            <a:chExt cx="1008112" cy="1008112"/>
          </a:xfrm>
        </p:grpSpPr>
        <p:sp>
          <p:nvSpPr>
            <p:cNvPr id="268" name="Border">
              <a:extLst>
                <a:ext uri="{FF2B5EF4-FFF2-40B4-BE49-F238E27FC236}">
                  <a16:creationId xmlns:a16="http://schemas.microsoft.com/office/drawing/2014/main" id="{E545D390-B12F-428A-B3CB-6109A4F06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9" name="Line 2">
              <a:extLst>
                <a:ext uri="{FF2B5EF4-FFF2-40B4-BE49-F238E27FC236}">
                  <a16:creationId xmlns:a16="http://schemas.microsoft.com/office/drawing/2014/main" id="{538F9350-2486-4B85-83CB-DE8AAD74A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0" name="Line 1">
              <a:extLst>
                <a:ext uri="{FF2B5EF4-FFF2-40B4-BE49-F238E27FC236}">
                  <a16:creationId xmlns:a16="http://schemas.microsoft.com/office/drawing/2014/main" id="{B946D283-AFBE-4E4E-91FE-C29B77373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D3527065-7DE3-4F0B-BDFD-44AE0156C2AC}"/>
              </a:ext>
            </a:extLst>
          </p:cNvPr>
          <p:cNvSpPr/>
          <p:nvPr/>
        </p:nvSpPr>
        <p:spPr>
          <a:xfrm>
            <a:off x="2576258" y="10078147"/>
            <a:ext cx="891615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073C4847-ECED-4F41-943E-C51B22B958DF}"/>
              </a:ext>
            </a:extLst>
          </p:cNvPr>
          <p:cNvSpPr txBox="1"/>
          <p:nvPr/>
        </p:nvSpPr>
        <p:spPr>
          <a:xfrm>
            <a:off x="731580" y="5828795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주문상품</a:t>
            </a:r>
          </a:p>
        </p:txBody>
      </p: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53DEA932-39F8-4171-9B16-AAF66680023D}"/>
              </a:ext>
            </a:extLst>
          </p:cNvPr>
          <p:cNvGrpSpPr/>
          <p:nvPr/>
        </p:nvGrpSpPr>
        <p:grpSpPr>
          <a:xfrm>
            <a:off x="768794" y="6155150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264" name="Border">
              <a:extLst>
                <a:ext uri="{FF2B5EF4-FFF2-40B4-BE49-F238E27FC236}">
                  <a16:creationId xmlns:a16="http://schemas.microsoft.com/office/drawing/2014/main" id="{8C6CEA95-58D6-484A-B867-B649F325C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5" name="Line 2">
              <a:extLst>
                <a:ext uri="{FF2B5EF4-FFF2-40B4-BE49-F238E27FC236}">
                  <a16:creationId xmlns:a16="http://schemas.microsoft.com/office/drawing/2014/main" id="{74059CFA-370F-4EFB-B539-5BD9A8F5B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6" name="Line 1">
              <a:extLst>
                <a:ext uri="{FF2B5EF4-FFF2-40B4-BE49-F238E27FC236}">
                  <a16:creationId xmlns:a16="http://schemas.microsoft.com/office/drawing/2014/main" id="{0D8FE4ED-507C-4C41-9E60-3E79AE963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60887D7D-3CC2-44F5-9C57-A6D5B0FB4768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00EC9F91-4BA2-4C4C-9565-6B0718692A02}"/>
              </a:ext>
            </a:extLst>
          </p:cNvPr>
          <p:cNvSpPr/>
          <p:nvPr/>
        </p:nvSpPr>
        <p:spPr>
          <a:xfrm>
            <a:off x="1479223" y="6155150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45D85652-EC79-4525-83A3-3E4925B5A9FB}"/>
              </a:ext>
            </a:extLst>
          </p:cNvPr>
          <p:cNvSpPr txBox="1"/>
          <p:nvPr/>
        </p:nvSpPr>
        <p:spPr>
          <a:xfrm>
            <a:off x="731580" y="6791299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반품사유</a:t>
            </a:r>
          </a:p>
        </p:txBody>
      </p: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9DD3AA99-4727-4F28-9322-B1AB4CC823F9}"/>
              </a:ext>
            </a:extLst>
          </p:cNvPr>
          <p:cNvSpPr/>
          <p:nvPr/>
        </p:nvSpPr>
        <p:spPr>
          <a:xfrm>
            <a:off x="767744" y="7074525"/>
            <a:ext cx="3471371" cy="250173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기타                                                                               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8E952967-6486-4A42-861D-4DAF705F4E46}"/>
              </a:ext>
            </a:extLst>
          </p:cNvPr>
          <p:cNvSpPr txBox="1"/>
          <p:nvPr/>
        </p:nvSpPr>
        <p:spPr>
          <a:xfrm>
            <a:off x="730737" y="8553184"/>
            <a:ext cx="87716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상품회수방법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49B39AF2-F79C-4106-AA50-B868A57A359A}"/>
              </a:ext>
            </a:extLst>
          </p:cNvPr>
          <p:cNvSpPr txBox="1"/>
          <p:nvPr/>
        </p:nvSpPr>
        <p:spPr>
          <a:xfrm>
            <a:off x="728082" y="8855430"/>
            <a:ext cx="169950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○ 자동회수       ● 수동회수</a:t>
            </a:r>
          </a:p>
        </p:txBody>
      </p:sp>
      <p:sp>
        <p:nvSpPr>
          <p:cNvPr id="263" name="직사각형 262">
            <a:extLst>
              <a:ext uri="{FF2B5EF4-FFF2-40B4-BE49-F238E27FC236}">
                <a16:creationId xmlns:a16="http://schemas.microsoft.com/office/drawing/2014/main" id="{00B39261-1C1A-470B-ABC7-9195A40836FA}"/>
              </a:ext>
            </a:extLst>
          </p:cNvPr>
          <p:cNvSpPr/>
          <p:nvPr/>
        </p:nvSpPr>
        <p:spPr>
          <a:xfrm>
            <a:off x="767743" y="9177462"/>
            <a:ext cx="3471371" cy="710360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   </a:t>
            </a:r>
            <a:r>
              <a:rPr lang="ko-KR" altLang="en-US" sz="800" dirty="0">
                <a:solidFill>
                  <a:schemeClr val="tx1"/>
                </a:solidFill>
              </a:rPr>
              <a:t>상품회수주소</a:t>
            </a:r>
            <a:endParaRPr lang="en-US" altLang="ko-KR" sz="800" dirty="0">
              <a:solidFill>
                <a:schemeClr val="tx1"/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   20202</a:t>
            </a: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   </a:t>
            </a:r>
            <a:r>
              <a:rPr lang="ko-KR" altLang="en-US" sz="800" dirty="0">
                <a:solidFill>
                  <a:schemeClr val="tx1"/>
                </a:solidFill>
              </a:rPr>
              <a:t>서울시 마포구 공덕동 </a:t>
            </a:r>
            <a:r>
              <a:rPr lang="en-US" altLang="ko-KR" sz="800" dirty="0">
                <a:solidFill>
                  <a:schemeClr val="tx1"/>
                </a:solidFill>
              </a:rPr>
              <a:t>2003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9680BE1-E3C5-4D77-AA7E-0FFC46C5CBD7}"/>
              </a:ext>
            </a:extLst>
          </p:cNvPr>
          <p:cNvSpPr txBox="1"/>
          <p:nvPr/>
        </p:nvSpPr>
        <p:spPr>
          <a:xfrm>
            <a:off x="767743" y="7583759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기타내용</a:t>
            </a: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DA470288-7807-4D01-912F-7C40105467D7}"/>
              </a:ext>
            </a:extLst>
          </p:cNvPr>
          <p:cNvSpPr/>
          <p:nvPr/>
        </p:nvSpPr>
        <p:spPr>
          <a:xfrm>
            <a:off x="767743" y="7873352"/>
            <a:ext cx="3461418" cy="51105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기타 내용을 입력해 주세요 </a:t>
            </a:r>
          </a:p>
        </p:txBody>
      </p:sp>
      <p:cxnSp>
        <p:nvCxnSpPr>
          <p:cNvPr id="223" name="직선 화살표 연결선 222">
            <a:extLst>
              <a:ext uri="{FF2B5EF4-FFF2-40B4-BE49-F238E27FC236}">
                <a16:creationId xmlns:a16="http://schemas.microsoft.com/office/drawing/2014/main" id="{024C1074-D1AF-4CEC-A366-687DADBB50E2}"/>
              </a:ext>
            </a:extLst>
          </p:cNvPr>
          <p:cNvCxnSpPr>
            <a:cxnSpLocks/>
          </p:cNvCxnSpPr>
          <p:nvPr/>
        </p:nvCxnSpPr>
        <p:spPr>
          <a:xfrm flipH="1">
            <a:off x="1074549" y="7427500"/>
            <a:ext cx="16361" cy="581421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2" name="타원 221">
            <a:extLst>
              <a:ext uri="{FF2B5EF4-FFF2-40B4-BE49-F238E27FC236}">
                <a16:creationId xmlns:a16="http://schemas.microsoft.com/office/drawing/2014/main" id="{099E247D-BEA3-4932-9A9D-464720630B4F}"/>
              </a:ext>
            </a:extLst>
          </p:cNvPr>
          <p:cNvSpPr/>
          <p:nvPr/>
        </p:nvSpPr>
        <p:spPr>
          <a:xfrm>
            <a:off x="579471" y="6984040"/>
            <a:ext cx="1006931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BAC919A1-64F6-42C9-AE5E-6C6B12BF3E9F}"/>
              </a:ext>
            </a:extLst>
          </p:cNvPr>
          <p:cNvSpPr/>
          <p:nvPr/>
        </p:nvSpPr>
        <p:spPr>
          <a:xfrm>
            <a:off x="591397" y="2189407"/>
            <a:ext cx="1006931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72" name="직선 화살표 연결선 271">
            <a:extLst>
              <a:ext uri="{FF2B5EF4-FFF2-40B4-BE49-F238E27FC236}">
                <a16:creationId xmlns:a16="http://schemas.microsoft.com/office/drawing/2014/main" id="{8BA13E24-6585-42ED-B6AB-CAC785A4FC1D}"/>
              </a:ext>
            </a:extLst>
          </p:cNvPr>
          <p:cNvCxnSpPr>
            <a:cxnSpLocks/>
            <a:endCxn id="222" idx="0"/>
          </p:cNvCxnSpPr>
          <p:nvPr/>
        </p:nvCxnSpPr>
        <p:spPr>
          <a:xfrm>
            <a:off x="1074549" y="2633031"/>
            <a:ext cx="8388" cy="4351009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8E4E64E2-B2AB-4FC7-89E6-AB6318D55315}"/>
              </a:ext>
            </a:extLst>
          </p:cNvPr>
          <p:cNvSpPr txBox="1"/>
          <p:nvPr/>
        </p:nvSpPr>
        <p:spPr>
          <a:xfrm>
            <a:off x="8873135" y="534124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5B2DA7BE-C760-4BED-B231-B633402C12A4}"/>
              </a:ext>
            </a:extLst>
          </p:cNvPr>
          <p:cNvSpPr txBox="1"/>
          <p:nvPr/>
        </p:nvSpPr>
        <p:spPr>
          <a:xfrm>
            <a:off x="5043621" y="3639748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DD7B5309-1CC5-480D-B487-6791DF05FD1D}"/>
              </a:ext>
            </a:extLst>
          </p:cNvPr>
          <p:cNvSpPr txBox="1"/>
          <p:nvPr/>
        </p:nvSpPr>
        <p:spPr>
          <a:xfrm>
            <a:off x="1300248" y="2112733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8121407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타원 83">
            <a:extLst>
              <a:ext uri="{FF2B5EF4-FFF2-40B4-BE49-F238E27FC236}">
                <a16:creationId xmlns:a16="http://schemas.microsoft.com/office/drawing/2014/main" id="{0088EF82-A1B4-4F30-BE30-B157EFC2D6C8}"/>
              </a:ext>
            </a:extLst>
          </p:cNvPr>
          <p:cNvSpPr/>
          <p:nvPr/>
        </p:nvSpPr>
        <p:spPr>
          <a:xfrm>
            <a:off x="7916115" y="7009973"/>
            <a:ext cx="1006931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887E7612-08BF-481B-8604-4256EDF648FA}"/>
              </a:ext>
            </a:extLst>
          </p:cNvPr>
          <p:cNvGrpSpPr/>
          <p:nvPr/>
        </p:nvGrpSpPr>
        <p:grpSpPr>
          <a:xfrm>
            <a:off x="4937350" y="541720"/>
            <a:ext cx="3935785" cy="4360092"/>
            <a:chOff x="-3314154" y="1030623"/>
            <a:chExt cx="3935785" cy="4360092"/>
          </a:xfrm>
        </p:grpSpPr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342644C2-D409-42E9-BEB3-480D83A14309}"/>
                </a:ext>
              </a:extLst>
            </p:cNvPr>
            <p:cNvSpPr/>
            <p:nvPr/>
          </p:nvSpPr>
          <p:spPr>
            <a:xfrm>
              <a:off x="-3314154" y="1030623"/>
              <a:ext cx="3935785" cy="4360092"/>
            </a:xfrm>
            <a:prstGeom prst="rect">
              <a:avLst/>
            </a:prstGeom>
            <a:ln>
              <a:solidFill>
                <a:schemeClr val="dk1"/>
              </a:solidFill>
            </a:ln>
            <a:effectLst>
              <a:outerShdw blurRad="63500" sx="101000" sy="101000" algn="ctr" rotWithShape="0">
                <a:schemeClr val="tx1">
                  <a:alpha val="50000"/>
                </a:schemeClr>
              </a:outerShdw>
              <a:softEdge rad="12700"/>
            </a:effectLst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2D4F8A29-DC52-4C50-AC5E-459501974738}"/>
                </a:ext>
              </a:extLst>
            </p:cNvPr>
            <p:cNvSpPr txBox="1"/>
            <p:nvPr/>
          </p:nvSpPr>
          <p:spPr>
            <a:xfrm>
              <a:off x="-3211136" y="1183189"/>
              <a:ext cx="1032655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○ 교환신청하기</a:t>
              </a:r>
              <a:endParaRPr lang="ko-KR" altLang="en-US" sz="900" dirty="0"/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741780FE-B044-4716-A362-A315F8588E5F}"/>
                </a:ext>
              </a:extLst>
            </p:cNvPr>
            <p:cNvSpPr/>
            <p:nvPr/>
          </p:nvSpPr>
          <p:spPr>
            <a:xfrm>
              <a:off x="-2227923" y="4868152"/>
              <a:ext cx="891615" cy="213360"/>
            </a:xfrm>
            <a:prstGeom prst="rect">
              <a:avLst/>
            </a:prstGeom>
            <a:solidFill>
              <a:srgbClr val="FF0000"/>
            </a:solidFill>
            <a:ln w="635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반품신청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  <p:grpSp>
          <p:nvGrpSpPr>
            <p:cNvPr id="116" name="Image">
              <a:extLst>
                <a:ext uri="{FF2B5EF4-FFF2-40B4-BE49-F238E27FC236}">
                  <a16:creationId xmlns:a16="http://schemas.microsoft.com/office/drawing/2014/main" id="{EB7CFED1-211A-4525-8E47-A7A0EFBBFC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326" y="1150690"/>
              <a:ext cx="204716" cy="209797"/>
              <a:chOff x="508000" y="1397000"/>
              <a:chExt cx="1008112" cy="1008112"/>
            </a:xfrm>
          </p:grpSpPr>
          <p:sp>
            <p:nvSpPr>
              <p:cNvPr id="130" name="Border">
                <a:extLst>
                  <a:ext uri="{FF2B5EF4-FFF2-40B4-BE49-F238E27FC236}">
                    <a16:creationId xmlns:a16="http://schemas.microsoft.com/office/drawing/2014/main" id="{E32DA9C8-3501-4B5F-8FEA-8A11D8620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1" name="Line 2">
                <a:extLst>
                  <a:ext uri="{FF2B5EF4-FFF2-40B4-BE49-F238E27FC236}">
                    <a16:creationId xmlns:a16="http://schemas.microsoft.com/office/drawing/2014/main" id="{B7E6219F-D1C5-491C-A08D-D2D638C77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2" name="Line 1">
                <a:extLst>
                  <a:ext uri="{FF2B5EF4-FFF2-40B4-BE49-F238E27FC236}">
                    <a16:creationId xmlns:a16="http://schemas.microsoft.com/office/drawing/2014/main" id="{5A1D47DB-2EB3-4AEE-B493-75479E21F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17" name="직사각형 116">
              <a:extLst>
                <a:ext uri="{FF2B5EF4-FFF2-40B4-BE49-F238E27FC236}">
                  <a16:creationId xmlns:a16="http://schemas.microsoft.com/office/drawing/2014/main" id="{A4BA3EA5-4F60-4143-B8D7-B3AB4351C0EF}"/>
                </a:ext>
              </a:extLst>
            </p:cNvPr>
            <p:cNvSpPr/>
            <p:nvPr/>
          </p:nvSpPr>
          <p:spPr>
            <a:xfrm>
              <a:off x="-1229499" y="4868152"/>
              <a:ext cx="891615" cy="21336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>
                  <a:solidFill>
                    <a:schemeClr val="bg1"/>
                  </a:solidFill>
                </a:rPr>
                <a:t>창닫기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B3E85073-E93B-4D5D-B500-9294825DD061}"/>
                </a:ext>
              </a:extLst>
            </p:cNvPr>
            <p:cNvSpPr txBox="1"/>
            <p:nvPr/>
          </p:nvSpPr>
          <p:spPr>
            <a:xfrm>
              <a:off x="-3074177" y="1555323"/>
              <a:ext cx="64633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주문상품</a:t>
              </a:r>
            </a:p>
          </p:txBody>
        </p:sp>
        <p:grpSp>
          <p:nvGrpSpPr>
            <p:cNvPr id="119" name="그룹 118">
              <a:extLst>
                <a:ext uri="{FF2B5EF4-FFF2-40B4-BE49-F238E27FC236}">
                  <a16:creationId xmlns:a16="http://schemas.microsoft.com/office/drawing/2014/main" id="{A1AC11D7-77E9-44BA-9E50-479C0BD2A0DE}"/>
                </a:ext>
              </a:extLst>
            </p:cNvPr>
            <p:cNvGrpSpPr/>
            <p:nvPr/>
          </p:nvGrpSpPr>
          <p:grpSpPr>
            <a:xfrm>
              <a:off x="-3036963" y="1881678"/>
              <a:ext cx="689346" cy="440906"/>
              <a:chOff x="2843808" y="1955121"/>
              <a:chExt cx="1674813" cy="596970"/>
            </a:xfrm>
            <a:solidFill>
              <a:schemeClr val="bg1">
                <a:lumMod val="95000"/>
              </a:schemeClr>
            </a:solidFill>
          </p:grpSpPr>
          <p:sp>
            <p:nvSpPr>
              <p:cNvPr id="126" name="Border">
                <a:extLst>
                  <a:ext uri="{FF2B5EF4-FFF2-40B4-BE49-F238E27FC236}">
                    <a16:creationId xmlns:a16="http://schemas.microsoft.com/office/drawing/2014/main" id="{0FCDC8B6-578D-4C46-AA2E-D64B3C330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7" name="Line 2">
                <a:extLst>
                  <a:ext uri="{FF2B5EF4-FFF2-40B4-BE49-F238E27FC236}">
                    <a16:creationId xmlns:a16="http://schemas.microsoft.com/office/drawing/2014/main" id="{C08C2CF2-949B-42E8-83B2-CA9AFC5AA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8" name="Line 1">
                <a:extLst>
                  <a:ext uri="{FF2B5EF4-FFF2-40B4-BE49-F238E27FC236}">
                    <a16:creationId xmlns:a16="http://schemas.microsoft.com/office/drawing/2014/main" id="{EB8BB97A-C400-4741-994E-C2B591578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37CADA31-6554-491C-9BBD-D9F4CD1F4CF6}"/>
                  </a:ext>
                </a:extLst>
              </p:cNvPr>
              <p:cNvSpPr txBox="1"/>
              <p:nvPr/>
            </p:nvSpPr>
            <p:spPr>
              <a:xfrm>
                <a:off x="3040778" y="2095286"/>
                <a:ext cx="1280873" cy="3125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Image</a:t>
                </a:r>
                <a:endPara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  <p:sp>
          <p:nvSpPr>
            <p:cNvPr id="120" name="직사각형 119">
              <a:extLst>
                <a:ext uri="{FF2B5EF4-FFF2-40B4-BE49-F238E27FC236}">
                  <a16:creationId xmlns:a16="http://schemas.microsoft.com/office/drawing/2014/main" id="{69343730-970D-4DB9-A435-BED97135273B}"/>
                </a:ext>
              </a:extLst>
            </p:cNvPr>
            <p:cNvSpPr/>
            <p:nvPr/>
          </p:nvSpPr>
          <p:spPr>
            <a:xfrm>
              <a:off x="-2326534" y="1881678"/>
              <a:ext cx="2116119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  <a:p>
              <a:pPr>
                <a:lnSpc>
                  <a:spcPct val="150000"/>
                </a:lnSpc>
                <a:defRPr/>
              </a:pPr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옵션 </a:t>
              </a:r>
              <a:r>
                <a:rPr lang="en-US" altLang="ko-KR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1  /  2</a:t>
              </a:r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개</a:t>
              </a:r>
              <a:endParaRPr lang="ko-KR" altLang="en-US" sz="800" b="1" dirty="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3884EC74-4CB4-48CA-AC96-79A4EE2DC2CF}"/>
                </a:ext>
              </a:extLst>
            </p:cNvPr>
            <p:cNvSpPr txBox="1"/>
            <p:nvPr/>
          </p:nvSpPr>
          <p:spPr>
            <a:xfrm>
              <a:off x="-3074177" y="2517827"/>
              <a:ext cx="64633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교환사유</a:t>
              </a:r>
            </a:p>
          </p:txBody>
        </p: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8FB192FA-6051-4EC5-8B42-9C38412032FA}"/>
                </a:ext>
              </a:extLst>
            </p:cNvPr>
            <p:cNvSpPr/>
            <p:nvPr/>
          </p:nvSpPr>
          <p:spPr>
            <a:xfrm>
              <a:off x="-3038013" y="2801053"/>
              <a:ext cx="3471371" cy="250173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>
                  <a:solidFill>
                    <a:schemeClr val="tx1"/>
                  </a:solidFill>
                </a:rPr>
                <a:t>다른 상품이 배송되었습니다                                                 ▼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B56B381F-E66C-4241-A8CB-318C6599C4EA}"/>
                </a:ext>
              </a:extLst>
            </p:cNvPr>
            <p:cNvSpPr txBox="1"/>
            <p:nvPr/>
          </p:nvSpPr>
          <p:spPr>
            <a:xfrm>
              <a:off x="-3075020" y="3343189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상품회수방법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C5792DAC-BD32-48FA-9D27-868E7720E1DC}"/>
                </a:ext>
              </a:extLst>
            </p:cNvPr>
            <p:cNvSpPr txBox="1"/>
            <p:nvPr/>
          </p:nvSpPr>
          <p:spPr>
            <a:xfrm>
              <a:off x="-3077675" y="3645435"/>
              <a:ext cx="1699504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● 자동교환       ○ 수동교환</a:t>
              </a: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CB7BB57E-69E6-47E8-A606-A47EA61C8EE2}"/>
                </a:ext>
              </a:extLst>
            </p:cNvPr>
            <p:cNvSpPr/>
            <p:nvPr/>
          </p:nvSpPr>
          <p:spPr>
            <a:xfrm>
              <a:off x="-3038014" y="3962058"/>
              <a:ext cx="3471371" cy="684281"/>
            </a:xfrm>
            <a:prstGeom prst="rect">
              <a:avLst/>
            </a:prstGeom>
            <a:noFill/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150000"/>
                </a:lnSpc>
              </a:pPr>
              <a:r>
                <a:rPr lang="en-US" altLang="ko-KR" sz="800" dirty="0">
                  <a:solidFill>
                    <a:schemeClr val="tx1"/>
                  </a:solidFill>
                </a:rPr>
                <a:t>※ </a:t>
              </a:r>
              <a:r>
                <a:rPr lang="ko-KR" altLang="en-US" sz="800" dirty="0">
                  <a:solidFill>
                    <a:schemeClr val="tx1"/>
                  </a:solidFill>
                </a:rPr>
                <a:t>교환이라고 표기해서 문 앞에 두시면 </a:t>
              </a:r>
              <a:r>
                <a:rPr lang="en-US" altLang="ko-KR" sz="800" dirty="0">
                  <a:solidFill>
                    <a:schemeClr val="tx1"/>
                  </a:solidFill>
                </a:rPr>
                <a:t>“</a:t>
              </a:r>
              <a:r>
                <a:rPr lang="ko-KR" altLang="en-US" sz="800" dirty="0">
                  <a:solidFill>
                    <a:schemeClr val="tx1"/>
                  </a:solidFill>
                </a:rPr>
                <a:t>한진택배</a:t>
              </a:r>
              <a:r>
                <a:rPr lang="en-US" altLang="ko-KR" sz="800" dirty="0">
                  <a:solidFill>
                    <a:schemeClr val="tx1"/>
                  </a:solidFill>
                </a:rPr>
                <a:t>”</a:t>
              </a:r>
              <a:r>
                <a:rPr lang="ko-KR" altLang="en-US" sz="800" dirty="0">
                  <a:solidFill>
                    <a:schemeClr val="tx1"/>
                  </a:solidFill>
                </a:rPr>
                <a:t>에서 회수합니다</a:t>
              </a:r>
              <a:r>
                <a:rPr lang="en-US" altLang="ko-KR" sz="800" dirty="0">
                  <a:solidFill>
                    <a:schemeClr val="tx1"/>
                  </a:solidFill>
                </a:rPr>
                <a:t>.</a:t>
              </a:r>
              <a:r>
                <a:rPr lang="ko-KR" altLang="en-US" sz="800" dirty="0">
                  <a:solidFill>
                    <a:schemeClr val="tx1"/>
                  </a:solidFill>
                </a:rPr>
                <a:t> </a:t>
              </a:r>
              <a:endParaRPr lang="en-US" altLang="ko-KR" sz="800" dirty="0">
                <a:solidFill>
                  <a:schemeClr val="tx1"/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800" dirty="0">
                  <a:solidFill>
                    <a:schemeClr val="tx1"/>
                  </a:solidFill>
                </a:rPr>
                <a:t>   물품에 문제가 없을 경우 택배비가 발생합니다</a:t>
              </a:r>
              <a:r>
                <a:rPr lang="en-US" altLang="ko-KR" sz="800" dirty="0">
                  <a:solidFill>
                    <a:schemeClr val="tx1"/>
                  </a:solidFill>
                </a:rPr>
                <a:t>.</a:t>
              </a:r>
            </a:p>
          </p:txBody>
        </p: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7C87A503-0541-441D-9A2A-A3A8B5E8BEE5}"/>
              </a:ext>
            </a:extLst>
          </p:cNvPr>
          <p:cNvGrpSpPr/>
          <p:nvPr/>
        </p:nvGrpSpPr>
        <p:grpSpPr>
          <a:xfrm>
            <a:off x="481650" y="536311"/>
            <a:ext cx="3935785" cy="4360092"/>
            <a:chOff x="-3314154" y="1030623"/>
            <a:chExt cx="3935785" cy="4360092"/>
          </a:xfrm>
        </p:grpSpPr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8F4E4935-3F9B-49A2-9FF9-83D7F21B1A7A}"/>
                </a:ext>
              </a:extLst>
            </p:cNvPr>
            <p:cNvSpPr/>
            <p:nvPr/>
          </p:nvSpPr>
          <p:spPr>
            <a:xfrm>
              <a:off x="-3314154" y="1030623"/>
              <a:ext cx="3935785" cy="4360092"/>
            </a:xfrm>
            <a:prstGeom prst="rect">
              <a:avLst/>
            </a:prstGeom>
            <a:ln>
              <a:solidFill>
                <a:schemeClr val="dk1"/>
              </a:solidFill>
            </a:ln>
            <a:effectLst>
              <a:outerShdw blurRad="63500" sx="101000" sy="101000" algn="ctr" rotWithShape="0">
                <a:schemeClr val="tx1">
                  <a:alpha val="50000"/>
                </a:schemeClr>
              </a:outerShdw>
              <a:softEdge rad="12700"/>
            </a:effectLst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1AE83F9A-A804-4AD4-8BF9-47B4E4970C73}"/>
                </a:ext>
              </a:extLst>
            </p:cNvPr>
            <p:cNvSpPr txBox="1"/>
            <p:nvPr/>
          </p:nvSpPr>
          <p:spPr>
            <a:xfrm>
              <a:off x="-3211136" y="1183189"/>
              <a:ext cx="1032655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○ 교환신청하기</a:t>
              </a:r>
              <a:endParaRPr lang="ko-KR" altLang="en-US" sz="900" dirty="0"/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E8992FC0-0143-426F-B79D-8772881FA1CE}"/>
                </a:ext>
              </a:extLst>
            </p:cNvPr>
            <p:cNvSpPr/>
            <p:nvPr/>
          </p:nvSpPr>
          <p:spPr>
            <a:xfrm>
              <a:off x="-2227923" y="4868152"/>
              <a:ext cx="891615" cy="213360"/>
            </a:xfrm>
            <a:prstGeom prst="rect">
              <a:avLst/>
            </a:prstGeom>
            <a:solidFill>
              <a:srgbClr val="FF0000"/>
            </a:solidFill>
            <a:ln w="635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</a:rPr>
                <a:t>반품신청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59F26161-F1A4-4FB4-84D6-C94EB451A5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326" y="1150690"/>
              <a:ext cx="204716" cy="209797"/>
              <a:chOff x="508000" y="1397000"/>
              <a:chExt cx="1008112" cy="1008112"/>
            </a:xfrm>
          </p:grpSpPr>
          <p:sp>
            <p:nvSpPr>
              <p:cNvPr id="178" name="Border">
                <a:extLst>
                  <a:ext uri="{FF2B5EF4-FFF2-40B4-BE49-F238E27FC236}">
                    <a16:creationId xmlns:a16="http://schemas.microsoft.com/office/drawing/2014/main" id="{59222FE1-791F-450F-A3FA-9C43F9427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9" name="Line 2">
                <a:extLst>
                  <a:ext uri="{FF2B5EF4-FFF2-40B4-BE49-F238E27FC236}">
                    <a16:creationId xmlns:a16="http://schemas.microsoft.com/office/drawing/2014/main" id="{A07955BF-1A18-4D9F-B857-9C2898658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0" name="Line 1">
                <a:extLst>
                  <a:ext uri="{FF2B5EF4-FFF2-40B4-BE49-F238E27FC236}">
                    <a16:creationId xmlns:a16="http://schemas.microsoft.com/office/drawing/2014/main" id="{ECFB9282-86B3-44BF-836F-3D85BBEC4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AB8B323E-5724-4141-B52E-41FA12FD7A18}"/>
                </a:ext>
              </a:extLst>
            </p:cNvPr>
            <p:cNvSpPr/>
            <p:nvPr/>
          </p:nvSpPr>
          <p:spPr>
            <a:xfrm>
              <a:off x="-1229499" y="4868152"/>
              <a:ext cx="891615" cy="21336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>
                  <a:solidFill>
                    <a:schemeClr val="bg1"/>
                  </a:solidFill>
                </a:rPr>
                <a:t>창닫기</a:t>
              </a:r>
              <a:endParaRPr lang="en-US" altLang="ko-KR" sz="800" dirty="0">
                <a:solidFill>
                  <a:schemeClr val="bg1"/>
                </a:solidFill>
              </a:endParaRP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942CFDB-87AD-4682-B0FF-DD17000C9BCE}"/>
                </a:ext>
              </a:extLst>
            </p:cNvPr>
            <p:cNvSpPr txBox="1"/>
            <p:nvPr/>
          </p:nvSpPr>
          <p:spPr>
            <a:xfrm>
              <a:off x="-3074177" y="1555323"/>
              <a:ext cx="64633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주문상품</a:t>
              </a:r>
            </a:p>
          </p:txBody>
        </p:sp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872A2784-DD6E-40A7-94C2-8EEA627F74B7}"/>
                </a:ext>
              </a:extLst>
            </p:cNvPr>
            <p:cNvGrpSpPr/>
            <p:nvPr/>
          </p:nvGrpSpPr>
          <p:grpSpPr>
            <a:xfrm>
              <a:off x="-3036963" y="1881678"/>
              <a:ext cx="689346" cy="440906"/>
              <a:chOff x="2843808" y="1955121"/>
              <a:chExt cx="1674813" cy="596970"/>
            </a:xfrm>
            <a:solidFill>
              <a:schemeClr val="bg1">
                <a:lumMod val="95000"/>
              </a:schemeClr>
            </a:solidFill>
          </p:grpSpPr>
          <p:sp>
            <p:nvSpPr>
              <p:cNvPr id="174" name="Border">
                <a:extLst>
                  <a:ext uri="{FF2B5EF4-FFF2-40B4-BE49-F238E27FC236}">
                    <a16:creationId xmlns:a16="http://schemas.microsoft.com/office/drawing/2014/main" id="{8EA994C5-E90A-413C-BB58-BA893A734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5" name="Line 2">
                <a:extLst>
                  <a:ext uri="{FF2B5EF4-FFF2-40B4-BE49-F238E27FC236}">
                    <a16:creationId xmlns:a16="http://schemas.microsoft.com/office/drawing/2014/main" id="{345CDD63-AC25-4B98-921C-4C67CCBC6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6" name="Line 1">
                <a:extLst>
                  <a:ext uri="{FF2B5EF4-FFF2-40B4-BE49-F238E27FC236}">
                    <a16:creationId xmlns:a16="http://schemas.microsoft.com/office/drawing/2014/main" id="{58A15312-843A-4D7F-8046-082739953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808" y="1955121"/>
                <a:ext cx="1674813" cy="59697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6D99D08E-5FD3-432C-B9AC-0B6D5AB9F9B9}"/>
                  </a:ext>
                </a:extLst>
              </p:cNvPr>
              <p:cNvSpPr txBox="1"/>
              <p:nvPr/>
            </p:nvSpPr>
            <p:spPr>
              <a:xfrm>
                <a:off x="3040778" y="2095286"/>
                <a:ext cx="1280873" cy="3125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Image</a:t>
                </a:r>
                <a:endParaRPr lang="ko-KR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14CBFC62-1B6E-46E0-B869-C4A2C0251C8E}"/>
                </a:ext>
              </a:extLst>
            </p:cNvPr>
            <p:cNvSpPr/>
            <p:nvPr/>
          </p:nvSpPr>
          <p:spPr>
            <a:xfrm>
              <a:off x="-2326534" y="1881678"/>
              <a:ext cx="2116119" cy="4378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ko-KR" altLang="en-US" sz="800" b="1" dirty="0"/>
                <a:t>상품명</a:t>
              </a:r>
              <a:r>
                <a:rPr lang="en-US" altLang="ko-KR" sz="800" b="1" dirty="0"/>
                <a:t> 111111</a:t>
              </a:r>
              <a:endParaRPr lang="ko-KR" altLang="en-US" sz="800" b="1" dirty="0"/>
            </a:p>
            <a:p>
              <a:pPr>
                <a:lnSpc>
                  <a:spcPct val="150000"/>
                </a:lnSpc>
                <a:defRPr/>
              </a:pPr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옵션 </a:t>
              </a:r>
              <a:r>
                <a:rPr lang="en-US" altLang="ko-KR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1  /  2</a:t>
              </a:r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개</a:t>
              </a:r>
              <a:endParaRPr lang="ko-KR" altLang="en-US" sz="800" b="1" dirty="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8F28F5F-2247-48F5-A999-25ECDCC22384}"/>
                </a:ext>
              </a:extLst>
            </p:cNvPr>
            <p:cNvSpPr txBox="1"/>
            <p:nvPr/>
          </p:nvSpPr>
          <p:spPr>
            <a:xfrm>
              <a:off x="-3074177" y="2517827"/>
              <a:ext cx="64633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교환사유</a:t>
              </a:r>
            </a:p>
          </p:txBody>
        </p:sp>
        <p:sp>
          <p:nvSpPr>
            <p:cNvPr id="170" name="직사각형 169">
              <a:extLst>
                <a:ext uri="{FF2B5EF4-FFF2-40B4-BE49-F238E27FC236}">
                  <a16:creationId xmlns:a16="http://schemas.microsoft.com/office/drawing/2014/main" id="{70189901-8D87-45C7-86AE-1DBE786783AD}"/>
                </a:ext>
              </a:extLst>
            </p:cNvPr>
            <p:cNvSpPr/>
            <p:nvPr/>
          </p:nvSpPr>
          <p:spPr>
            <a:xfrm>
              <a:off x="-3038013" y="2801053"/>
              <a:ext cx="3471371" cy="250173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dirty="0">
                  <a:solidFill>
                    <a:schemeClr val="tx1"/>
                  </a:solidFill>
                </a:rPr>
                <a:t>다른 상품이 배송되었습니다                                                ▼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09BDB94-D3E7-45AC-B705-C37E3C9BF34F}"/>
                </a:ext>
              </a:extLst>
            </p:cNvPr>
            <p:cNvSpPr txBox="1"/>
            <p:nvPr/>
          </p:nvSpPr>
          <p:spPr>
            <a:xfrm>
              <a:off x="-3075020" y="3343189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상품회수방법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0E58A722-554A-4BAF-AB83-EECF6D60D0FA}"/>
                </a:ext>
              </a:extLst>
            </p:cNvPr>
            <p:cNvSpPr txBox="1"/>
            <p:nvPr/>
          </p:nvSpPr>
          <p:spPr>
            <a:xfrm>
              <a:off x="-3077675" y="3645435"/>
              <a:ext cx="1699504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○ 자동반품       ● 수동반품</a:t>
              </a:r>
            </a:p>
          </p:txBody>
        </p:sp>
        <p:sp>
          <p:nvSpPr>
            <p:cNvPr id="173" name="직사각형 172">
              <a:extLst>
                <a:ext uri="{FF2B5EF4-FFF2-40B4-BE49-F238E27FC236}">
                  <a16:creationId xmlns:a16="http://schemas.microsoft.com/office/drawing/2014/main" id="{F68D51C7-958D-4F7B-A5D1-A0165439F8E4}"/>
                </a:ext>
              </a:extLst>
            </p:cNvPr>
            <p:cNvSpPr/>
            <p:nvPr/>
          </p:nvSpPr>
          <p:spPr>
            <a:xfrm>
              <a:off x="-3038014" y="3967467"/>
              <a:ext cx="3471371" cy="710360"/>
            </a:xfrm>
            <a:prstGeom prst="rect">
              <a:avLst/>
            </a:prstGeom>
            <a:noFill/>
            <a:ln w="6350"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150000"/>
                </a:lnSpc>
              </a:pPr>
              <a:r>
                <a:rPr lang="en-US" altLang="ko-KR" sz="800" dirty="0">
                  <a:solidFill>
                    <a:schemeClr val="tx1"/>
                  </a:solidFill>
                </a:rPr>
                <a:t>   </a:t>
              </a:r>
              <a:r>
                <a:rPr lang="ko-KR" altLang="en-US" sz="800" dirty="0">
                  <a:solidFill>
                    <a:schemeClr val="tx1"/>
                  </a:solidFill>
                </a:rPr>
                <a:t>상품회수주소</a:t>
              </a:r>
              <a:endParaRPr lang="en-US" altLang="ko-KR" sz="800" dirty="0">
                <a:solidFill>
                  <a:schemeClr val="tx1"/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800" dirty="0">
                  <a:solidFill>
                    <a:schemeClr val="tx1"/>
                  </a:solidFill>
                </a:rPr>
                <a:t>   20202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800" dirty="0">
                  <a:solidFill>
                    <a:schemeClr val="tx1"/>
                  </a:solidFill>
                </a:rPr>
                <a:t>   </a:t>
              </a:r>
              <a:r>
                <a:rPr lang="ko-KR" altLang="en-US" sz="800" dirty="0">
                  <a:solidFill>
                    <a:schemeClr val="tx1"/>
                  </a:solidFill>
                </a:rPr>
                <a:t>서울시 마포구 공덕동 </a:t>
              </a:r>
              <a:r>
                <a:rPr lang="en-US" altLang="ko-KR" sz="800" dirty="0">
                  <a:solidFill>
                    <a:schemeClr val="tx1"/>
                  </a:solidFill>
                </a:rPr>
                <a:t>2003</a:t>
              </a:r>
              <a:r>
                <a:rPr lang="ko-KR" altLang="en-US" sz="800" dirty="0">
                  <a:solidFill>
                    <a:schemeClr val="tx1"/>
                  </a:solidFill>
                </a:rPr>
                <a:t> 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182" name="타원 181">
            <a:extLst>
              <a:ext uri="{FF2B5EF4-FFF2-40B4-BE49-F238E27FC236}">
                <a16:creationId xmlns:a16="http://schemas.microsoft.com/office/drawing/2014/main" id="{3220FEAD-B180-4055-BD92-F21CD969C35B}"/>
              </a:ext>
            </a:extLst>
          </p:cNvPr>
          <p:cNvSpPr/>
          <p:nvPr/>
        </p:nvSpPr>
        <p:spPr>
          <a:xfrm>
            <a:off x="4937350" y="3067089"/>
            <a:ext cx="2084655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83" name="직선 화살표 연결선 182">
            <a:extLst>
              <a:ext uri="{FF2B5EF4-FFF2-40B4-BE49-F238E27FC236}">
                <a16:creationId xmlns:a16="http://schemas.microsoft.com/office/drawing/2014/main" id="{731FB16C-3A9E-41FA-91FA-2E662999E6B8}"/>
              </a:ext>
            </a:extLst>
          </p:cNvPr>
          <p:cNvCxnSpPr>
            <a:cxnSpLocks/>
            <a:stCxn id="182" idx="2"/>
          </p:cNvCxnSpPr>
          <p:nvPr/>
        </p:nvCxnSpPr>
        <p:spPr>
          <a:xfrm flipH="1">
            <a:off x="2459496" y="3288901"/>
            <a:ext cx="2477854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332EBA3B-39FF-4C6F-BE02-C18513509950}"/>
              </a:ext>
            </a:extLst>
          </p:cNvPr>
          <p:cNvSpPr/>
          <p:nvPr/>
        </p:nvSpPr>
        <p:spPr>
          <a:xfrm>
            <a:off x="491603" y="5304094"/>
            <a:ext cx="3935785" cy="5277873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4B72F332-B345-4E81-A864-31439A72CD48}"/>
              </a:ext>
            </a:extLst>
          </p:cNvPr>
          <p:cNvSpPr txBox="1"/>
          <p:nvPr/>
        </p:nvSpPr>
        <p:spPr>
          <a:xfrm>
            <a:off x="594621" y="5456661"/>
            <a:ext cx="103265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반품신청하기</a:t>
            </a:r>
            <a:endParaRPr lang="ko-KR" altLang="en-US" sz="900" dirty="0"/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58272DE-1645-4060-8AAC-22B602429ED0}"/>
              </a:ext>
            </a:extLst>
          </p:cNvPr>
          <p:cNvSpPr/>
          <p:nvPr/>
        </p:nvSpPr>
        <p:spPr>
          <a:xfrm>
            <a:off x="1577834" y="10078147"/>
            <a:ext cx="891615" cy="213360"/>
          </a:xfrm>
          <a:prstGeom prst="rect">
            <a:avLst/>
          </a:prstGeom>
          <a:solidFill>
            <a:srgbClr val="FF0000"/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반품신청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187" name="Image">
            <a:extLst>
              <a:ext uri="{FF2B5EF4-FFF2-40B4-BE49-F238E27FC236}">
                <a16:creationId xmlns:a16="http://schemas.microsoft.com/office/drawing/2014/main" id="{74433CDE-EEE3-47C0-A270-7081F89B2573}"/>
              </a:ext>
            </a:extLst>
          </p:cNvPr>
          <p:cNvGrpSpPr>
            <a:grpSpLocks/>
          </p:cNvGrpSpPr>
          <p:nvPr/>
        </p:nvGrpSpPr>
        <p:grpSpPr bwMode="auto">
          <a:xfrm>
            <a:off x="4115083" y="5424162"/>
            <a:ext cx="204716" cy="209797"/>
            <a:chOff x="508000" y="1397000"/>
            <a:chExt cx="1008112" cy="1008112"/>
          </a:xfrm>
        </p:grpSpPr>
        <p:sp>
          <p:nvSpPr>
            <p:cNvPr id="188" name="Border">
              <a:extLst>
                <a:ext uri="{FF2B5EF4-FFF2-40B4-BE49-F238E27FC236}">
                  <a16:creationId xmlns:a16="http://schemas.microsoft.com/office/drawing/2014/main" id="{CFDA39E7-57B8-427F-9B90-C3A30EF1F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9" name="Line 2">
              <a:extLst>
                <a:ext uri="{FF2B5EF4-FFF2-40B4-BE49-F238E27FC236}">
                  <a16:creationId xmlns:a16="http://schemas.microsoft.com/office/drawing/2014/main" id="{0E0E2833-96AA-450B-A5CF-7E313284D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0" name="Line 1">
              <a:extLst>
                <a:ext uri="{FF2B5EF4-FFF2-40B4-BE49-F238E27FC236}">
                  <a16:creationId xmlns:a16="http://schemas.microsoft.com/office/drawing/2014/main" id="{924CF759-BA64-4DCB-A906-0C0C112E9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D602A48D-940F-4EE5-9AD3-81CA55FE8620}"/>
              </a:ext>
            </a:extLst>
          </p:cNvPr>
          <p:cNvSpPr/>
          <p:nvPr/>
        </p:nvSpPr>
        <p:spPr>
          <a:xfrm>
            <a:off x="2576258" y="10078147"/>
            <a:ext cx="891615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4F4EEDCE-CBE4-4FD0-809B-9C85030C766E}"/>
              </a:ext>
            </a:extLst>
          </p:cNvPr>
          <p:cNvSpPr txBox="1"/>
          <p:nvPr/>
        </p:nvSpPr>
        <p:spPr>
          <a:xfrm>
            <a:off x="731580" y="5828795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주문상품</a:t>
            </a:r>
          </a:p>
        </p:txBody>
      </p: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7B277A77-B9BE-48FD-9C5B-0772E0910059}"/>
              </a:ext>
            </a:extLst>
          </p:cNvPr>
          <p:cNvGrpSpPr/>
          <p:nvPr/>
        </p:nvGrpSpPr>
        <p:grpSpPr>
          <a:xfrm>
            <a:off x="768794" y="6155150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194" name="Border">
              <a:extLst>
                <a:ext uri="{FF2B5EF4-FFF2-40B4-BE49-F238E27FC236}">
                  <a16:creationId xmlns:a16="http://schemas.microsoft.com/office/drawing/2014/main" id="{4F145154-2D4D-4015-8BD0-0664424CF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5" name="Line 2">
              <a:extLst>
                <a:ext uri="{FF2B5EF4-FFF2-40B4-BE49-F238E27FC236}">
                  <a16:creationId xmlns:a16="http://schemas.microsoft.com/office/drawing/2014/main" id="{9E1C7A45-DCB9-44BB-9E2F-F7B1183AC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6" name="Line 1">
              <a:extLst>
                <a:ext uri="{FF2B5EF4-FFF2-40B4-BE49-F238E27FC236}">
                  <a16:creationId xmlns:a16="http://schemas.microsoft.com/office/drawing/2014/main" id="{9781CC40-7548-40B1-858E-44FB83B1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BE6E9A0F-2032-423A-AC58-955FA584A70B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2F7997A5-65D4-4938-92D1-0DF273864B10}"/>
              </a:ext>
            </a:extLst>
          </p:cNvPr>
          <p:cNvSpPr/>
          <p:nvPr/>
        </p:nvSpPr>
        <p:spPr>
          <a:xfrm>
            <a:off x="1479223" y="6155150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49189B4D-1262-4BB5-9642-31BD3AF0C705}"/>
              </a:ext>
            </a:extLst>
          </p:cNvPr>
          <p:cNvSpPr txBox="1"/>
          <p:nvPr/>
        </p:nvSpPr>
        <p:spPr>
          <a:xfrm>
            <a:off x="731580" y="6791299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반품사유</a:t>
            </a: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E4ABDD8D-CA74-4FE4-9F46-49D9C032F461}"/>
              </a:ext>
            </a:extLst>
          </p:cNvPr>
          <p:cNvSpPr/>
          <p:nvPr/>
        </p:nvSpPr>
        <p:spPr>
          <a:xfrm>
            <a:off x="767744" y="7074525"/>
            <a:ext cx="3471371" cy="250173"/>
          </a:xfrm>
          <a:prstGeom prst="rect">
            <a:avLst/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기타                                                                               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34E1D046-5C03-46DD-AD51-E1E47B0779E2}"/>
              </a:ext>
            </a:extLst>
          </p:cNvPr>
          <p:cNvSpPr txBox="1"/>
          <p:nvPr/>
        </p:nvSpPr>
        <p:spPr>
          <a:xfrm>
            <a:off x="730737" y="8553184"/>
            <a:ext cx="87716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상품회수방법</a:t>
            </a: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155DC6E0-7678-4AC0-AAC8-5E1FED566BDD}"/>
              </a:ext>
            </a:extLst>
          </p:cNvPr>
          <p:cNvSpPr txBox="1"/>
          <p:nvPr/>
        </p:nvSpPr>
        <p:spPr>
          <a:xfrm>
            <a:off x="728082" y="8855430"/>
            <a:ext cx="169950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○ 자동반품       ● 수동반품</a:t>
            </a:r>
          </a:p>
        </p:txBody>
      </p:sp>
      <p:sp>
        <p:nvSpPr>
          <p:cNvPr id="203" name="직사각형 202">
            <a:extLst>
              <a:ext uri="{FF2B5EF4-FFF2-40B4-BE49-F238E27FC236}">
                <a16:creationId xmlns:a16="http://schemas.microsoft.com/office/drawing/2014/main" id="{3FED90B8-4A3A-4E42-B734-672A39A72DDC}"/>
              </a:ext>
            </a:extLst>
          </p:cNvPr>
          <p:cNvSpPr/>
          <p:nvPr/>
        </p:nvSpPr>
        <p:spPr>
          <a:xfrm>
            <a:off x="767743" y="9177462"/>
            <a:ext cx="3471371" cy="710360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   </a:t>
            </a:r>
            <a:r>
              <a:rPr lang="ko-KR" altLang="en-US" sz="800" dirty="0">
                <a:solidFill>
                  <a:schemeClr val="tx1"/>
                </a:solidFill>
              </a:rPr>
              <a:t>상품회수주소</a:t>
            </a:r>
            <a:endParaRPr lang="en-US" altLang="ko-KR" sz="800" dirty="0">
              <a:solidFill>
                <a:schemeClr val="tx1"/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   20202</a:t>
            </a: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   </a:t>
            </a:r>
            <a:r>
              <a:rPr lang="ko-KR" altLang="en-US" sz="800" dirty="0">
                <a:solidFill>
                  <a:schemeClr val="tx1"/>
                </a:solidFill>
              </a:rPr>
              <a:t>서울시 마포구 공덕동 </a:t>
            </a:r>
            <a:r>
              <a:rPr lang="en-US" altLang="ko-KR" sz="800" dirty="0">
                <a:solidFill>
                  <a:schemeClr val="tx1"/>
                </a:solidFill>
              </a:rPr>
              <a:t>2003</a:t>
            </a:r>
            <a:r>
              <a:rPr lang="ko-KR" altLang="en-US" sz="800" dirty="0">
                <a:solidFill>
                  <a:schemeClr val="tx1"/>
                </a:solidFill>
              </a:rPr>
              <a:t> 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E609EF61-54B3-439D-88B1-5B9E458296D8}"/>
              </a:ext>
            </a:extLst>
          </p:cNvPr>
          <p:cNvSpPr txBox="1"/>
          <p:nvPr/>
        </p:nvSpPr>
        <p:spPr>
          <a:xfrm>
            <a:off x="767743" y="7583759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기타내용</a:t>
            </a:r>
          </a:p>
        </p:txBody>
      </p:sp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DC757C09-D931-44D0-AEF1-CBBBBC7244D9}"/>
              </a:ext>
            </a:extLst>
          </p:cNvPr>
          <p:cNvSpPr/>
          <p:nvPr/>
        </p:nvSpPr>
        <p:spPr>
          <a:xfrm>
            <a:off x="767743" y="7873352"/>
            <a:ext cx="3461418" cy="51105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기타 내용을 입력해 주세요 </a:t>
            </a:r>
          </a:p>
        </p:txBody>
      </p:sp>
      <p:cxnSp>
        <p:nvCxnSpPr>
          <p:cNvPr id="206" name="직선 화살표 연결선 205">
            <a:extLst>
              <a:ext uri="{FF2B5EF4-FFF2-40B4-BE49-F238E27FC236}">
                <a16:creationId xmlns:a16="http://schemas.microsoft.com/office/drawing/2014/main" id="{EC8E040D-9D4F-46A4-B73D-73772FB6C653}"/>
              </a:ext>
            </a:extLst>
          </p:cNvPr>
          <p:cNvCxnSpPr>
            <a:cxnSpLocks/>
          </p:cNvCxnSpPr>
          <p:nvPr/>
        </p:nvCxnSpPr>
        <p:spPr>
          <a:xfrm flipH="1">
            <a:off x="1074549" y="7427500"/>
            <a:ext cx="16361" cy="581421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7" name="타원 206">
            <a:extLst>
              <a:ext uri="{FF2B5EF4-FFF2-40B4-BE49-F238E27FC236}">
                <a16:creationId xmlns:a16="http://schemas.microsoft.com/office/drawing/2014/main" id="{3AA513C2-466B-446F-A22F-D4884E2AA371}"/>
              </a:ext>
            </a:extLst>
          </p:cNvPr>
          <p:cNvSpPr/>
          <p:nvPr/>
        </p:nvSpPr>
        <p:spPr>
          <a:xfrm>
            <a:off x="579471" y="6984040"/>
            <a:ext cx="1006931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8" name="타원 207">
            <a:extLst>
              <a:ext uri="{FF2B5EF4-FFF2-40B4-BE49-F238E27FC236}">
                <a16:creationId xmlns:a16="http://schemas.microsoft.com/office/drawing/2014/main" id="{BA3E2193-6A2C-459C-B637-6D31178826C8}"/>
              </a:ext>
            </a:extLst>
          </p:cNvPr>
          <p:cNvSpPr/>
          <p:nvPr/>
        </p:nvSpPr>
        <p:spPr>
          <a:xfrm>
            <a:off x="591397" y="2189407"/>
            <a:ext cx="1006931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09" name="직선 화살표 연결선 208">
            <a:extLst>
              <a:ext uri="{FF2B5EF4-FFF2-40B4-BE49-F238E27FC236}">
                <a16:creationId xmlns:a16="http://schemas.microsoft.com/office/drawing/2014/main" id="{83EDC368-72FA-4397-B277-89812A2F1F8F}"/>
              </a:ext>
            </a:extLst>
          </p:cNvPr>
          <p:cNvCxnSpPr>
            <a:cxnSpLocks/>
            <a:endCxn id="207" idx="0"/>
          </p:cNvCxnSpPr>
          <p:nvPr/>
        </p:nvCxnSpPr>
        <p:spPr>
          <a:xfrm>
            <a:off x="1074549" y="2633031"/>
            <a:ext cx="8388" cy="4351009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30B5E67E-AC3C-42EB-AD49-E958B3DAA324}"/>
              </a:ext>
            </a:extLst>
          </p:cNvPr>
          <p:cNvSpPr txBox="1"/>
          <p:nvPr/>
        </p:nvSpPr>
        <p:spPr>
          <a:xfrm>
            <a:off x="8873135" y="6968779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1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E02DE55E-81E1-480D-8FDC-10F55949EE8A}"/>
              </a:ext>
            </a:extLst>
          </p:cNvPr>
          <p:cNvSpPr txBox="1"/>
          <p:nvPr/>
        </p:nvSpPr>
        <p:spPr>
          <a:xfrm>
            <a:off x="5043621" y="3639748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2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F6E54B7B-2D10-4F46-9675-04D18EC926C5}"/>
              </a:ext>
            </a:extLst>
          </p:cNvPr>
          <p:cNvSpPr txBox="1"/>
          <p:nvPr/>
        </p:nvSpPr>
        <p:spPr>
          <a:xfrm>
            <a:off x="1300248" y="2112733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3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612E7D13-622A-4183-862F-864216E26624}"/>
              </a:ext>
            </a:extLst>
          </p:cNvPr>
          <p:cNvCxnSpPr>
            <a:cxnSpLocks/>
            <a:stCxn id="84" idx="0"/>
          </p:cNvCxnSpPr>
          <p:nvPr/>
        </p:nvCxnSpPr>
        <p:spPr>
          <a:xfrm flipH="1" flipV="1">
            <a:off x="8419580" y="4714875"/>
            <a:ext cx="1" cy="2295098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TextBox 212">
            <a:extLst>
              <a:ext uri="{FF2B5EF4-FFF2-40B4-BE49-F238E27FC236}">
                <a16:creationId xmlns:a16="http://schemas.microsoft.com/office/drawing/2014/main" id="{3A18A3E1-B197-44F7-9657-2581DC46C1E9}"/>
              </a:ext>
            </a:extLst>
          </p:cNvPr>
          <p:cNvSpPr txBox="1"/>
          <p:nvPr/>
        </p:nvSpPr>
        <p:spPr>
          <a:xfrm>
            <a:off x="657080" y="7796975"/>
            <a:ext cx="251992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</a:rPr>
              <a:t>4</a:t>
            </a:r>
            <a:endParaRPr lang="ko-KR" altLang="en-US" sz="9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2079104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직사각형 63">
            <a:extLst>
              <a:ext uri="{FF2B5EF4-FFF2-40B4-BE49-F238E27FC236}">
                <a16:creationId xmlns:a16="http://schemas.microsoft.com/office/drawing/2014/main" id="{AECD5CCF-468C-44E8-89EB-60D4B27B7270}"/>
              </a:ext>
            </a:extLst>
          </p:cNvPr>
          <p:cNvSpPr/>
          <p:nvPr/>
        </p:nvSpPr>
        <p:spPr>
          <a:xfrm>
            <a:off x="3308037" y="5962845"/>
            <a:ext cx="3935785" cy="3419279"/>
          </a:xfrm>
          <a:prstGeom prst="rect">
            <a:avLst/>
          </a:prstGeom>
          <a:ln>
            <a:solidFill>
              <a:schemeClr val="dk1"/>
            </a:solidFill>
          </a:ln>
          <a:effectLst>
            <a:outerShdw blurRad="63500" sx="101000" sy="101000" algn="ctr" rotWithShape="0">
              <a:schemeClr val="tx1">
                <a:alpha val="50000"/>
              </a:schemeClr>
            </a:outerShdw>
            <a:softEdge rad="12700"/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4E86E47A-5118-46AC-ABB9-A5A8F18428FA}"/>
              </a:ext>
            </a:extLst>
          </p:cNvPr>
          <p:cNvSpPr txBox="1"/>
          <p:nvPr/>
        </p:nvSpPr>
        <p:spPr>
          <a:xfrm>
            <a:off x="3411055" y="6115411"/>
            <a:ext cx="103265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○ 구매확정하기</a:t>
            </a:r>
            <a:endParaRPr lang="ko-KR" altLang="en-US" sz="900" dirty="0"/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119F77E1-1223-4D60-8D84-7B9DB1AD2258}"/>
              </a:ext>
            </a:extLst>
          </p:cNvPr>
          <p:cNvSpPr/>
          <p:nvPr/>
        </p:nvSpPr>
        <p:spPr>
          <a:xfrm>
            <a:off x="4193502" y="8796747"/>
            <a:ext cx="1218021" cy="21336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</a:rPr>
              <a:t>구매확정하기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grpSp>
        <p:nvGrpSpPr>
          <p:cNvPr id="67" name="Image">
            <a:extLst>
              <a:ext uri="{FF2B5EF4-FFF2-40B4-BE49-F238E27FC236}">
                <a16:creationId xmlns:a16="http://schemas.microsoft.com/office/drawing/2014/main" id="{540DAA8D-512C-470D-BBFF-ECB5BC6BAC12}"/>
              </a:ext>
            </a:extLst>
          </p:cNvPr>
          <p:cNvGrpSpPr>
            <a:grpSpLocks/>
          </p:cNvGrpSpPr>
          <p:nvPr/>
        </p:nvGrpSpPr>
        <p:grpSpPr bwMode="auto">
          <a:xfrm>
            <a:off x="6931517" y="6082912"/>
            <a:ext cx="204716" cy="209797"/>
            <a:chOff x="508000" y="1397000"/>
            <a:chExt cx="1008112" cy="1008112"/>
          </a:xfrm>
        </p:grpSpPr>
        <p:sp>
          <p:nvSpPr>
            <p:cNvPr id="78" name="Border">
              <a:extLst>
                <a:ext uri="{FF2B5EF4-FFF2-40B4-BE49-F238E27FC236}">
                  <a16:creationId xmlns:a16="http://schemas.microsoft.com/office/drawing/2014/main" id="{A4080046-584A-43B6-9C5B-113F84E4D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9" name="Line 2">
              <a:extLst>
                <a:ext uri="{FF2B5EF4-FFF2-40B4-BE49-F238E27FC236}">
                  <a16:creationId xmlns:a16="http://schemas.microsoft.com/office/drawing/2014/main" id="{363B9903-AF66-4526-A633-56A0DB96D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0" name="Line 1">
              <a:extLst>
                <a:ext uri="{FF2B5EF4-FFF2-40B4-BE49-F238E27FC236}">
                  <a16:creationId xmlns:a16="http://schemas.microsoft.com/office/drawing/2014/main" id="{7F195214-FF90-4996-A193-769FBEFA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E0F15452-21DF-4FB7-9C34-700C7C287A14}"/>
              </a:ext>
            </a:extLst>
          </p:cNvPr>
          <p:cNvSpPr/>
          <p:nvPr/>
        </p:nvSpPr>
        <p:spPr>
          <a:xfrm>
            <a:off x="5594822" y="8796747"/>
            <a:ext cx="891615" cy="21336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창닫기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52F21F6-6032-4731-8746-9F6E4229F148}"/>
              </a:ext>
            </a:extLst>
          </p:cNvPr>
          <p:cNvSpPr txBox="1"/>
          <p:nvPr/>
        </p:nvSpPr>
        <p:spPr>
          <a:xfrm>
            <a:off x="3584179" y="7616104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/>
              <a:t>별점주기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791978CA-00A2-44E1-B4CC-5D27350AB19D}"/>
              </a:ext>
            </a:extLst>
          </p:cNvPr>
          <p:cNvSpPr txBox="1"/>
          <p:nvPr/>
        </p:nvSpPr>
        <p:spPr>
          <a:xfrm>
            <a:off x="3548014" y="6539163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주문상품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829DFF05-4799-4CF0-8E8D-AD60D325C282}"/>
              </a:ext>
            </a:extLst>
          </p:cNvPr>
          <p:cNvGrpSpPr/>
          <p:nvPr/>
        </p:nvGrpSpPr>
        <p:grpSpPr>
          <a:xfrm>
            <a:off x="3585228" y="6865518"/>
            <a:ext cx="689346" cy="440906"/>
            <a:chOff x="2843808" y="1955121"/>
            <a:chExt cx="1674813" cy="596970"/>
          </a:xfrm>
          <a:solidFill>
            <a:schemeClr val="bg1">
              <a:lumMod val="95000"/>
            </a:schemeClr>
          </a:solidFill>
        </p:grpSpPr>
        <p:sp>
          <p:nvSpPr>
            <p:cNvPr id="74" name="Border">
              <a:extLst>
                <a:ext uri="{FF2B5EF4-FFF2-40B4-BE49-F238E27FC236}">
                  <a16:creationId xmlns:a16="http://schemas.microsoft.com/office/drawing/2014/main" id="{FBB2AF01-6086-49FA-92AB-88DEA6F4E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" name="Line 2">
              <a:extLst>
                <a:ext uri="{FF2B5EF4-FFF2-40B4-BE49-F238E27FC236}">
                  <a16:creationId xmlns:a16="http://schemas.microsoft.com/office/drawing/2014/main" id="{71E4717E-86F3-4ECA-A11E-F43FDBCD5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6" name="Line 1">
              <a:extLst>
                <a:ext uri="{FF2B5EF4-FFF2-40B4-BE49-F238E27FC236}">
                  <a16:creationId xmlns:a16="http://schemas.microsoft.com/office/drawing/2014/main" id="{453141A4-D385-4F8E-9F74-92714AC43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808" y="1955121"/>
              <a:ext cx="1674813" cy="59697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8FDB8862-7461-4698-87FF-C2E38183353D}"/>
                </a:ext>
              </a:extLst>
            </p:cNvPr>
            <p:cNvSpPr txBox="1"/>
            <p:nvPr/>
          </p:nvSpPr>
          <p:spPr>
            <a:xfrm>
              <a:off x="3040778" y="2095286"/>
              <a:ext cx="1280873" cy="312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Image</a:t>
              </a:r>
              <a:endPara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316352CA-CF7F-4B99-A25D-452F536FBB54}"/>
              </a:ext>
            </a:extLst>
          </p:cNvPr>
          <p:cNvSpPr/>
          <p:nvPr/>
        </p:nvSpPr>
        <p:spPr>
          <a:xfrm>
            <a:off x="4295657" y="6865518"/>
            <a:ext cx="2116119" cy="4378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ko-KR" altLang="en-US" sz="800" b="1" dirty="0"/>
              <a:t>상품명</a:t>
            </a:r>
            <a:r>
              <a:rPr lang="en-US" altLang="ko-KR" sz="800" b="1" dirty="0"/>
              <a:t> 111111</a:t>
            </a:r>
            <a:endParaRPr lang="ko-KR" altLang="en-US" sz="800" b="1" dirty="0"/>
          </a:p>
          <a:p>
            <a:pPr>
              <a:lnSpc>
                <a:spcPct val="150000"/>
              </a:lnSpc>
              <a:defRPr/>
            </a:pP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옵션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  /  2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개</a:t>
            </a:r>
            <a:endParaRPr lang="ko-KR" altLang="en-US" sz="800" b="1" dirty="0"/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12CA7352-A766-4B92-AA4D-A86040978EFF}"/>
              </a:ext>
            </a:extLst>
          </p:cNvPr>
          <p:cNvSpPr txBox="1"/>
          <p:nvPr/>
        </p:nvSpPr>
        <p:spPr>
          <a:xfrm>
            <a:off x="6003095" y="7582104"/>
            <a:ext cx="104762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/>
              <a:t>☆☆☆★★</a:t>
            </a:r>
            <a:endParaRPr lang="ko-KR" altLang="en-US" sz="900" dirty="0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48123628-9BC5-47E2-9F1B-7C6478E8E29B}"/>
              </a:ext>
            </a:extLst>
          </p:cNvPr>
          <p:cNvSpPr txBox="1"/>
          <p:nvPr/>
        </p:nvSpPr>
        <p:spPr>
          <a:xfrm>
            <a:off x="3584179" y="8229927"/>
            <a:ext cx="15600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이 상품을 구매하겠습니다</a:t>
            </a:r>
            <a:r>
              <a:rPr lang="en-US" altLang="ko-KR" sz="900" dirty="0"/>
              <a:t>.</a:t>
            </a:r>
            <a:endParaRPr lang="ko-KR" altLang="en-US" sz="900" dirty="0"/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F44F9895-54A8-4C86-AAC3-56CAE39BB559}"/>
              </a:ext>
            </a:extLst>
          </p:cNvPr>
          <p:cNvSpPr/>
          <p:nvPr/>
        </p:nvSpPr>
        <p:spPr>
          <a:xfrm>
            <a:off x="7953051" y="7278842"/>
            <a:ext cx="1006931" cy="443624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EB3B77EB-8695-4F69-B938-9C39F9CBF6B8}"/>
              </a:ext>
            </a:extLst>
          </p:cNvPr>
          <p:cNvCxnSpPr>
            <a:cxnSpLocks/>
            <a:stCxn id="112" idx="2"/>
          </p:cNvCxnSpPr>
          <p:nvPr/>
        </p:nvCxnSpPr>
        <p:spPr>
          <a:xfrm flipH="1">
            <a:off x="6889208" y="7500654"/>
            <a:ext cx="1063843" cy="0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82811201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7952316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3390811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19981007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22616079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6">
            <a:extLst>
              <a:ext uri="{FF2B5EF4-FFF2-40B4-BE49-F238E27FC236}">
                <a16:creationId xmlns:a16="http://schemas.microsoft.com/office/drawing/2014/main" id="{32E44C70-8E8D-4BB8-9B8A-73027B1FED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9111859"/>
              </p:ext>
            </p:extLst>
          </p:nvPr>
        </p:nvGraphicFramePr>
        <p:xfrm>
          <a:off x="1363133" y="787177"/>
          <a:ext cx="8128000" cy="54943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684090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43437683"/>
                    </a:ext>
                  </a:extLst>
                </a:gridCol>
              </a:tblGrid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</a:t>
                      </a:r>
                      <a:r>
                        <a:rPr lang="ko-KR" altLang="en-US" sz="1800" b="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  접속화면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19544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간편회원 가입절차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8812756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</a:t>
                      </a:r>
                      <a:r>
                        <a:rPr lang="en-US" altLang="ko-KR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Shop </a:t>
                      </a:r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채널 메인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0826537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상품영역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0490072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8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○  주문영역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038270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800" b="1" dirty="0">
                          <a:solidFill>
                            <a:schemeClr val="tx1"/>
                          </a:solidFill>
                        </a:rPr>
                        <a:t>●  공지사항</a:t>
                      </a:r>
                    </a:p>
                    <a:p>
                      <a:pPr latinLnBrk="1"/>
                      <a:endParaRPr lang="ko-KR" altLang="en-US" sz="1800" b="0" dirty="0">
                        <a:solidFill>
                          <a:schemeClr val="bg1">
                            <a:lumMod val="75000"/>
                          </a:schemeClr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0643931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88623"/>
                  </a:ext>
                </a:extLst>
              </a:tr>
              <a:tr h="68679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2877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8681475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768F1279-B494-4A9E-8C65-F18DCEEA2FF3}"/>
              </a:ext>
            </a:extLst>
          </p:cNvPr>
          <p:cNvSpPr/>
          <p:nvPr/>
        </p:nvSpPr>
        <p:spPr>
          <a:xfrm>
            <a:off x="6975898" y="1598034"/>
            <a:ext cx="1828889" cy="25499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제목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, 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내용검색</a:t>
            </a:r>
            <a:endParaRPr lang="ko-KR" altLang="en-US" sz="90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8B9A269F-62B1-46C7-944C-29C817949A6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8588764" y="1646780"/>
            <a:ext cx="157211" cy="157211"/>
          </a:xfrm>
          <a:prstGeom prst="rect">
            <a:avLst/>
          </a:prstGeom>
        </p:spPr>
      </p:pic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CB0F798-ACA8-4B72-8BE3-D89E11E737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7214722"/>
              </p:ext>
            </p:extLst>
          </p:nvPr>
        </p:nvGraphicFramePr>
        <p:xfrm>
          <a:off x="1443226" y="1916629"/>
          <a:ext cx="7361561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83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10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54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7752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번호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제목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작성자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Date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99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           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98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           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공지사항 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97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96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95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94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93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92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91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일반 게시판 제목입니다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Shop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채널명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2024-10-01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pic>
        <p:nvPicPr>
          <p:cNvPr id="5" name="Picture 2">
            <a:extLst>
              <a:ext uri="{FF2B5EF4-FFF2-40B4-BE49-F238E27FC236}">
                <a16:creationId xmlns:a16="http://schemas.microsoft.com/office/drawing/2014/main" id="{63778F58-7048-428D-8E04-B095D7A205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2449" y="4551265"/>
            <a:ext cx="2446274" cy="230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3CCC3E77-EAA6-4228-B064-C0C3F2F46E3D}"/>
              </a:ext>
            </a:extLst>
          </p:cNvPr>
          <p:cNvSpPr txBox="1"/>
          <p:nvPr/>
        </p:nvSpPr>
        <p:spPr>
          <a:xfrm>
            <a:off x="1411741" y="1673803"/>
            <a:ext cx="53893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총 </a:t>
            </a:r>
            <a:r>
              <a:rPr lang="en-US" altLang="ko-KR" sz="800" dirty="0"/>
              <a:t>99</a:t>
            </a:r>
            <a:r>
              <a:rPr lang="ko-KR" altLang="en-US" sz="800" dirty="0"/>
              <a:t>건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3BD9F02-EE28-429A-AE68-E030FDD7E1A8}"/>
              </a:ext>
            </a:extLst>
          </p:cNvPr>
          <p:cNvSpPr/>
          <p:nvPr/>
        </p:nvSpPr>
        <p:spPr>
          <a:xfrm>
            <a:off x="2046614" y="2187714"/>
            <a:ext cx="375314" cy="1160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dirty="0"/>
              <a:t>공지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74B0388-704A-495C-8164-8AE3CF94506D}"/>
              </a:ext>
            </a:extLst>
          </p:cNvPr>
          <p:cNvSpPr/>
          <p:nvPr/>
        </p:nvSpPr>
        <p:spPr>
          <a:xfrm>
            <a:off x="2046614" y="2401021"/>
            <a:ext cx="375314" cy="11600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dirty="0"/>
              <a:t>공지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6EA4B81-EA73-45C5-A5E5-2C03A07C44E0}"/>
              </a:ext>
            </a:extLst>
          </p:cNvPr>
          <p:cNvSpPr txBox="1"/>
          <p:nvPr/>
        </p:nvSpPr>
        <p:spPr>
          <a:xfrm>
            <a:off x="4631022" y="871059"/>
            <a:ext cx="80021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공지사항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3FAC2CE3-1F47-47F9-AD50-9AEC1778EC00}"/>
              </a:ext>
            </a:extLst>
          </p:cNvPr>
          <p:cNvCxnSpPr>
            <a:cxnSpLocks/>
          </p:cNvCxnSpPr>
          <p:nvPr/>
        </p:nvCxnSpPr>
        <p:spPr>
          <a:xfrm>
            <a:off x="1481667" y="1314226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34969724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103B85A7-797C-4EC9-86C1-34F0E5668E09}"/>
              </a:ext>
            </a:extLst>
          </p:cNvPr>
          <p:cNvSpPr/>
          <p:nvPr/>
        </p:nvSpPr>
        <p:spPr>
          <a:xfrm>
            <a:off x="4631022" y="5802717"/>
            <a:ext cx="1055327" cy="281122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</a:rPr>
              <a:t>목록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85973F6-F619-4761-9748-4FAA53230784}"/>
              </a:ext>
            </a:extLst>
          </p:cNvPr>
          <p:cNvSpPr txBox="1"/>
          <p:nvPr/>
        </p:nvSpPr>
        <p:spPr>
          <a:xfrm>
            <a:off x="1420164" y="1480395"/>
            <a:ext cx="404469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제목노출 제목노출 제목노출 제목노출 제목노출 제목노출 제목노출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089DAA5-A78E-4F5E-8F6A-9339822FD140}"/>
              </a:ext>
            </a:extLst>
          </p:cNvPr>
          <p:cNvSpPr txBox="1"/>
          <p:nvPr/>
        </p:nvSpPr>
        <p:spPr>
          <a:xfrm>
            <a:off x="1420164" y="1774191"/>
            <a:ext cx="24609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작성자 </a:t>
            </a:r>
            <a:r>
              <a:rPr lang="en-US" altLang="ko-KR" sz="9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Shop</a:t>
            </a:r>
            <a:r>
              <a:rPr lang="ko-KR" altLang="en-US" sz="9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채널명</a:t>
            </a:r>
            <a:r>
              <a:rPr lang="en-US" altLang="ko-KR" sz="9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  </a:t>
            </a:r>
            <a:r>
              <a: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작성일  </a:t>
            </a:r>
            <a:r>
              <a:rPr lang="en-US" altLang="ko-KR" sz="9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2024</a:t>
            </a:r>
            <a:r>
              <a:rPr lang="en-US" altLang="ko-KR" sz="900" dirty="0"/>
              <a:t>-10-01</a:t>
            </a:r>
            <a:endParaRPr lang="ko-KR" altLang="en-US" sz="90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436843D-8F2E-4D69-A869-9C948CADDF12}"/>
              </a:ext>
            </a:extLst>
          </p:cNvPr>
          <p:cNvSpPr txBox="1"/>
          <p:nvPr/>
        </p:nvSpPr>
        <p:spPr>
          <a:xfrm>
            <a:off x="1420164" y="4987692"/>
            <a:ext cx="118173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첨부파일  </a:t>
            </a:r>
            <a:r>
              <a:rPr lang="en-US" altLang="ko-KR" sz="900" u="sng" dirty="0">
                <a:solidFill>
                  <a:srgbClr val="0070C0"/>
                </a:solidFill>
              </a:rPr>
              <a:t>abcd.ppt</a:t>
            </a:r>
            <a:endParaRPr lang="ko-KR" altLang="en-US" sz="900" u="sng" dirty="0">
              <a:solidFill>
                <a:srgbClr val="0070C0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A111466-4ECF-4DB5-84B0-DAA4D4B34C14}"/>
              </a:ext>
            </a:extLst>
          </p:cNvPr>
          <p:cNvSpPr txBox="1"/>
          <p:nvPr/>
        </p:nvSpPr>
        <p:spPr>
          <a:xfrm>
            <a:off x="1424813" y="2306450"/>
            <a:ext cx="6989239" cy="24314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</a:t>
            </a: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내용노출내용노출 내용노출 내용노출 내용노출 내용노출 내용노출 내용노출 내용노출 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endParaRPr lang="ko-KR" altLang="en-US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</a:t>
            </a: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</a:t>
            </a: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내용노출 내용노출 내용노출 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</a:t>
            </a: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</a:t>
            </a: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 </a:t>
            </a:r>
            <a:r>
              <a:rPr lang="ko-KR" altLang="en-US" sz="80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endParaRPr lang="en-US" altLang="ko-KR" sz="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 내용노출 내용노출 내용노출 내용노출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내용노출 내용노출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8DA2E5D9-F5E3-44D7-AF47-3E7A14DBB8BA}"/>
              </a:ext>
            </a:extLst>
          </p:cNvPr>
          <p:cNvCxnSpPr>
            <a:cxnSpLocks/>
          </p:cNvCxnSpPr>
          <p:nvPr/>
        </p:nvCxnSpPr>
        <p:spPr>
          <a:xfrm>
            <a:off x="1499657" y="5510620"/>
            <a:ext cx="729721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1100C572-B39A-493D-836B-65027DF45706}"/>
              </a:ext>
            </a:extLst>
          </p:cNvPr>
          <p:cNvSpPr txBox="1"/>
          <p:nvPr/>
        </p:nvSpPr>
        <p:spPr>
          <a:xfrm>
            <a:off x="4631022" y="871059"/>
            <a:ext cx="80021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공지사항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827FF08E-39A1-4622-93E3-DC2DC71F64BA}"/>
              </a:ext>
            </a:extLst>
          </p:cNvPr>
          <p:cNvCxnSpPr>
            <a:cxnSpLocks/>
          </p:cNvCxnSpPr>
          <p:nvPr/>
        </p:nvCxnSpPr>
        <p:spPr>
          <a:xfrm>
            <a:off x="1481667" y="1314226"/>
            <a:ext cx="73152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99022368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435A2AA2-CF4D-AAE9-B0A7-0D00CF0118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6446822"/>
              </p:ext>
            </p:extLst>
          </p:nvPr>
        </p:nvGraphicFramePr>
        <p:xfrm>
          <a:off x="10171774" y="22159"/>
          <a:ext cx="1979018" cy="169267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6240">
                  <a:extLst>
                    <a:ext uri="{9D8B030D-6E8A-4147-A177-3AD203B41FA5}">
                      <a16:colId xmlns:a16="http://schemas.microsoft.com/office/drawing/2014/main" val="2768186151"/>
                    </a:ext>
                  </a:extLst>
                </a:gridCol>
                <a:gridCol w="341906">
                  <a:extLst>
                    <a:ext uri="{9D8B030D-6E8A-4147-A177-3AD203B41FA5}">
                      <a16:colId xmlns:a16="http://schemas.microsoft.com/office/drawing/2014/main" val="1525153934"/>
                    </a:ext>
                  </a:extLst>
                </a:gridCol>
                <a:gridCol w="1360872">
                  <a:extLst>
                    <a:ext uri="{9D8B030D-6E8A-4147-A177-3AD203B41FA5}">
                      <a16:colId xmlns:a16="http://schemas.microsoft.com/office/drawing/2014/main" val="74239506"/>
                    </a:ext>
                  </a:extLst>
                </a:gridCol>
              </a:tblGrid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화면 </a:t>
                      </a:r>
                      <a:r>
                        <a:rPr lang="en-US" altLang="ko-KR" sz="800" b="1" dirty="0"/>
                        <a:t>ID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P-01-001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1099599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페이지명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/>
                        <a:t>페이지명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FAQ </a:t>
                      </a:r>
                      <a:r>
                        <a:rPr lang="ko-KR" altLang="en-US" sz="800" dirty="0"/>
                        <a:t>목록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765103"/>
                  </a:ext>
                </a:extLst>
              </a:tr>
              <a:tr h="1407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/>
                        <a:t>그룹명</a:t>
                      </a:r>
                      <a:endParaRPr lang="ko-KR" altLang="en-US" sz="800" b="1" dirty="0"/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/>
                        <a:t>FAQ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387848"/>
                  </a:ext>
                </a:extLst>
              </a:tr>
              <a:tr h="26011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/>
                        <a:t>Description</a:t>
                      </a:r>
                      <a:endParaRPr lang="ko-KR" altLang="en-US" sz="800" b="1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198688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1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탭메뉴로 분류 표시</a:t>
                      </a:r>
                      <a:endParaRPr lang="en-US" altLang="ko-KR" sz="800" dirty="0"/>
                    </a:p>
                    <a:p>
                      <a:pPr algn="l" latinLnBrk="1"/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클릭 가능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13874503"/>
                  </a:ext>
                </a:extLst>
              </a:tr>
              <a:tr h="140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/>
                        <a:t>2</a:t>
                      </a:r>
                      <a:endParaRPr lang="ko-KR" altLang="en-US" sz="800" dirty="0"/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/>
                        <a:t>질문을 클릭하면 답변이 내려가는 아코디언 방식</a:t>
                      </a:r>
                      <a:br>
                        <a:rPr lang="en-US" altLang="ko-KR" sz="800" dirty="0"/>
                      </a:br>
                      <a:r>
                        <a:rPr lang="ko-KR" altLang="en-US" sz="800" dirty="0" err="1"/>
                        <a:t>클릭시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/>
                        <a:t>P-01-002 </a:t>
                      </a:r>
                      <a:r>
                        <a:rPr lang="ko-KR" altLang="en-US" sz="800" dirty="0"/>
                        <a:t>표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6345564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D839CB02-5F14-40F1-AA1D-2CAE5B69700D}"/>
              </a:ext>
            </a:extLst>
          </p:cNvPr>
          <p:cNvGrpSpPr/>
          <p:nvPr/>
        </p:nvGrpSpPr>
        <p:grpSpPr>
          <a:xfrm>
            <a:off x="308616" y="254337"/>
            <a:ext cx="1789788" cy="230832"/>
            <a:chOff x="2924648" y="2579699"/>
            <a:chExt cx="1789788" cy="230832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95BA45C3-6865-4C3A-9B16-E774A2ED09D9}"/>
                </a:ext>
              </a:extLst>
            </p:cNvPr>
            <p:cNvSpPr/>
            <p:nvPr/>
          </p:nvSpPr>
          <p:spPr>
            <a:xfrm>
              <a:off x="2924648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010  </a:t>
              </a:r>
              <a:r>
                <a:rPr lang="ko-KR" altLang="en-US" sz="800" dirty="0">
                  <a:solidFill>
                    <a:schemeClr val="tx1"/>
                  </a:solidFill>
                </a:rPr>
                <a:t>▼</a:t>
              </a:r>
              <a:endParaRPr lang="en-US" altLang="ko-KR" sz="800" dirty="0">
                <a:solidFill>
                  <a:schemeClr val="tx1"/>
                </a:solidFill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278FEA30-7013-4DD6-A7B9-53EA6B72C803}"/>
                </a:ext>
              </a:extLst>
            </p:cNvPr>
            <p:cNvSpPr/>
            <p:nvPr/>
          </p:nvSpPr>
          <p:spPr>
            <a:xfrm>
              <a:off x="3542442" y="2635191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2DBA320E-96B3-48B9-BC15-3B63E3640C8D}"/>
                </a:ext>
              </a:extLst>
            </p:cNvPr>
            <p:cNvSpPr/>
            <p:nvPr/>
          </p:nvSpPr>
          <p:spPr>
            <a:xfrm>
              <a:off x="4160236" y="2633078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F4D7C355-1477-449D-B229-5A87AC5A64B7}"/>
                </a:ext>
              </a:extLst>
            </p:cNvPr>
            <p:cNvSpPr txBox="1"/>
            <p:nvPr/>
          </p:nvSpPr>
          <p:spPr>
            <a:xfrm>
              <a:off x="3394267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3118FDEC-CDFF-46D2-A4A8-F79704EDE2E0}"/>
                </a:ext>
              </a:extLst>
            </p:cNvPr>
            <p:cNvSpPr txBox="1"/>
            <p:nvPr/>
          </p:nvSpPr>
          <p:spPr>
            <a:xfrm>
              <a:off x="4012061" y="257969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CA45F453-136A-4EDF-973E-EB291E85A1E0}"/>
              </a:ext>
            </a:extLst>
          </p:cNvPr>
          <p:cNvGrpSpPr/>
          <p:nvPr/>
        </p:nvGrpSpPr>
        <p:grpSpPr>
          <a:xfrm>
            <a:off x="308616" y="753079"/>
            <a:ext cx="1426444" cy="230832"/>
            <a:chOff x="308616" y="753079"/>
            <a:chExt cx="1426444" cy="230832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38C9B891-7F0E-40A4-A2B0-5DA6E41F769F}"/>
                </a:ext>
              </a:extLst>
            </p:cNvPr>
            <p:cNvSpPr/>
            <p:nvPr/>
          </p:nvSpPr>
          <p:spPr>
            <a:xfrm>
              <a:off x="308616" y="808571"/>
              <a:ext cx="393733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010  </a:t>
              </a: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0094F184-D6F5-494C-BCE1-5779BEB88732}"/>
                </a:ext>
              </a:extLst>
            </p:cNvPr>
            <p:cNvSpPr/>
            <p:nvPr/>
          </p:nvSpPr>
          <p:spPr>
            <a:xfrm>
              <a:off x="787127" y="808571"/>
              <a:ext cx="321444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71554546-5715-42A5-947A-DBA30429081B}"/>
                </a:ext>
              </a:extLst>
            </p:cNvPr>
            <p:cNvSpPr/>
            <p:nvPr/>
          </p:nvSpPr>
          <p:spPr>
            <a:xfrm>
              <a:off x="1180860" y="806458"/>
              <a:ext cx="554200" cy="159952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dirty="0">
                  <a:solidFill>
                    <a:schemeClr val="tx1"/>
                  </a:solidFill>
                </a:rPr>
                <a:t>00000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3D801A4-C3EF-4064-BA7D-3ED616F46BE0}"/>
                </a:ext>
              </a:extLst>
            </p:cNvPr>
            <p:cNvSpPr txBox="1"/>
            <p:nvPr/>
          </p:nvSpPr>
          <p:spPr>
            <a:xfrm>
              <a:off x="638952" y="75307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1CF92170-C2A5-4826-986E-92E5E182F9D3}"/>
                </a:ext>
              </a:extLst>
            </p:cNvPr>
            <p:cNvSpPr txBox="1"/>
            <p:nvPr/>
          </p:nvSpPr>
          <p:spPr>
            <a:xfrm>
              <a:off x="1032685" y="753079"/>
              <a:ext cx="23275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-</a:t>
              </a:r>
              <a:endParaRPr lang="ko-KR" altLang="en-US" sz="900" dirty="0"/>
            </a:p>
          </p:txBody>
        </p:sp>
      </p:grpSp>
    </p:spTree>
    <p:extLst>
      <p:ext uri="{BB962C8B-B14F-4D97-AF65-F5344CB8AC3E}">
        <p14:creationId xmlns:p14="http://schemas.microsoft.com/office/powerpoint/2010/main" val="2959528833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1530F3E-BEFB-43F8-BF65-682677185D50}"/>
              </a:ext>
            </a:extLst>
          </p:cNvPr>
          <p:cNvSpPr txBox="1"/>
          <p:nvPr/>
        </p:nvSpPr>
        <p:spPr>
          <a:xfrm>
            <a:off x="5105985" y="3167390"/>
            <a:ext cx="19800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800" b="1" dirty="0"/>
              <a:t>감사합니다</a:t>
            </a:r>
          </a:p>
        </p:txBody>
      </p:sp>
    </p:spTree>
    <p:extLst>
      <p:ext uri="{BB962C8B-B14F-4D97-AF65-F5344CB8AC3E}">
        <p14:creationId xmlns:p14="http://schemas.microsoft.com/office/powerpoint/2010/main" val="229376427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7546</TotalTime>
  <Words>11947</Words>
  <Application>Microsoft Office PowerPoint</Application>
  <PresentationFormat>와이드스크린</PresentationFormat>
  <Paragraphs>5297</Paragraphs>
  <Slides>131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6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131</vt:i4>
      </vt:variant>
    </vt:vector>
  </HeadingPairs>
  <TitlesOfParts>
    <vt:vector size="139" baseType="lpstr">
      <vt:lpstr>-apple-system</vt:lpstr>
      <vt:lpstr>Yu Gothic UI</vt:lpstr>
      <vt:lpstr>굴림</vt:lpstr>
      <vt:lpstr>맑은 고딕</vt:lpstr>
      <vt:lpstr>Arial</vt:lpstr>
      <vt:lpstr>Segoe UI</vt:lpstr>
      <vt:lpstr>Office 테마</vt:lpstr>
      <vt:lpstr>디자인 사용자 지정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dhkim0279@outlook.kr</dc:creator>
  <cp:lastModifiedBy>dhkim0279@outlook.kr</cp:lastModifiedBy>
  <cp:revision>128</cp:revision>
  <dcterms:created xsi:type="dcterms:W3CDTF">2024-05-18T05:32:29Z</dcterms:created>
  <dcterms:modified xsi:type="dcterms:W3CDTF">2024-11-22T07:58:46Z</dcterms:modified>
</cp:coreProperties>
</file>